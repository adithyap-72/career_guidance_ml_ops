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29.jpeg" ContentType="image/jpeg"/>
  <Override PartName="/ppt/media/image28.jpeg" ContentType="image/jpeg"/>
  <Override PartName="/ppt/media/image18.png" ContentType="image/png"/>
  <Override PartName="/ppt/media/image6.jpeg" ContentType="image/jpeg"/>
  <Override PartName="/ppt/media/image27.png" ContentType="image/png"/>
  <Override PartName="/ppt/media/image21.jpeg" ContentType="image/jpeg"/>
  <Override PartName="/ppt/media/image24.png" ContentType="image/png"/>
  <Override PartName="/ppt/media/image23.png" ContentType="image/png"/>
  <Override PartName="/ppt/media/image16.jpeg" ContentType="image/jpeg"/>
  <Override PartName="/ppt/media/image22.png" ContentType="image/png"/>
  <Override PartName="/ppt/media/image45.jpeg" ContentType="image/jpeg"/>
  <Override PartName="/ppt/media/image26.png" ContentType="image/png"/>
  <Override PartName="/ppt/media/image50.jpeg" ContentType="image/jpeg"/>
  <Override PartName="/ppt/media/image20.jpeg" ContentType="image/jpeg"/>
  <Override PartName="/ppt/media/image17.png" ContentType="image/png"/>
  <Override PartName="/ppt/media/image19.png" ContentType="image/png"/>
  <Override PartName="/ppt/media/image41.jpeg" ContentType="image/jpeg"/>
  <Override PartName="/ppt/media/image15.jpeg" ContentType="image/jpeg"/>
  <Override PartName="/ppt/media/image14.png" ContentType="image/png"/>
  <Override PartName="/ppt/media/image3.jpeg" ContentType="image/jpeg"/>
  <Override PartName="/ppt/media/image25.png" ContentType="image/png"/>
  <Override PartName="/ppt/media/image37.jpeg" ContentType="image/jpeg"/>
  <Override PartName="/ppt/media/image4.jpeg" ContentType="image/jpeg"/>
  <Override PartName="/ppt/media/image40.png" ContentType="image/png"/>
  <Override PartName="/ppt/media/image5.jpeg" ContentType="image/jpeg"/>
  <Override PartName="/ppt/media/image9.png" ContentType="image/png"/>
  <Override PartName="/ppt/media/image7.png" ContentType="image/png"/>
  <Override PartName="/ppt/media/image39.jpeg" ContentType="image/jpeg"/>
  <Override PartName="/ppt/media/image38.jpeg" ContentType="image/jpeg"/>
  <Override PartName="/ppt/media/image47.jpeg" ContentType="image/jpeg"/>
  <Override PartName="/ppt/media/image42.png" ContentType="image/png"/>
  <Override PartName="/ppt/media/image43.png" ContentType="image/png"/>
  <Override PartName="/ppt/media/image53.jpeg" ContentType="image/jpeg"/>
  <Override PartName="/ppt/media/image36.jpeg" ContentType="image/jpeg"/>
  <Override PartName="/ppt/media/image52.png" ContentType="image/png"/>
  <Override PartName="/ppt/media/image48.jpeg" ContentType="image/jpeg"/>
  <Override PartName="/ppt/media/image13.jpeg" ContentType="image/jpeg"/>
  <Override PartName="/ppt/media/image51.png" ContentType="image/png"/>
  <Override PartName="/ppt/media/image54.jpeg" ContentType="image/jpeg"/>
  <Override PartName="/ppt/media/image55.jpeg" ContentType="image/jpeg"/>
  <Override PartName="/ppt/media/image56.jpeg" ContentType="image/jpeg"/>
  <Override PartName="/ppt/media/image35.jpeg" ContentType="image/jpeg"/>
  <Override PartName="/ppt/media/image34.jpeg" ContentType="image/jpeg"/>
  <Override PartName="/ppt/media/image33.jpeg" ContentType="image/jpeg"/>
  <Override PartName="/ppt/media/image46.jpeg" ContentType="image/jpeg"/>
  <Override PartName="/ppt/media/image32.png" ContentType="image/png"/>
  <Override PartName="/ppt/media/image31.png" ContentType="image/png"/>
  <Override PartName="/ppt/media/image10.png" ContentType="image/png"/>
  <Override PartName="/ppt/media/image1.png" ContentType="image/png"/>
  <Override PartName="/ppt/media/image49.png" ContentType="image/png"/>
  <Override PartName="/ppt/media/image12.png" ContentType="image/png"/>
  <Override PartName="/ppt/media/image44.jpeg" ContentType="image/jpeg"/>
  <Override PartName="/ppt/media/image8.png" ContentType="image/png"/>
  <Override PartName="/ppt/media/image11.png" ContentType="image/png"/>
  <Override PartName="/ppt/media/image2.png" ContentType="image/png"/>
  <Override PartName="/ppt/media/image3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02B57A-1FA4-4931-9FC0-D9EB267CE6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2BC363-F164-4088-8D58-020BA3716C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7E855A5-0A3B-4A66-85B3-2F3E1297C4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D4531D6-DA51-44B0-98CA-44C23E3DBC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D0EED06-AF1A-47A5-B24D-CAD4F53CE8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31280" y="995400"/>
            <a:ext cx="11079720" cy="171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394E6C-011D-4223-8F10-CC5C4B7733CF}" type="slidenum">
              <a: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10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12560" y="3110040"/>
            <a:ext cx="8836920" cy="42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858E4C-ABF9-4E8D-BF7C-9F955CA5FD90}" type="slidenum">
              <a: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10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14400" y="2365920"/>
            <a:ext cx="7954920" cy="59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9418320" y="2365920"/>
            <a:ext cx="7954920" cy="59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7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8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76622C-8850-4B42-B660-A098AAD06CBE}" type="slidenum">
              <a: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10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9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0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1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F2F811-A014-4688-BDC9-9700C8A4EBEA}" type="slidenum">
              <a: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4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5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8AD57B-2122-456F-84A9-E3FB6557F977}" type="slidenum">
              <a:rPr b="0" lang="en-IN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image" Target="../media/image4.jpeg"/><Relationship Id="rId8" Type="http://schemas.openxmlformats.org/officeDocument/2006/relationships/image" Target="../media/image5.jpeg"/><Relationship Id="rId9" Type="http://schemas.openxmlformats.org/officeDocument/2006/relationships/image" Target="../media/image6.jpeg"/><Relationship Id="rId10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www.kaggle.com/datasets/jp797498e/twitter-entity-sentiment-analysis" TargetMode="External"/><Relationship Id="rId5" Type="http://schemas.openxmlformats.org/officeDocument/2006/relationships/hyperlink" Target="https://www.kaggle.com/datasets/jp797498e/twitter-entity-sentiment-analysis" TargetMode="External"/><Relationship Id="rId6" Type="http://schemas.openxmlformats.org/officeDocument/2006/relationships/hyperlink" Target="https://www.kaggle.com/datasets/jp797498e/twitter-entity-sentiment-analysis" TargetMode="External"/><Relationship Id="rId7" Type="http://schemas.openxmlformats.org/officeDocument/2006/relationships/hyperlink" Target="https://www.kaggle.com/datasets/jp797498e/twitter-entity-sentiment-analysis" TargetMode="External"/><Relationship Id="rId8" Type="http://schemas.openxmlformats.org/officeDocument/2006/relationships/hyperlink" Target="https://github.com/google-research/google-research/tree/master/goemotions" TargetMode="External"/><Relationship Id="rId9" Type="http://schemas.openxmlformats.org/officeDocument/2006/relationships/hyperlink" Target="https://github.com/google-research/google-research/tree/master/goemotions" TargetMode="External"/><Relationship Id="rId10" Type="http://schemas.openxmlformats.org/officeDocument/2006/relationships/hyperlink" Target="https://github.com/google-research/google-research/tree/master/goemotions" TargetMode="External"/><Relationship Id="rId11" Type="http://schemas.openxmlformats.org/officeDocument/2006/relationships/image" Target="../media/image11.png"/><Relationship Id="rId12" Type="http://schemas.openxmlformats.org/officeDocument/2006/relationships/hyperlink" Target="https://www.kaggle.com/datasets/faisalsanto007/isear-dataset" TargetMode="External"/><Relationship Id="rId13" Type="http://schemas.openxmlformats.org/officeDocument/2006/relationships/hyperlink" Target="https://www.kaggle.com/datasets/faisalsanto007/isear-dataset" TargetMode="External"/><Relationship Id="rId1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eg"/><Relationship Id="rId5" Type="http://schemas.openxmlformats.org/officeDocument/2006/relationships/image" Target="../media/image21.jpeg"/><Relationship Id="rId6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8.jpe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jpe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hyperlink" Target="https://lakefs.io/" TargetMode="External"/><Relationship Id="rId3" Type="http://schemas.openxmlformats.org/officeDocument/2006/relationships/hyperlink" Target="https://git-lfs.github.com/" TargetMode="External"/><Relationship Id="rId4" Type="http://schemas.openxmlformats.org/officeDocument/2006/relationships/hyperlink" Target="https://git-lfs.github.com/" TargetMode="External"/><Relationship Id="rId5" Type="http://schemas.openxmlformats.org/officeDocument/2006/relationships/hyperlink" Target="https://git-lfs.github.com/" TargetMode="External"/><Relationship Id="rId6" Type="http://schemas.openxmlformats.org/officeDocument/2006/relationships/hyperlink" Target="https://git-lfs.github.com/" TargetMode="External"/><Relationship Id="rId7" Type="http://schemas.openxmlformats.org/officeDocument/2006/relationships/hyperlink" Target="https://git-lfs.github.com/" TargetMode="External"/><Relationship Id="rId8" Type="http://schemas.openxmlformats.org/officeDocument/2006/relationships/hyperlink" Target="https://git-lfs.github.com/" TargetMode="External"/><Relationship Id="rId9" Type="http://schemas.openxmlformats.org/officeDocument/2006/relationships/hyperlink" Target="https://git-lfs.github.com/" TargetMode="External"/><Relationship Id="rId10" Type="http://schemas.openxmlformats.org/officeDocument/2006/relationships/hyperlink" Target="https://git-lfs.github.com/" TargetMode="External"/><Relationship Id="rId11" Type="http://schemas.openxmlformats.org/officeDocument/2006/relationships/hyperlink" Target="https://git-lfs.github.com/" TargetMode="External"/><Relationship Id="rId1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image" Target="../media/image34.jpe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44.jpeg"/><Relationship Id="rId6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5.jpeg"/><Relationship Id="rId3" Type="http://schemas.openxmlformats.org/officeDocument/2006/relationships/image" Target="../media/image46.jpeg"/><Relationship Id="rId4" Type="http://schemas.openxmlformats.org/officeDocument/2006/relationships/image" Target="../media/image47.jpeg"/><Relationship Id="rId5" Type="http://schemas.openxmlformats.org/officeDocument/2006/relationships/image" Target="../media/image48.jpeg"/><Relationship Id="rId6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3.jpeg"/><Relationship Id="rId3" Type="http://schemas.openxmlformats.org/officeDocument/2006/relationships/image" Target="../media/image54.jpeg"/><Relationship Id="rId4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object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pic>
          <p:nvPicPr>
            <p:cNvPr id="37" name="object 3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8287640" cy="10286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8" name="object 4"/>
            <p:cNvSpPr/>
            <p:nvPr/>
          </p:nvSpPr>
          <p:spPr>
            <a:xfrm>
              <a:off x="912960" y="0"/>
              <a:ext cx="3085920" cy="711000"/>
            </a:xfrm>
            <a:custGeom>
              <a:avLst/>
              <a:gdLst>
                <a:gd name="textAreaLeft" fmla="*/ 0 w 3085920"/>
                <a:gd name="textAreaRight" fmla="*/ 3086280 w 3085920"/>
                <a:gd name="textAreaTop" fmla="*/ 0 h 711000"/>
                <a:gd name="textAreaBottom" fmla="*/ 711360 h 711000"/>
              </a:gdLst>
              <a:ahLst/>
              <a:rect l="textAreaLeft" t="textAreaTop" r="textAreaRight" b="textAreaBottom"/>
              <a:pathLst>
                <a:path w="3086100" h="711200">
                  <a:moveTo>
                    <a:pt x="3085918" y="711066"/>
                  </a:moveTo>
                  <a:lnTo>
                    <a:pt x="0" y="711066"/>
                  </a:lnTo>
                  <a:lnTo>
                    <a:pt x="0" y="0"/>
                  </a:lnTo>
                  <a:lnTo>
                    <a:pt x="3085918" y="0"/>
                  </a:lnTo>
                  <a:lnTo>
                    <a:pt x="3085918" y="711066"/>
                  </a:lnTo>
                  <a:close/>
                </a:path>
              </a:pathLst>
            </a:custGeom>
            <a:solidFill>
              <a:srgbClr val="fee9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78560" y="2968560"/>
            <a:ext cx="5910840" cy="319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IN" sz="10450" spc="548" strike="noStrike">
                <a:solidFill>
                  <a:schemeClr val="dk1"/>
                </a:solidFill>
                <a:latin typeface="Century Gothic"/>
              </a:rPr>
              <a:t>SriRam’s</a:t>
            </a:r>
            <a:endParaRPr b="0" lang="en-IN" sz="1045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83040" y="693360"/>
            <a:ext cx="986868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00be62"/>
                </a:solidFill>
                <a:latin typeface="Century"/>
              </a:rPr>
              <a:t>What</a:t>
            </a:r>
            <a:r>
              <a:rPr b="0" lang="en-IN" sz="5900" spc="103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321" strike="noStrike">
                <a:solidFill>
                  <a:srgbClr val="00be62"/>
                </a:solidFill>
                <a:latin typeface="Century"/>
              </a:rPr>
              <a:t>is</a:t>
            </a:r>
            <a:r>
              <a:rPr b="0" lang="en-IN" sz="5900" spc="103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262" strike="noStrike">
                <a:solidFill>
                  <a:srgbClr val="00be62"/>
                </a:solidFill>
                <a:latin typeface="Century"/>
              </a:rPr>
              <a:t>Sentiment</a:t>
            </a:r>
            <a:r>
              <a:rPr b="0" lang="en-IN" sz="5900" spc="109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160" strike="noStrike">
                <a:solidFill>
                  <a:srgbClr val="00be62"/>
                </a:solidFill>
                <a:latin typeface="Century"/>
              </a:rPr>
              <a:t>Analysis</a:t>
            </a:r>
            <a:r>
              <a:rPr b="0" lang="en-IN" sz="5900" spc="103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128" strike="noStrike">
                <a:solidFill>
                  <a:srgbClr val="00be62"/>
                </a:solidFill>
                <a:latin typeface="Century"/>
              </a:rPr>
              <a:t>?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2" name="object 9"/>
          <p:cNvGrpSpPr/>
          <p:nvPr/>
        </p:nvGrpSpPr>
        <p:grpSpPr>
          <a:xfrm>
            <a:off x="271800" y="1791360"/>
            <a:ext cx="7518600" cy="7060680"/>
            <a:chOff x="271800" y="1791360"/>
            <a:chExt cx="7518600" cy="7060680"/>
          </a:xfrm>
        </p:grpSpPr>
        <p:sp>
          <p:nvSpPr>
            <p:cNvPr id="43" name="object 10"/>
            <p:cNvSpPr/>
            <p:nvPr/>
          </p:nvSpPr>
          <p:spPr>
            <a:xfrm>
              <a:off x="271800" y="1791360"/>
              <a:ext cx="7518600" cy="7060680"/>
            </a:xfrm>
            <a:custGeom>
              <a:avLst/>
              <a:gdLst>
                <a:gd name="textAreaLeft" fmla="*/ 0 w 7518600"/>
                <a:gd name="textAreaRight" fmla="*/ 7518960 w 7518600"/>
                <a:gd name="textAreaTop" fmla="*/ 0 h 7060680"/>
                <a:gd name="textAreaBottom" fmla="*/ 7061040 h 7060680"/>
              </a:gdLst>
              <a:ahLst/>
              <a:rect l="textAreaLeft" t="textAreaTop" r="textAreaRight" b="textAreaBottom"/>
              <a:pathLst>
                <a:path w="7519034" h="7061200">
                  <a:moveTo>
                    <a:pt x="7519000" y="7060770"/>
                  </a:moveTo>
                  <a:lnTo>
                    <a:pt x="0" y="7060770"/>
                  </a:lnTo>
                  <a:lnTo>
                    <a:pt x="0" y="0"/>
                  </a:lnTo>
                  <a:lnTo>
                    <a:pt x="7519000" y="0"/>
                  </a:lnTo>
                  <a:lnTo>
                    <a:pt x="7519000" y="706077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object 11"/>
            <p:cNvSpPr/>
            <p:nvPr/>
          </p:nvSpPr>
          <p:spPr>
            <a:xfrm>
              <a:off x="271800" y="1791360"/>
              <a:ext cx="7515000" cy="7057800"/>
            </a:xfrm>
            <a:custGeom>
              <a:avLst/>
              <a:gdLst>
                <a:gd name="textAreaLeft" fmla="*/ 0 w 7515000"/>
                <a:gd name="textAreaRight" fmla="*/ 7515360 w 7515000"/>
                <a:gd name="textAreaTop" fmla="*/ 0 h 7057800"/>
                <a:gd name="textAreaBottom" fmla="*/ 7058160 h 7057800"/>
              </a:gdLst>
              <a:ahLst/>
              <a:rect l="textAreaLeft" t="textAreaTop" r="textAreaRight" b="textAreaBottom"/>
              <a:pathLst>
                <a:path w="7515225" h="7058025">
                  <a:moveTo>
                    <a:pt x="0" y="7058024"/>
                  </a:moveTo>
                  <a:lnTo>
                    <a:pt x="0" y="0"/>
                  </a:lnTo>
                  <a:lnTo>
                    <a:pt x="7515216" y="0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5" name="object 12" descr=""/>
            <p:cNvPicPr/>
            <p:nvPr/>
          </p:nvPicPr>
          <p:blipFill>
            <a:blip r:embed="rId1"/>
            <a:stretch/>
          </p:blipFill>
          <p:spPr>
            <a:xfrm>
              <a:off x="891000" y="6297120"/>
              <a:ext cx="118080" cy="118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6" name="object 13" descr=""/>
            <p:cNvPicPr/>
            <p:nvPr/>
          </p:nvPicPr>
          <p:blipFill>
            <a:blip r:embed="rId2"/>
            <a:stretch/>
          </p:blipFill>
          <p:spPr>
            <a:xfrm>
              <a:off x="891000" y="6798960"/>
              <a:ext cx="118080" cy="118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" name="object 14" descr=""/>
            <p:cNvPicPr/>
            <p:nvPr/>
          </p:nvPicPr>
          <p:blipFill>
            <a:blip r:embed="rId3"/>
            <a:stretch/>
          </p:blipFill>
          <p:spPr>
            <a:xfrm>
              <a:off x="891000" y="7300440"/>
              <a:ext cx="118080" cy="118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8" name="object 15" descr=""/>
            <p:cNvPicPr/>
            <p:nvPr/>
          </p:nvPicPr>
          <p:blipFill>
            <a:blip r:embed="rId4"/>
            <a:stretch/>
          </p:blipFill>
          <p:spPr>
            <a:xfrm>
              <a:off x="891000" y="7801920"/>
              <a:ext cx="118080" cy="118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object 16" descr=""/>
            <p:cNvPicPr/>
            <p:nvPr/>
          </p:nvPicPr>
          <p:blipFill>
            <a:blip r:embed="rId5"/>
            <a:stretch/>
          </p:blipFill>
          <p:spPr>
            <a:xfrm>
              <a:off x="891000" y="8303760"/>
              <a:ext cx="118080" cy="118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object 17"/>
          <p:cNvSpPr/>
          <p:nvPr/>
        </p:nvSpPr>
        <p:spPr>
          <a:xfrm>
            <a:off x="507600" y="1894320"/>
            <a:ext cx="7057080" cy="71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31400" algn="just">
              <a:lnSpc>
                <a:spcPct val="100000"/>
              </a:lnSpc>
              <a:spcBef>
                <a:spcPts val="99"/>
              </a:spcBef>
            </a:pPr>
            <a:r>
              <a:rPr b="0" lang="en-IN" sz="4200" spc="-1" strike="noStrike">
                <a:solidFill>
                  <a:srgbClr val="0cbfde"/>
                </a:solidFill>
                <a:latin typeface="Century"/>
              </a:rPr>
              <a:t>What</a:t>
            </a:r>
            <a:r>
              <a:rPr b="0" lang="en-IN" sz="4200" spc="-160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4200" spc="-12" strike="noStrike">
                <a:solidFill>
                  <a:srgbClr val="0cbfde"/>
                </a:solidFill>
                <a:latin typeface="Century"/>
              </a:rPr>
              <a:t>is</a:t>
            </a:r>
            <a:r>
              <a:rPr b="0" lang="en-IN" sz="4200" spc="-137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4200" spc="-171" strike="noStrike">
                <a:solidFill>
                  <a:srgbClr val="0cbfde"/>
                </a:solidFill>
                <a:latin typeface="Century"/>
              </a:rPr>
              <a:t>Sentiment</a:t>
            </a:r>
            <a:r>
              <a:rPr b="0" lang="en-IN" sz="4200" spc="-120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4200" spc="-12" strike="noStrike">
                <a:solidFill>
                  <a:srgbClr val="0cbfde"/>
                </a:solidFill>
                <a:latin typeface="Century"/>
              </a:rPr>
              <a:t>Analysis?</a:t>
            </a:r>
            <a:endParaRPr b="0" lang="en-IN" sz="4200" spc="-1" strike="noStrike">
              <a:solidFill>
                <a:srgbClr val="000000"/>
              </a:solidFill>
              <a:latin typeface="Arial"/>
            </a:endParaRPr>
          </a:p>
          <a:p>
            <a:pPr marL="131400" algn="just">
              <a:lnSpc>
                <a:spcPts val="3949"/>
              </a:lnSpc>
              <a:spcBef>
                <a:spcPts val="79"/>
              </a:spcBef>
            </a:pP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Sentiment</a:t>
            </a:r>
            <a:r>
              <a:rPr b="0" lang="en-IN" sz="3150" spc="687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150" spc="704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150" spc="698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150" spc="698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14" strike="noStrike">
                <a:solidFill>
                  <a:srgbClr val="000000"/>
                </a:solidFill>
                <a:latin typeface="Century"/>
              </a:rPr>
              <a:t>Natural </a:t>
            </a:r>
            <a:r>
              <a:rPr b="0" lang="en-IN" sz="3150" spc="-21" strike="noStrike">
                <a:solidFill>
                  <a:srgbClr val="000000"/>
                </a:solidFill>
                <a:latin typeface="Century"/>
              </a:rPr>
              <a:t>Language</a:t>
            </a:r>
            <a:r>
              <a:rPr b="0" lang="en-IN" sz="3150" spc="20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Processing</a:t>
            </a:r>
            <a:r>
              <a:rPr b="0" lang="en-IN" sz="3150" spc="20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(NLP)</a:t>
            </a:r>
            <a:r>
              <a:rPr b="0" lang="en-IN" sz="3150" spc="20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97" strike="noStrike">
                <a:solidFill>
                  <a:srgbClr val="000000"/>
                </a:solidFill>
                <a:latin typeface="Century"/>
              </a:rPr>
              <a:t>technique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used</a:t>
            </a:r>
            <a:r>
              <a:rPr b="0" lang="en-IN" sz="3150" spc="-15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150" spc="-12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identify</a:t>
            </a:r>
            <a:r>
              <a:rPr b="0" lang="en-IN" sz="3150" spc="-15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150" spc="-12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classify</a:t>
            </a:r>
            <a:r>
              <a:rPr b="0" lang="en-IN" sz="3150" spc="-15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31" strike="noStrike">
                <a:solidFill>
                  <a:srgbClr val="000000"/>
                </a:solidFill>
                <a:latin typeface="Century"/>
              </a:rPr>
              <a:t>human </a:t>
            </a:r>
            <a:r>
              <a:rPr b="0" lang="en-IN" sz="3150" spc="-55" strike="noStrike">
                <a:solidFill>
                  <a:srgbClr val="000000"/>
                </a:solidFill>
                <a:latin typeface="Century"/>
              </a:rPr>
              <a:t>emotions</a:t>
            </a:r>
            <a:r>
              <a:rPr b="0" lang="en-IN" sz="315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92" strike="noStrike">
                <a:solidFill>
                  <a:srgbClr val="000000"/>
                </a:solidFill>
                <a:latin typeface="Century"/>
              </a:rPr>
              <a:t>expressed</a:t>
            </a:r>
            <a:r>
              <a:rPr b="0" lang="en-IN" sz="315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in</a:t>
            </a:r>
            <a:r>
              <a:rPr b="0" lang="en-IN" sz="315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text</a:t>
            </a:r>
            <a:r>
              <a:rPr b="0" lang="en-IN" sz="315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2" strike="noStrike">
                <a:solidFill>
                  <a:srgbClr val="000000"/>
                </a:solidFill>
                <a:latin typeface="Century"/>
              </a:rPr>
              <a:t>data.</a:t>
            </a:r>
            <a:endParaRPr b="0" lang="en-IN" sz="3150" spc="-1" strike="noStrike">
              <a:solidFill>
                <a:srgbClr val="000000"/>
              </a:solidFill>
              <a:latin typeface="Arial"/>
            </a:endParaRPr>
          </a:p>
          <a:p>
            <a:pPr marL="131400" algn="just">
              <a:lnSpc>
                <a:spcPts val="3949"/>
              </a:lnSpc>
            </a:pP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It</a:t>
            </a:r>
            <a:r>
              <a:rPr b="0" lang="en-IN" sz="3150" spc="732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goes</a:t>
            </a:r>
            <a:r>
              <a:rPr b="0" lang="en-IN" sz="3150" spc="732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beyond</a:t>
            </a:r>
            <a:r>
              <a:rPr b="0" lang="en-IN" sz="3150" spc="729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simple</a:t>
            </a:r>
            <a:r>
              <a:rPr b="0" lang="en-IN" sz="3150" spc="732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150" spc="-111" strike="noStrike">
                <a:solidFill>
                  <a:srgbClr val="000000"/>
                </a:solidFill>
                <a:latin typeface="Century"/>
              </a:rPr>
              <a:t>sentiment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(positive/negative)</a:t>
            </a:r>
            <a:r>
              <a:rPr b="0" lang="en-IN" sz="3150" spc="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150" spc="2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1" strike="noStrike">
                <a:solidFill>
                  <a:srgbClr val="000000"/>
                </a:solidFill>
                <a:latin typeface="Century"/>
              </a:rPr>
              <a:t>detects</a:t>
            </a:r>
            <a:r>
              <a:rPr b="0" lang="en-IN" sz="3150" spc="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60" strike="noStrike">
                <a:solidFill>
                  <a:srgbClr val="000000"/>
                </a:solidFill>
                <a:latin typeface="Century"/>
              </a:rPr>
              <a:t>specific </a:t>
            </a:r>
            <a:r>
              <a:rPr b="0" lang="en-IN" sz="3150" spc="-55" strike="noStrike">
                <a:solidFill>
                  <a:srgbClr val="000000"/>
                </a:solidFill>
                <a:latin typeface="Century"/>
              </a:rPr>
              <a:t>emotions</a:t>
            </a:r>
            <a:r>
              <a:rPr b="0" lang="en-IN" sz="315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41" strike="noStrike">
                <a:solidFill>
                  <a:srgbClr val="000000"/>
                </a:solidFill>
                <a:latin typeface="Century"/>
              </a:rPr>
              <a:t>such</a:t>
            </a:r>
            <a:r>
              <a:rPr b="0" lang="en-IN" sz="315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150" spc="-26" strike="noStrike">
                <a:solidFill>
                  <a:srgbClr val="000000"/>
                </a:solidFill>
                <a:latin typeface="Century"/>
              </a:rPr>
              <a:t>as:</a:t>
            </a:r>
            <a:endParaRPr b="0" lang="en-IN" sz="3150" spc="-1" strike="noStrike">
              <a:solidFill>
                <a:srgbClr val="000000"/>
              </a:solidFill>
              <a:latin typeface="Arial"/>
            </a:endParaRPr>
          </a:p>
          <a:p>
            <a:pPr marL="681840">
              <a:lnSpc>
                <a:spcPts val="3949"/>
              </a:lnSpc>
            </a:pPr>
            <a:r>
              <a:rPr b="0" lang="en-IN" sz="3150" spc="-26" strike="noStrike">
                <a:solidFill>
                  <a:srgbClr val="000000"/>
                </a:solidFill>
                <a:latin typeface="Century"/>
              </a:rPr>
              <a:t>Joy </a:t>
            </a:r>
            <a:r>
              <a:rPr b="0" lang="en-IN" sz="3150" spc="-171" strike="noStrike">
                <a:solidFill>
                  <a:srgbClr val="000000"/>
                </a:solidFill>
                <a:latin typeface="Century"/>
              </a:rPr>
              <a:t>Sadness </a:t>
            </a:r>
            <a:r>
              <a:rPr b="0" lang="en-IN" sz="3150" spc="-12" strike="noStrike">
                <a:solidFill>
                  <a:srgbClr val="000000"/>
                </a:solidFill>
                <a:latin typeface="Century"/>
              </a:rPr>
              <a:t>Anger </a:t>
            </a:r>
            <a:r>
              <a:rPr b="0" lang="en-IN" sz="3150" spc="-21" strike="noStrike">
                <a:solidFill>
                  <a:srgbClr val="000000"/>
                </a:solidFill>
                <a:latin typeface="Century"/>
              </a:rPr>
              <a:t>Fear </a:t>
            </a:r>
            <a:r>
              <a:rPr b="0" lang="en-IN" sz="3150" spc="-97" strike="noStrike">
                <a:solidFill>
                  <a:srgbClr val="000000"/>
                </a:solidFill>
                <a:latin typeface="Century"/>
              </a:rPr>
              <a:t>Neutral</a:t>
            </a:r>
            <a:endParaRPr b="0" lang="en-IN" sz="3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object 6" descr=""/>
          <p:cNvPicPr/>
          <p:nvPr/>
        </p:nvPicPr>
        <p:blipFill>
          <a:blip r:embed="rId6"/>
          <a:stretch/>
        </p:blipFill>
        <p:spPr>
          <a:xfrm>
            <a:off x="7965720" y="1705680"/>
            <a:ext cx="4727520" cy="3443040"/>
          </a:xfrm>
          <a:prstGeom prst="rect">
            <a:avLst/>
          </a:prstGeom>
          <a:ln w="0">
            <a:noFill/>
          </a:ln>
        </p:spPr>
      </p:pic>
      <p:pic>
        <p:nvPicPr>
          <p:cNvPr id="52" name="object 7" descr=""/>
          <p:cNvPicPr/>
          <p:nvPr/>
        </p:nvPicPr>
        <p:blipFill>
          <a:blip r:embed="rId7"/>
          <a:stretch/>
        </p:blipFill>
        <p:spPr>
          <a:xfrm>
            <a:off x="7965720" y="5408640"/>
            <a:ext cx="4727520" cy="3443040"/>
          </a:xfrm>
          <a:prstGeom prst="rect">
            <a:avLst/>
          </a:prstGeom>
          <a:ln w="0">
            <a:noFill/>
          </a:ln>
        </p:spPr>
      </p:pic>
      <p:sp>
        <p:nvSpPr>
          <p:cNvPr id="53" name="object 8"/>
          <p:cNvSpPr/>
          <p:nvPr/>
        </p:nvSpPr>
        <p:spPr>
          <a:xfrm>
            <a:off x="7799040" y="9626760"/>
            <a:ext cx="26895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60" strike="noStrike">
                <a:solidFill>
                  <a:srgbClr val="878787"/>
                </a:solidFill>
                <a:latin typeface="Century"/>
              </a:rPr>
              <a:t>Department</a:t>
            </a:r>
            <a:r>
              <a:rPr b="0" lang="en-IN" sz="1800" spc="-12" strike="noStrike">
                <a:solidFill>
                  <a:srgbClr val="878787"/>
                </a:solidFill>
                <a:latin typeface="Century"/>
              </a:rPr>
              <a:t> </a:t>
            </a:r>
            <a:r>
              <a:rPr b="0" lang="en-IN" sz="1800" spc="-1" strike="noStrike">
                <a:solidFill>
                  <a:srgbClr val="878787"/>
                </a:solidFill>
                <a:latin typeface="Century"/>
              </a:rPr>
              <a:t>of</a:t>
            </a:r>
            <a:r>
              <a:rPr b="0" lang="en-IN" sz="1800" spc="-7" strike="noStrike">
                <a:solidFill>
                  <a:srgbClr val="878787"/>
                </a:solidFill>
                <a:latin typeface="Century"/>
              </a:rPr>
              <a:t> </a:t>
            </a:r>
            <a:r>
              <a:rPr b="0" lang="en-IN" sz="1800" spc="-1" strike="noStrike">
                <a:solidFill>
                  <a:srgbClr val="878787"/>
                </a:solidFill>
                <a:latin typeface="Century"/>
              </a:rPr>
              <a:t>AI</a:t>
            </a:r>
            <a:r>
              <a:rPr b="0" lang="en-IN" sz="1800" spc="-7" strike="noStrike">
                <a:solidFill>
                  <a:srgbClr val="878787"/>
                </a:solidFill>
                <a:latin typeface="Century"/>
              </a:rPr>
              <a:t> </a:t>
            </a:r>
            <a:r>
              <a:rPr b="0" lang="en-IN" sz="1800" spc="-21" strike="noStrike">
                <a:solidFill>
                  <a:srgbClr val="878787"/>
                </a:solidFill>
                <a:latin typeface="Century"/>
              </a:rPr>
              <a:t>and</a:t>
            </a:r>
            <a:r>
              <a:rPr b="0" lang="en-IN" sz="1800" spc="-7" strike="noStrike">
                <a:solidFill>
                  <a:srgbClr val="878787"/>
                </a:solidFill>
                <a:latin typeface="Century"/>
              </a:rPr>
              <a:t> </a:t>
            </a:r>
            <a:r>
              <a:rPr b="0" lang="en-IN" sz="1800" spc="-26" strike="noStrike">
                <a:solidFill>
                  <a:srgbClr val="878787"/>
                </a:solidFill>
                <a:latin typeface="Century"/>
              </a:rPr>
              <a:t>ML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" name="object 3"/>
          <p:cNvGrpSpPr/>
          <p:nvPr/>
        </p:nvGrpSpPr>
        <p:grpSpPr>
          <a:xfrm>
            <a:off x="12868920" y="0"/>
            <a:ext cx="5418720" cy="10286640"/>
            <a:chOff x="12868920" y="0"/>
            <a:chExt cx="5418720" cy="10286640"/>
          </a:xfrm>
        </p:grpSpPr>
        <p:pic>
          <p:nvPicPr>
            <p:cNvPr id="55" name="object 4" descr=""/>
            <p:cNvPicPr/>
            <p:nvPr/>
          </p:nvPicPr>
          <p:blipFill>
            <a:blip r:embed="rId8"/>
            <a:stretch/>
          </p:blipFill>
          <p:spPr>
            <a:xfrm>
              <a:off x="12868920" y="0"/>
              <a:ext cx="5418720" cy="4922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6" name="object 5" descr=""/>
            <p:cNvPicPr/>
            <p:nvPr/>
          </p:nvPicPr>
          <p:blipFill>
            <a:blip r:embed="rId9"/>
            <a:stretch/>
          </p:blipFill>
          <p:spPr>
            <a:xfrm>
              <a:off x="12907080" y="4923000"/>
              <a:ext cx="5380560" cy="536364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4"/>
          <p:cNvSpPr/>
          <p:nvPr/>
        </p:nvSpPr>
        <p:spPr>
          <a:xfrm>
            <a:off x="8139600" y="540000"/>
            <a:ext cx="212040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Team</a:t>
            </a:r>
            <a:r>
              <a:rPr b="0" lang="en-IN" sz="29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No</a:t>
            </a:r>
            <a:r>
              <a:rPr b="0" lang="en-IN" sz="29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72" strike="noStrike">
                <a:solidFill>
                  <a:srgbClr val="000000"/>
                </a:solidFill>
                <a:latin typeface="Century"/>
              </a:rPr>
              <a:t>:11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966400" y="1339200"/>
            <a:ext cx="13113720" cy="181584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71" strike="noStrike">
                <a:solidFill>
                  <a:schemeClr val="dk1"/>
                </a:solidFill>
                <a:latin typeface="Century"/>
              </a:rPr>
              <a:t>Machine</a:t>
            </a:r>
            <a:r>
              <a:rPr b="0" lang="en-IN" sz="5900" spc="-7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5900" spc="-296" strike="noStrike">
                <a:solidFill>
                  <a:schemeClr val="dk1"/>
                </a:solidFill>
                <a:latin typeface="Century"/>
              </a:rPr>
              <a:t>Learning</a:t>
            </a:r>
            <a:r>
              <a:rPr b="0" lang="en-IN" sz="5900" spc="-7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5900" spc="-157" strike="noStrike">
                <a:solidFill>
                  <a:schemeClr val="dk1"/>
                </a:solidFill>
                <a:latin typeface="Century"/>
              </a:rPr>
              <a:t>Operations</a:t>
            </a:r>
            <a:r>
              <a:rPr b="0" lang="en-IN" sz="5900" spc="-7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5900" spc="-12" strike="noStrike">
                <a:solidFill>
                  <a:schemeClr val="dk1"/>
                </a:solidFill>
                <a:latin typeface="Century"/>
              </a:rPr>
              <a:t>(MLOps)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object 3"/>
          <p:cNvSpPr/>
          <p:nvPr/>
        </p:nvSpPr>
        <p:spPr>
          <a:xfrm>
            <a:off x="5114520" y="3584880"/>
            <a:ext cx="8745480" cy="18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2600">
              <a:lnSpc>
                <a:spcPct val="100000"/>
              </a:lnSpc>
              <a:spcBef>
                <a:spcPts val="139"/>
              </a:spcBef>
            </a:pPr>
            <a:r>
              <a:rPr b="0" lang="en-IN" sz="5900" spc="-106" strike="noStrike">
                <a:solidFill>
                  <a:srgbClr val="000000"/>
                </a:solidFill>
                <a:latin typeface="Century"/>
              </a:rPr>
              <a:t>SENTIMENT</a:t>
            </a:r>
            <a:r>
              <a:rPr b="0" lang="en-IN" sz="5900" spc="-29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5900" spc="-80" strike="noStrike">
                <a:solidFill>
                  <a:srgbClr val="000000"/>
                </a:solidFill>
                <a:latin typeface="Century"/>
              </a:rPr>
              <a:t>ANALYSIS</a:t>
            </a:r>
            <a:endParaRPr b="0" lang="en-IN" sz="5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object 5"/>
          <p:cNvSpPr/>
          <p:nvPr/>
        </p:nvSpPr>
        <p:spPr>
          <a:xfrm>
            <a:off x="5211360" y="8643600"/>
            <a:ext cx="832140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120" strike="noStrike">
                <a:solidFill>
                  <a:srgbClr val="000000"/>
                </a:solidFill>
                <a:latin typeface="Century"/>
              </a:rPr>
              <a:t>SriRam</a:t>
            </a:r>
            <a:r>
              <a:rPr b="0" lang="en-IN" sz="3600" spc="-13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72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6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-1206" strike="noStrike">
                <a:solidFill>
                  <a:srgbClr val="000000"/>
                </a:solidFill>
                <a:latin typeface="Century"/>
              </a:rPr>
              <a:t>|</a:t>
            </a:r>
            <a:r>
              <a:rPr b="0" lang="en-IN" sz="36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-140" strike="noStrike">
                <a:solidFill>
                  <a:srgbClr val="000000"/>
                </a:solidFill>
                <a:latin typeface="Century"/>
              </a:rPr>
              <a:t>Srujan</a:t>
            </a:r>
            <a:r>
              <a:rPr b="0" lang="en-IN" sz="3600" spc="8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-1206" strike="noStrike">
                <a:solidFill>
                  <a:srgbClr val="000000"/>
                </a:solidFill>
                <a:latin typeface="Century"/>
              </a:rPr>
              <a:t>|</a:t>
            </a:r>
            <a:r>
              <a:rPr b="0" lang="en-IN" sz="36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-140" strike="noStrike">
                <a:solidFill>
                  <a:srgbClr val="000000"/>
                </a:solidFill>
                <a:latin typeface="Century"/>
              </a:rPr>
              <a:t>Sumith</a:t>
            </a:r>
            <a:r>
              <a:rPr b="0" lang="en-IN" sz="3600" spc="8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-1206" strike="noStrike">
                <a:solidFill>
                  <a:srgbClr val="000000"/>
                </a:solidFill>
                <a:latin typeface="Century"/>
              </a:rPr>
              <a:t>|</a:t>
            </a:r>
            <a:r>
              <a:rPr b="0" lang="en-IN" sz="36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117" strike="noStrike">
                <a:solidFill>
                  <a:srgbClr val="000000"/>
                </a:solidFill>
                <a:latin typeface="Century"/>
              </a:rPr>
              <a:t>TP</a:t>
            </a:r>
            <a:r>
              <a:rPr b="0" lang="en-IN" sz="3600" spc="8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600" spc="-52" strike="noStrike">
                <a:solidFill>
                  <a:srgbClr val="000000"/>
                </a:solidFill>
                <a:latin typeface="Century"/>
              </a:rPr>
              <a:t>Mohith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object 6"/>
          <p:cNvSpPr/>
          <p:nvPr/>
        </p:nvSpPr>
        <p:spPr>
          <a:xfrm>
            <a:off x="16001640" y="504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" name="object 3"/>
          <p:cNvGrpSpPr/>
          <p:nvPr/>
        </p:nvGrpSpPr>
        <p:grpSpPr>
          <a:xfrm>
            <a:off x="223560" y="204840"/>
            <a:ext cx="8442360" cy="9047880"/>
            <a:chOff x="223560" y="204840"/>
            <a:chExt cx="8442360" cy="9047880"/>
          </a:xfrm>
        </p:grpSpPr>
        <p:pic>
          <p:nvPicPr>
            <p:cNvPr id="64" name="object 4" descr=""/>
            <p:cNvPicPr/>
            <p:nvPr/>
          </p:nvPicPr>
          <p:blipFill>
            <a:blip r:embed="rId1"/>
            <a:stretch/>
          </p:blipFill>
          <p:spPr>
            <a:xfrm>
              <a:off x="223560" y="204840"/>
              <a:ext cx="2914200" cy="1076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5" name="object 5" descr=""/>
            <p:cNvPicPr/>
            <p:nvPr/>
          </p:nvPicPr>
          <p:blipFill>
            <a:blip r:embed="rId2"/>
            <a:stretch/>
          </p:blipFill>
          <p:spPr>
            <a:xfrm>
              <a:off x="398520" y="871200"/>
              <a:ext cx="8267400" cy="8381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263520" y="1298160"/>
            <a:ext cx="8487720" cy="2550240"/>
          </a:xfrm>
          <a:prstGeom prst="rect">
            <a:avLst/>
          </a:prstGeom>
          <a:noFill/>
          <a:ln w="0">
            <a:noFill/>
          </a:ln>
        </p:spPr>
        <p:txBody>
          <a:bodyPr lIns="0" rIns="0" tIns="118800" bIns="0" anchor="t">
            <a:noAutofit/>
          </a:bodyPr>
          <a:p>
            <a:pPr marL="12240" indent="0" algn="ctr">
              <a:lnSpc>
                <a:spcPts val="6381"/>
              </a:lnSpc>
              <a:spcBef>
                <a:spcPts val="935"/>
              </a:spcBef>
              <a:buNone/>
            </a:pPr>
            <a:r>
              <a:rPr b="0" lang="en-IN" sz="5900" spc="-75" strike="noStrike">
                <a:solidFill>
                  <a:srgbClr val="5211b9"/>
                </a:solidFill>
                <a:latin typeface="Century"/>
              </a:rPr>
              <a:t>Motivation</a:t>
            </a:r>
            <a:r>
              <a:rPr b="0" lang="en-IN" sz="5900" spc="38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5211b9"/>
                </a:solidFill>
                <a:latin typeface="Century"/>
              </a:rPr>
              <a:t>–</a:t>
            </a:r>
            <a:r>
              <a:rPr b="0" lang="en-IN" sz="5900" spc="38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171" strike="noStrike">
                <a:solidFill>
                  <a:srgbClr val="5211b9"/>
                </a:solidFill>
                <a:latin typeface="Century"/>
              </a:rPr>
              <a:t>Real-</a:t>
            </a:r>
            <a:r>
              <a:rPr b="0" lang="en-IN" sz="5900" spc="-12" strike="noStrike">
                <a:solidFill>
                  <a:srgbClr val="5211b9"/>
                </a:solidFill>
                <a:latin typeface="Century"/>
              </a:rPr>
              <a:t>World </a:t>
            </a:r>
            <a:r>
              <a:rPr b="0" lang="en-IN" sz="5900" spc="-157" strike="noStrike">
                <a:solidFill>
                  <a:srgbClr val="5211b9"/>
                </a:solidFill>
                <a:latin typeface="Century"/>
              </a:rPr>
              <a:t>Example</a:t>
            </a:r>
            <a:r>
              <a:rPr b="0" lang="en-IN" sz="5900" spc="-256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41" strike="noStrike">
                <a:solidFill>
                  <a:srgbClr val="5211b9"/>
                </a:solidFill>
                <a:latin typeface="Century"/>
              </a:rPr>
              <a:t>(Social</a:t>
            </a:r>
            <a:r>
              <a:rPr b="0" lang="en-IN" sz="5900" spc="-282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111" strike="noStrike">
                <a:solidFill>
                  <a:srgbClr val="5211b9"/>
                </a:solidFill>
                <a:latin typeface="Century"/>
              </a:rPr>
              <a:t>Media</a:t>
            </a:r>
            <a:r>
              <a:rPr b="0" lang="en-IN" sz="5900" spc="-270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52" strike="noStrike">
                <a:solidFill>
                  <a:srgbClr val="5211b9"/>
                </a:solidFill>
                <a:latin typeface="Century"/>
              </a:rPr>
              <a:t>&amp; </a:t>
            </a:r>
            <a:r>
              <a:rPr b="0" lang="en-IN" sz="5900" spc="-12" strike="noStrike">
                <a:solidFill>
                  <a:srgbClr val="5211b9"/>
                </a:solidFill>
                <a:latin typeface="Century"/>
              </a:rPr>
              <a:t>Chatbots)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object 9"/>
          <p:cNvSpPr/>
          <p:nvPr/>
        </p:nvSpPr>
        <p:spPr>
          <a:xfrm>
            <a:off x="9524880" y="4222800"/>
            <a:ext cx="3334680" cy="183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12600" algn="just">
              <a:lnSpc>
                <a:spcPts val="3450"/>
              </a:lnSpc>
              <a:spcBef>
                <a:spcPts val="641"/>
              </a:spcBef>
              <a:tabLst>
                <a:tab algn="l" pos="2534400"/>
              </a:tabLst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Every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day,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millions</a:t>
            </a:r>
            <a:r>
              <a:rPr b="0" lang="en-IN" sz="3300" spc="4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4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300" spc="-182" strike="noStrike">
                <a:solidFill>
                  <a:srgbClr val="000000"/>
                </a:solidFill>
                <a:latin typeface="Century"/>
              </a:rPr>
              <a:t>users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express</a:t>
            </a:r>
            <a:r>
              <a:rPr b="0" lang="en-IN" sz="3300" spc="57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emotions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through: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object 10" descr=""/>
          <p:cNvPicPr/>
          <p:nvPr/>
        </p:nvPicPr>
        <p:blipFill>
          <a:blip r:embed="rId3"/>
          <a:stretch/>
        </p:blipFill>
        <p:spPr>
          <a:xfrm>
            <a:off x="13936320" y="461196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69" name="object 11" descr=""/>
          <p:cNvPicPr/>
          <p:nvPr/>
        </p:nvPicPr>
        <p:blipFill>
          <a:blip r:embed="rId4"/>
          <a:stretch/>
        </p:blipFill>
        <p:spPr>
          <a:xfrm>
            <a:off x="13936320" y="513576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70" name="object 12" descr=""/>
          <p:cNvPicPr/>
          <p:nvPr/>
        </p:nvPicPr>
        <p:blipFill>
          <a:blip r:embed="rId5"/>
          <a:stretch/>
        </p:blipFill>
        <p:spPr>
          <a:xfrm>
            <a:off x="13936320" y="565956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71" name="object 13"/>
          <p:cNvSpPr/>
          <p:nvPr/>
        </p:nvSpPr>
        <p:spPr>
          <a:xfrm>
            <a:off x="14235840" y="4361040"/>
            <a:ext cx="3449520" cy="21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t">
            <a:spAutoFit/>
          </a:bodyPr>
          <a:p>
            <a:pPr marL="12600">
              <a:lnSpc>
                <a:spcPts val="4130"/>
              </a:lnSpc>
              <a:spcBef>
                <a:spcPts val="20"/>
              </a:spcBef>
            </a:pP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Social</a:t>
            </a:r>
            <a:r>
              <a:rPr b="0" lang="en-IN" sz="3300" spc="-13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media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posts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Customer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reviews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Chat</a:t>
            </a:r>
            <a:r>
              <a:rPr b="0" lang="en-IN" sz="3300" spc="-1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messages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object 18"/>
          <p:cNvSpPr/>
          <p:nvPr/>
        </p:nvSpPr>
        <p:spPr>
          <a:xfrm>
            <a:off x="9524880" y="6578640"/>
            <a:ext cx="2666520" cy="183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12600">
              <a:lnSpc>
                <a:spcPts val="3450"/>
              </a:lnSpc>
              <a:spcBef>
                <a:spcPts val="641"/>
              </a:spcBef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Manual emotion </a:t>
            </a:r>
            <a:r>
              <a:rPr b="0" lang="en-IN" sz="3300" spc="-137" strike="noStrike">
                <a:solidFill>
                  <a:srgbClr val="000000"/>
                </a:solidFill>
                <a:latin typeface="Century"/>
              </a:rPr>
              <a:t>understanding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is: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object 14" descr=""/>
          <p:cNvPicPr/>
          <p:nvPr/>
        </p:nvPicPr>
        <p:blipFill>
          <a:blip r:embed="rId6"/>
          <a:stretch/>
        </p:blipFill>
        <p:spPr>
          <a:xfrm>
            <a:off x="14310720" y="683424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74" name="object 15" descr=""/>
          <p:cNvPicPr/>
          <p:nvPr/>
        </p:nvPicPr>
        <p:blipFill>
          <a:blip r:embed="rId7"/>
          <a:stretch/>
        </p:blipFill>
        <p:spPr>
          <a:xfrm>
            <a:off x="14310720" y="735804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75" name="object 16" descr=""/>
          <p:cNvPicPr/>
          <p:nvPr/>
        </p:nvPicPr>
        <p:blipFill>
          <a:blip r:embed="rId8"/>
          <a:stretch/>
        </p:blipFill>
        <p:spPr>
          <a:xfrm>
            <a:off x="14310720" y="788220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76" name="object 17"/>
          <p:cNvSpPr/>
          <p:nvPr/>
        </p:nvSpPr>
        <p:spPr>
          <a:xfrm>
            <a:off x="14610240" y="6583680"/>
            <a:ext cx="3087720" cy="15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t">
            <a:spAutoFit/>
          </a:bodyPr>
          <a:p>
            <a:pPr marL="12600">
              <a:lnSpc>
                <a:spcPts val="4130"/>
              </a:lnSpc>
              <a:spcBef>
                <a:spcPts val="20"/>
              </a:spcBef>
            </a:pP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Time-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consuming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Not</a:t>
            </a:r>
            <a:r>
              <a:rPr b="0" lang="en-IN" sz="3300" spc="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scalable Subjective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object 7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object 4"/>
          <p:cNvSpPr/>
          <p:nvPr/>
        </p:nvSpPr>
        <p:spPr>
          <a:xfrm>
            <a:off x="16001640" y="504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object 3" descr=""/>
          <p:cNvPicPr/>
          <p:nvPr/>
        </p:nvPicPr>
        <p:blipFill>
          <a:blip r:embed="rId1"/>
          <a:stretch/>
        </p:blipFill>
        <p:spPr>
          <a:xfrm>
            <a:off x="22356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213520" y="630720"/>
            <a:ext cx="903708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00be62"/>
                </a:solidFill>
                <a:latin typeface="Century"/>
              </a:rPr>
              <a:t>PROBLEM</a:t>
            </a:r>
            <a:r>
              <a:rPr b="0" lang="en-IN" sz="5900" spc="-28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12" strike="noStrike">
                <a:solidFill>
                  <a:srgbClr val="00be62"/>
                </a:solidFill>
                <a:latin typeface="Century"/>
              </a:rPr>
              <a:t>STATEMENT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object 6"/>
          <p:cNvSpPr/>
          <p:nvPr/>
        </p:nvSpPr>
        <p:spPr>
          <a:xfrm>
            <a:off x="491760" y="1748880"/>
            <a:ext cx="17328240" cy="82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algn="just">
              <a:lnSpc>
                <a:spcPts val="4130"/>
              </a:lnSpc>
              <a:spcBef>
                <a:spcPts val="96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Large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amounts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text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from</a:t>
            </a:r>
            <a:r>
              <a:rPr b="0" lang="en-IN" sz="3300" spc="2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social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media,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customer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feedback,</a:t>
            </a:r>
            <a:r>
              <a:rPr b="0" lang="en-IN" sz="3300" spc="2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online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communication contain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important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emotional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insights.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ts val="3954"/>
              </a:lnSpc>
            </a:pPr>
            <a:r>
              <a:rPr b="0" i="1" lang="en-IN" sz="3300" spc="83" strike="noStrike">
                <a:solidFill>
                  <a:srgbClr val="1700ac"/>
                </a:solidFill>
                <a:latin typeface="Times New Roman"/>
              </a:rPr>
              <a:t>Manually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111" strike="noStrike">
                <a:solidFill>
                  <a:srgbClr val="1700ac"/>
                </a:solidFill>
                <a:latin typeface="Times New Roman"/>
              </a:rPr>
              <a:t>identifcation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137" strike="noStrike">
                <a:solidFill>
                  <a:srgbClr val="1700ac"/>
                </a:solidFill>
                <a:latin typeface="Times New Roman"/>
              </a:rPr>
              <a:t>from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97" strike="noStrike">
                <a:solidFill>
                  <a:srgbClr val="1700ac"/>
                </a:solidFill>
                <a:latin typeface="Times New Roman"/>
              </a:rPr>
              <a:t>this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117" strike="noStrike">
                <a:solidFill>
                  <a:srgbClr val="1700ac"/>
                </a:solidFill>
                <a:latin typeface="Times New Roman"/>
              </a:rPr>
              <a:t>unstructured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77" strike="noStrike">
                <a:solidFill>
                  <a:srgbClr val="1700ac"/>
                </a:solidFill>
                <a:latin typeface="Times New Roman"/>
              </a:rPr>
              <a:t>data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77" strike="noStrike">
                <a:solidFill>
                  <a:srgbClr val="1700ac"/>
                </a:solidFill>
                <a:latin typeface="Times New Roman"/>
              </a:rPr>
              <a:t>is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49" strike="noStrike">
                <a:solidFill>
                  <a:srgbClr val="1700ac"/>
                </a:solidFill>
                <a:latin typeface="Times New Roman"/>
              </a:rPr>
              <a:t>slow,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77" strike="noStrike">
                <a:solidFill>
                  <a:srgbClr val="1700ac"/>
                </a:solidFill>
                <a:latin typeface="Times New Roman"/>
              </a:rPr>
              <a:t>subjective,</a:t>
            </a:r>
            <a:r>
              <a:rPr b="0" i="1" lang="en-IN" sz="3300" spc="418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97" strike="noStrike">
                <a:solidFill>
                  <a:srgbClr val="1700ac"/>
                </a:solidFill>
                <a:latin typeface="Times New Roman"/>
              </a:rPr>
              <a:t>and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143" strike="noStrike">
                <a:solidFill>
                  <a:srgbClr val="1700ac"/>
                </a:solidFill>
                <a:latin typeface="Times New Roman"/>
              </a:rPr>
              <a:t>not</a:t>
            </a:r>
            <a:r>
              <a:rPr b="0" i="1" lang="en-IN" sz="3300" spc="412" strike="noStrike">
                <a:solidFill>
                  <a:srgbClr val="1700ac"/>
                </a:solidFill>
                <a:latin typeface="Times New Roman"/>
              </a:rPr>
              <a:t> </a:t>
            </a:r>
            <a:r>
              <a:rPr b="0" i="1" lang="en-IN" sz="3300" spc="-12" strike="noStrike">
                <a:solidFill>
                  <a:srgbClr val="1700ac"/>
                </a:solidFill>
                <a:latin typeface="Times New Roman"/>
              </a:rPr>
              <a:t>scalable.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ts val="4130"/>
              </a:lnSpc>
              <a:spcBef>
                <a:spcPts val="159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This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project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develops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automated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system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using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machine</a:t>
            </a:r>
            <a:r>
              <a:rPr b="0" lang="en-IN" sz="3300" spc="3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learning</a:t>
            </a:r>
            <a:r>
              <a:rPr b="0" lang="en-IN" sz="3300" spc="4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and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natural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language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processing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accurately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classify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emotions</a:t>
            </a:r>
            <a:r>
              <a:rPr b="0" lang="en-IN" sz="3300" spc="61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from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text,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while</a:t>
            </a:r>
            <a:r>
              <a:rPr b="0" lang="en-IN" sz="3300" spc="61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applying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MLOps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practices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deploy,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manage,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monitor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efficiently.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520" algn="ctr">
              <a:lnSpc>
                <a:spcPct val="100000"/>
              </a:lnSpc>
              <a:spcBef>
                <a:spcPts val="2370"/>
              </a:spcBef>
            </a:pPr>
            <a:r>
              <a:rPr b="0" lang="en-IN" sz="5900" spc="-12" strike="noStrike">
                <a:solidFill>
                  <a:srgbClr val="00be62"/>
                </a:solidFill>
                <a:latin typeface="Century"/>
              </a:rPr>
              <a:t>OBJECTIVES</a:t>
            </a:r>
            <a:endParaRPr b="0" lang="en-IN" sz="5900" spc="-1" strike="noStrike">
              <a:solidFill>
                <a:srgbClr val="000000"/>
              </a:solidFill>
              <a:latin typeface="Arial"/>
            </a:endParaRPr>
          </a:p>
          <a:p>
            <a:pPr marL="723240" indent="-372240">
              <a:lnSpc>
                <a:spcPct val="100000"/>
              </a:lnSpc>
              <a:spcBef>
                <a:spcPts val="170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723240"/>
              </a:tabLst>
            </a:pPr>
            <a:r>
              <a:rPr b="0" lang="en-IN" sz="3300" spc="94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collect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preprocess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text-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for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classification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using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NLP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techniques.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3240" indent="-372240">
              <a:lnSpc>
                <a:spcPct val="100000"/>
              </a:lnSpc>
              <a:spcBef>
                <a:spcPts val="164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723240"/>
              </a:tabLst>
            </a:pPr>
            <a:r>
              <a:rPr b="0" lang="en-IN" sz="3300" spc="94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build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evaluate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machine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learning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deep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learning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models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for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detection.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3240" indent="-372240">
              <a:lnSpc>
                <a:spcPct val="100000"/>
              </a:lnSpc>
              <a:spcBef>
                <a:spcPts val="164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723240"/>
              </a:tabLst>
            </a:pPr>
            <a:r>
              <a:rPr b="0" lang="en-IN" sz="3300" spc="94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optimize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performance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using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hyperparameter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tuning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techniques.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3240" indent="-372240">
              <a:lnSpc>
                <a:spcPct val="100000"/>
              </a:lnSpc>
              <a:spcBef>
                <a:spcPts val="164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723240"/>
              </a:tabLst>
            </a:pPr>
            <a:r>
              <a:rPr b="0" lang="en-IN" sz="3300" spc="94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deploy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trained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as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scalable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web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service.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2520" indent="-372240">
              <a:lnSpc>
                <a:spcPts val="4130"/>
              </a:lnSpc>
              <a:spcBef>
                <a:spcPts val="164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724680"/>
              </a:tabLst>
            </a:pPr>
            <a:r>
              <a:rPr b="0" lang="en-IN" sz="3300" spc="94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implement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MLOps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practices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for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automation,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version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control,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monitoring,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and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reproducibility.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295"/>
              </a:spcBef>
              <a:tabLst>
                <a:tab algn="l" pos="724680"/>
              </a:tabLst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object 3" descr=""/>
          <p:cNvPicPr/>
          <p:nvPr/>
        </p:nvPicPr>
        <p:blipFill>
          <a:blip r:embed="rId1"/>
          <a:stretch/>
        </p:blipFill>
        <p:spPr>
          <a:xfrm>
            <a:off x="22356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85" name="object 4"/>
          <p:cNvSpPr/>
          <p:nvPr/>
        </p:nvSpPr>
        <p:spPr>
          <a:xfrm>
            <a:off x="16017120" y="15984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439160" y="1658880"/>
            <a:ext cx="936144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5211b9"/>
                </a:solidFill>
                <a:latin typeface="Century"/>
              </a:rPr>
              <a:t>DATASET</a:t>
            </a:r>
            <a:r>
              <a:rPr b="0" lang="en-IN" sz="5900" spc="477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72" strike="noStrike">
                <a:solidFill>
                  <a:srgbClr val="5211b9"/>
                </a:solidFill>
                <a:latin typeface="Century"/>
              </a:rPr>
              <a:t>DESCRIPTION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7" name="object 7" descr=""/>
          <p:cNvPicPr/>
          <p:nvPr/>
        </p:nvPicPr>
        <p:blipFill>
          <a:blip r:embed="rId2"/>
          <a:stretch/>
        </p:blipFill>
        <p:spPr>
          <a:xfrm>
            <a:off x="841680" y="362844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88" name="object 8" descr=""/>
          <p:cNvPicPr/>
          <p:nvPr/>
        </p:nvPicPr>
        <p:blipFill>
          <a:blip r:embed="rId3"/>
          <a:stretch/>
        </p:blipFill>
        <p:spPr>
          <a:xfrm>
            <a:off x="841680" y="520020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89" name="object 9"/>
          <p:cNvSpPr/>
          <p:nvPr/>
        </p:nvSpPr>
        <p:spPr>
          <a:xfrm>
            <a:off x="428760" y="2854080"/>
            <a:ext cx="17427240" cy="41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We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train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on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three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complementary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datasets.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4130"/>
              </a:lnSpc>
              <a:spcBef>
                <a:spcPts val="159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Kaggle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Twitter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Sentiment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dataset</a:t>
            </a:r>
            <a:r>
              <a:rPr b="0" lang="en-IN" sz="3300" spc="15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(1.6M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tweets,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2009)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provides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scale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1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realistic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social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media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language;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we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use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text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&amp;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map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binary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sentiment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our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7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classes.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954"/>
              </a:lnSpc>
            </a:pPr>
            <a:r>
              <a:rPr b="0" lang="en-IN" sz="3300" spc="-26" strike="noStrike">
                <a:solidFill>
                  <a:srgbClr val="004aac"/>
                </a:solidFill>
                <a:latin typeface="Century"/>
              </a:rPr>
              <a:t>(</a:t>
            </a:r>
            <a:r>
              <a:rPr b="0" lang="en-IN" sz="3300" spc="-26" strike="noStrike" u="sng">
                <a:solidFill>
                  <a:srgbClr val="0000ff"/>
                </a:solidFill>
                <a:uFillTx/>
                <a:latin typeface="Century"/>
                <a:hlinkClick r:id="rId4"/>
              </a:rPr>
              <a:t>https://www.kaggle.com/datasets/jp797498e/twitter-</a:t>
            </a:r>
            <a:r>
              <a:rPr b="0" lang="en-IN" sz="3300" spc="-75" strike="noStrike" u="sng">
                <a:solidFill>
                  <a:srgbClr val="0000ff"/>
                </a:solidFill>
                <a:uFillTx/>
                <a:latin typeface="Century"/>
                <a:hlinkClick r:id="rId5"/>
              </a:rPr>
              <a:t>entity-</a:t>
            </a:r>
            <a:r>
              <a:rPr b="0" lang="en-IN" sz="3300" spc="-126" strike="noStrike" u="sng">
                <a:solidFill>
                  <a:srgbClr val="0000ff"/>
                </a:solidFill>
                <a:uFillTx/>
                <a:latin typeface="Century"/>
                <a:hlinkClick r:id="rId6"/>
              </a:rPr>
              <a:t>sentiment-</a:t>
            </a:r>
            <a:r>
              <a:rPr b="0" lang="en-IN" sz="3300" spc="-12" strike="noStrike" u="sng">
                <a:solidFill>
                  <a:srgbClr val="0000ff"/>
                </a:solidFill>
                <a:uFillTx/>
                <a:latin typeface="Century"/>
                <a:hlinkClick r:id="rId7"/>
              </a:rPr>
              <a:t>analysis</a:t>
            </a:r>
            <a:r>
              <a:rPr b="0" lang="en-IN" sz="3300" spc="-12" strike="noStrike">
                <a:solidFill>
                  <a:srgbClr val="004aac"/>
                </a:solidFill>
                <a:latin typeface="Century"/>
              </a:rPr>
              <a:t>)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4119"/>
              </a:lnSpc>
              <a:spcBef>
                <a:spcPts val="170"/>
              </a:spcBef>
            </a:pP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GoEmotions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adds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58K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Reddit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comments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with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high-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quality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human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labels,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which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we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convert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our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schema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using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authors’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official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mapping.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IN" sz="3300" spc="-1" strike="noStrike">
                <a:solidFill>
                  <a:srgbClr val="004aac"/>
                </a:solidFill>
                <a:latin typeface="Century"/>
              </a:rPr>
              <a:t>(</a:t>
            </a:r>
            <a:r>
              <a:rPr b="0" lang="en-IN" sz="3300" spc="-1" strike="noStrike" u="sng">
                <a:solidFill>
                  <a:srgbClr val="0000ff"/>
                </a:solidFill>
                <a:uFillTx/>
                <a:latin typeface="Century"/>
                <a:hlinkClick r:id="rId8"/>
              </a:rPr>
              <a:t>https://github.com/google-</a:t>
            </a:r>
            <a:r>
              <a:rPr b="0" lang="en-IN" sz="3300" spc="-66" strike="noStrike" u="sng">
                <a:solidFill>
                  <a:srgbClr val="0000ff"/>
                </a:solidFill>
                <a:uFillTx/>
                <a:latin typeface="Century"/>
                <a:hlinkClick r:id="rId9"/>
              </a:rPr>
              <a:t>research/google-</a:t>
            </a:r>
            <a:r>
              <a:rPr b="0" lang="en-IN" sz="3300" spc="-12" strike="noStrike" u="sng">
                <a:solidFill>
                  <a:srgbClr val="0000ff"/>
                </a:solidFill>
                <a:uFillTx/>
                <a:latin typeface="Century"/>
                <a:hlinkClick r:id="rId10"/>
              </a:rPr>
              <a:t>research/tree/master/goemotions</a:t>
            </a:r>
            <a:r>
              <a:rPr b="0" lang="en-IN" sz="3300" spc="-12" strike="noStrike">
                <a:solidFill>
                  <a:srgbClr val="004aac"/>
                </a:solidFill>
                <a:latin typeface="Century"/>
              </a:rPr>
              <a:t>)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object 10" descr=""/>
          <p:cNvPicPr/>
          <p:nvPr/>
        </p:nvPicPr>
        <p:blipFill>
          <a:blip r:embed="rId11"/>
          <a:stretch/>
        </p:blipFill>
        <p:spPr>
          <a:xfrm>
            <a:off x="841680" y="677196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91" name="object 11"/>
          <p:cNvSpPr/>
          <p:nvPr/>
        </p:nvSpPr>
        <p:spPr>
          <a:xfrm>
            <a:off x="12448800" y="6521040"/>
            <a:ext cx="54072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2498040"/>
                <a:tab algn="l" pos="4402440"/>
              </a:tabLst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narratives,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offering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clear,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object 12"/>
          <p:cNvSpPr/>
          <p:nvPr/>
        </p:nvSpPr>
        <p:spPr>
          <a:xfrm>
            <a:off x="428760" y="6521040"/>
            <a:ext cx="12030840" cy="20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724680">
              <a:lnSpc>
                <a:spcPts val="4130"/>
              </a:lnSpc>
              <a:spcBef>
                <a:spcPts val="96"/>
              </a:spcBef>
              <a:tabLst>
                <a:tab algn="l" pos="2539440"/>
                <a:tab algn="l" pos="5128200"/>
                <a:tab algn="l" pos="6890400"/>
                <a:tab algn="l" pos="9707400"/>
              </a:tabLst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ISEAR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contributes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longer,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self-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reported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emotional 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unambiguous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examples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each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emotion.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954"/>
              </a:lnSpc>
              <a:tabLst>
                <a:tab algn="l" pos="2539440"/>
                <a:tab algn="l" pos="5128200"/>
                <a:tab algn="l" pos="6890400"/>
                <a:tab algn="l" pos="9707400"/>
              </a:tabLst>
            </a:pPr>
            <a:r>
              <a:rPr b="0" lang="en-IN" sz="3300" spc="-41" strike="noStrike">
                <a:solidFill>
                  <a:srgbClr val="004aac"/>
                </a:solidFill>
                <a:latin typeface="Century"/>
              </a:rPr>
              <a:t>(</a:t>
            </a:r>
            <a:r>
              <a:rPr b="0" lang="en-IN" sz="3300" spc="-41" strike="noStrike" u="sng">
                <a:solidFill>
                  <a:srgbClr val="0000ff"/>
                </a:solidFill>
                <a:uFillTx/>
                <a:latin typeface="Century"/>
                <a:hlinkClick r:id="rId12"/>
              </a:rPr>
              <a:t>https://www.kaggle.com/datasets/faisalsanto007/isear-</a:t>
            </a:r>
            <a:r>
              <a:rPr b="0" lang="en-IN" sz="3300" spc="-12" strike="noStrike" u="sng">
                <a:solidFill>
                  <a:srgbClr val="0000ff"/>
                </a:solidFill>
                <a:uFillTx/>
                <a:latin typeface="Century"/>
                <a:hlinkClick r:id="rId13"/>
              </a:rPr>
              <a:t>dataset</a:t>
            </a:r>
            <a:r>
              <a:rPr b="0" lang="en-IN" sz="3300" spc="-12" strike="noStrike">
                <a:solidFill>
                  <a:srgbClr val="004aac"/>
                </a:solidFill>
                <a:latin typeface="Century"/>
              </a:rPr>
              <a:t>)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object 5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object 3" descr=""/>
          <p:cNvPicPr/>
          <p:nvPr/>
        </p:nvPicPr>
        <p:blipFill>
          <a:blip r:embed="rId1"/>
          <a:stretch/>
        </p:blipFill>
        <p:spPr>
          <a:xfrm>
            <a:off x="6268680" y="1857240"/>
            <a:ext cx="5750280" cy="575028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610000" y="7396200"/>
            <a:ext cx="13073040" cy="1731960"/>
          </a:xfrm>
          <a:prstGeom prst="rect">
            <a:avLst/>
          </a:prstGeom>
          <a:noFill/>
          <a:ln w="0">
            <a:noFill/>
          </a:ln>
        </p:spPr>
        <p:txBody>
          <a:bodyPr lIns="0" rIns="0" tIns="140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11"/>
              </a:spcBef>
              <a:buNone/>
            </a:pPr>
            <a:r>
              <a:rPr b="0" i="1" lang="en-IN" sz="11050" spc="429" strike="noStrike">
                <a:solidFill>
                  <a:schemeClr val="dk1"/>
                </a:solidFill>
                <a:latin typeface="Times New Roman"/>
              </a:rPr>
              <a:t>Go,</a:t>
            </a:r>
            <a:r>
              <a:rPr b="0" i="1" lang="en-IN" sz="11050" spc="1189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i="1" lang="en-IN" sz="11050" spc="103" strike="noStrike">
                <a:solidFill>
                  <a:schemeClr val="dk1"/>
                </a:solidFill>
                <a:latin typeface="Times New Roman"/>
              </a:rPr>
              <a:t>change</a:t>
            </a:r>
            <a:r>
              <a:rPr b="0" i="1" lang="en-IN" sz="11050" spc="1203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i="1" lang="en-IN" sz="11050" spc="267" strike="noStrike">
                <a:solidFill>
                  <a:schemeClr val="dk1"/>
                </a:solidFill>
                <a:latin typeface="Times New Roman"/>
              </a:rPr>
              <a:t>the</a:t>
            </a:r>
            <a:r>
              <a:rPr b="0" i="1" lang="en-IN" sz="11050" spc="119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i="1" lang="en-IN" sz="11050" spc="38" strike="noStrike">
                <a:solidFill>
                  <a:schemeClr val="dk1"/>
                </a:solidFill>
                <a:latin typeface="Times New Roman"/>
              </a:rPr>
              <a:t>world</a:t>
            </a:r>
            <a:endParaRPr b="0" lang="en-IN" sz="1105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object 3" descr=""/>
          <p:cNvPicPr/>
          <p:nvPr/>
        </p:nvPicPr>
        <p:blipFill>
          <a:blip r:embed="rId1"/>
          <a:stretch/>
        </p:blipFill>
        <p:spPr>
          <a:xfrm>
            <a:off x="3949560" y="0"/>
            <a:ext cx="10286640" cy="10286640"/>
          </a:xfrm>
          <a:prstGeom prst="rect">
            <a:avLst/>
          </a:prstGeom>
          <a:ln w="0">
            <a:noFill/>
          </a:ln>
        </p:spPr>
      </p:pic>
      <p:sp>
        <p:nvSpPr>
          <p:cNvPr id="99" name="object 11"/>
          <p:cNvSpPr/>
          <p:nvPr/>
        </p:nvSpPr>
        <p:spPr>
          <a:xfrm>
            <a:off x="340920" y="105480"/>
            <a:ext cx="4628880" cy="38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0" bIns="0" anchor="t">
            <a:spAutoFit/>
          </a:bodyPr>
          <a:p>
            <a:pPr marL="180360" indent="-168120">
              <a:lnSpc>
                <a:spcPts val="6381"/>
              </a:lnSpc>
              <a:spcBef>
                <a:spcPts val="935"/>
              </a:spcBef>
              <a:tabLst>
                <a:tab algn="l" pos="0"/>
              </a:tabLst>
            </a:pPr>
            <a:r>
              <a:rPr b="0" lang="en-IN" sz="5900" spc="-86" strike="noStrike">
                <a:solidFill>
                  <a:srgbClr val="bf0000"/>
                </a:solidFill>
                <a:latin typeface="Century"/>
              </a:rPr>
              <a:t>Mother</a:t>
            </a:r>
            <a:r>
              <a:rPr b="0" lang="en-IN" sz="5900" spc="-310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26" strike="noStrike">
                <a:solidFill>
                  <a:srgbClr val="bf0000"/>
                </a:solidFill>
                <a:latin typeface="Century"/>
              </a:rPr>
              <a:t>of </a:t>
            </a:r>
            <a:r>
              <a:rPr b="0" lang="en-IN" sz="5900" spc="-21" strike="noStrike">
                <a:solidFill>
                  <a:srgbClr val="bf0000"/>
                </a:solidFill>
                <a:latin typeface="Century"/>
              </a:rPr>
              <a:t>MLOPS</a:t>
            </a:r>
            <a:endParaRPr b="0" lang="en-IN" sz="5900" spc="-1" strike="noStrike">
              <a:solidFill>
                <a:srgbClr val="000000"/>
              </a:solidFill>
              <a:latin typeface="Arial"/>
            </a:endParaRPr>
          </a:p>
          <a:p>
            <a:pPr marL="1819800">
              <a:lnSpc>
                <a:spcPct val="115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Github</a:t>
            </a:r>
            <a:r>
              <a:rPr b="0" lang="en-IN" sz="3300" spc="-15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Action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VS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Code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85" strike="noStrike">
                <a:solidFill>
                  <a:srgbClr val="000000"/>
                </a:solidFill>
                <a:latin typeface="Century"/>
              </a:rPr>
              <a:t>Tasks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2096720" y="144000"/>
            <a:ext cx="28544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3300" spc="-120" strike="noStrike">
                <a:solidFill>
                  <a:schemeClr val="dk1"/>
                </a:solidFill>
                <a:latin typeface="Century"/>
              </a:rPr>
              <a:t>Pandas</a:t>
            </a:r>
            <a:r>
              <a:rPr b="0" lang="en-IN" sz="3300" spc="-8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chemeClr val="dk1"/>
                </a:solidFill>
                <a:latin typeface="Century"/>
              </a:rPr>
              <a:t>Profiler</a:t>
            </a:r>
            <a:endParaRPr b="0" lang="en-IN" sz="3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object 5"/>
          <p:cNvSpPr/>
          <p:nvPr/>
        </p:nvSpPr>
        <p:spPr>
          <a:xfrm>
            <a:off x="12096720" y="725040"/>
            <a:ext cx="428004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NLTK</a:t>
            </a:r>
            <a:r>
              <a:rPr b="0" lang="en-IN" sz="3300" spc="-17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7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submodules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object 6"/>
          <p:cNvSpPr/>
          <p:nvPr/>
        </p:nvSpPr>
        <p:spPr>
          <a:xfrm>
            <a:off x="13584960" y="1667880"/>
            <a:ext cx="2559240" cy="17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just">
              <a:lnSpc>
                <a:spcPct val="115000"/>
              </a:lnSpc>
              <a:spcBef>
                <a:spcPts val="99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DVC,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Github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Google</a:t>
            </a:r>
            <a:r>
              <a:rPr b="0" lang="en-IN" sz="3300" spc="-22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Drive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DVC</a:t>
            </a:r>
            <a:r>
              <a:rPr b="0" lang="en-IN" sz="33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Pipeline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bject 10"/>
          <p:cNvSpPr/>
          <p:nvPr/>
        </p:nvSpPr>
        <p:spPr>
          <a:xfrm>
            <a:off x="1857240" y="4427280"/>
            <a:ext cx="2390400" cy="17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5000"/>
              </a:lnSpc>
              <a:spcBef>
                <a:spcPts val="99"/>
              </a:spcBef>
            </a:pP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Evidently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AI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Grafana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15"/>
              </a:spcBef>
            </a:pP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Prometheus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object 7"/>
          <p:cNvSpPr/>
          <p:nvPr/>
        </p:nvSpPr>
        <p:spPr>
          <a:xfrm>
            <a:off x="14223960" y="4136760"/>
            <a:ext cx="2190960" cy="23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just">
              <a:lnSpc>
                <a:spcPct val="115000"/>
              </a:lnSpc>
              <a:spcBef>
                <a:spcPts val="99"/>
              </a:spcBef>
            </a:pP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Tensorflow. </a:t>
            </a:r>
            <a:r>
              <a:rPr b="0" lang="en-IN" sz="3300" spc="-177" strike="noStrike">
                <a:solidFill>
                  <a:srgbClr val="000000"/>
                </a:solidFill>
                <a:latin typeface="Century"/>
              </a:rPr>
              <a:t>keras-</a:t>
            </a:r>
            <a:r>
              <a:rPr b="0" lang="en-IN" sz="3300" spc="-151" strike="noStrike">
                <a:solidFill>
                  <a:srgbClr val="000000"/>
                </a:solidFill>
                <a:latin typeface="Century"/>
              </a:rPr>
              <a:t>tuner,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RayOptuna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MLFlow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object 9"/>
          <p:cNvSpPr/>
          <p:nvPr/>
        </p:nvSpPr>
        <p:spPr>
          <a:xfrm>
            <a:off x="2579040" y="7679520"/>
            <a:ext cx="3050280" cy="11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5000"/>
              </a:lnSpc>
              <a:spcBef>
                <a:spcPts val="99"/>
              </a:spcBef>
            </a:pP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AWS</a:t>
            </a:r>
            <a:r>
              <a:rPr b="0" lang="en-IN" sz="3300" spc="-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05" strike="noStrike">
                <a:solidFill>
                  <a:srgbClr val="000000"/>
                </a:solidFill>
                <a:latin typeface="Century"/>
              </a:rPr>
              <a:t>Sagemaker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Render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object 8"/>
          <p:cNvSpPr/>
          <p:nvPr/>
        </p:nvSpPr>
        <p:spPr>
          <a:xfrm>
            <a:off x="11383200" y="7182360"/>
            <a:ext cx="6577560" cy="32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797120">
              <a:lnSpc>
                <a:spcPct val="115000"/>
              </a:lnSpc>
              <a:spcBef>
                <a:spcPts val="99"/>
              </a:spcBef>
            </a:pP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MLFlow</a:t>
            </a:r>
            <a:r>
              <a:rPr b="0" lang="en-IN" sz="3300" spc="-17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registry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(Challenger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&amp;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Champion)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15000"/>
              </a:lnSpc>
              <a:spcBef>
                <a:spcPts val="2789"/>
              </a:spcBef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Docker/Podman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Tensorflow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57" strike="noStrike">
                <a:solidFill>
                  <a:srgbClr val="000000"/>
                </a:solidFill>
                <a:latin typeface="Century"/>
              </a:rPr>
              <a:t>Serving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5"/>
          <p:cNvSpPr/>
          <p:nvPr/>
        </p:nvSpPr>
        <p:spPr>
          <a:xfrm>
            <a:off x="15989400" y="504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object 3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540480" y="268920"/>
            <a:ext cx="495396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00be62"/>
                </a:solidFill>
                <a:latin typeface="Century"/>
              </a:rPr>
              <a:t>TOOLS</a:t>
            </a:r>
            <a:r>
              <a:rPr b="0" lang="en-IN" sz="5900" spc="-55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321" strike="noStrike">
                <a:solidFill>
                  <a:srgbClr val="00be62"/>
                </a:solidFill>
                <a:latin typeface="Century"/>
              </a:rPr>
              <a:t>USED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object 4" descr=""/>
          <p:cNvPicPr/>
          <p:nvPr/>
        </p:nvPicPr>
        <p:blipFill>
          <a:blip r:embed="rId2"/>
          <a:stretch/>
        </p:blipFill>
        <p:spPr>
          <a:xfrm>
            <a:off x="1668600" y="1383480"/>
            <a:ext cx="14830200" cy="8191080"/>
          </a:xfrm>
          <a:prstGeom prst="rect">
            <a:avLst/>
          </a:prstGeom>
          <a:ln w="0">
            <a:noFill/>
          </a:ln>
        </p:spPr>
      </p:pic>
      <p:sp>
        <p:nvSpPr>
          <p:cNvPr id="112" name="object 11"/>
          <p:cNvSpPr/>
          <p:nvPr/>
        </p:nvSpPr>
        <p:spPr>
          <a:xfrm>
            <a:off x="4308840" y="1614600"/>
            <a:ext cx="216864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72" strike="noStrike">
                <a:solidFill>
                  <a:srgbClr val="ffffff"/>
                </a:solidFill>
                <a:latin typeface="Century"/>
              </a:rPr>
              <a:t>Component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bject 9"/>
          <p:cNvSpPr/>
          <p:nvPr/>
        </p:nvSpPr>
        <p:spPr>
          <a:xfrm>
            <a:off x="1703520" y="2815920"/>
            <a:ext cx="2347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45" strike="noStrike">
                <a:solidFill>
                  <a:srgbClr val="ffffff"/>
                </a:solidFill>
                <a:latin typeface="Century"/>
              </a:rPr>
              <a:t>1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object 12"/>
          <p:cNvSpPr/>
          <p:nvPr/>
        </p:nvSpPr>
        <p:spPr>
          <a:xfrm>
            <a:off x="2906640" y="2678400"/>
            <a:ext cx="342684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3300" spc="-17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51" strike="noStrike">
                <a:solidFill>
                  <a:srgbClr val="000000"/>
                </a:solidFill>
                <a:latin typeface="Century"/>
              </a:rPr>
              <a:t>Management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object 15"/>
          <p:cNvSpPr/>
          <p:nvPr/>
        </p:nvSpPr>
        <p:spPr>
          <a:xfrm>
            <a:off x="8951040" y="1614600"/>
            <a:ext cx="5617440" cy="14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03720" algn="ctr">
              <a:lnSpc>
                <a:spcPct val="100000"/>
              </a:lnSpc>
              <a:spcBef>
                <a:spcPts val="99"/>
              </a:spcBef>
            </a:pPr>
            <a:r>
              <a:rPr b="0" lang="en-IN" sz="3300" spc="-1" strike="noStrike">
                <a:solidFill>
                  <a:srgbClr val="ffffff"/>
                </a:solidFill>
                <a:latin typeface="Century"/>
              </a:rPr>
              <a:t>MLOPs</a:t>
            </a:r>
            <a:r>
              <a:rPr b="0" lang="en-IN" sz="3300" spc="-126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ffffff"/>
                </a:solidFill>
                <a:latin typeface="Century"/>
              </a:rPr>
              <a:t>Tools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36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DVC,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Github,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Pandas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Profiler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bject 10"/>
          <p:cNvSpPr/>
          <p:nvPr/>
        </p:nvSpPr>
        <p:spPr>
          <a:xfrm>
            <a:off x="1703520" y="4007880"/>
            <a:ext cx="2347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45" strike="noStrike">
                <a:solidFill>
                  <a:srgbClr val="ffffff"/>
                </a:solidFill>
                <a:latin typeface="Century"/>
              </a:rPr>
              <a:t>2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object 6"/>
          <p:cNvSpPr/>
          <p:nvPr/>
        </p:nvSpPr>
        <p:spPr>
          <a:xfrm>
            <a:off x="1703520" y="5599800"/>
            <a:ext cx="2347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45" strike="noStrike">
                <a:solidFill>
                  <a:srgbClr val="ffffff"/>
                </a:solidFill>
                <a:latin typeface="Century"/>
              </a:rPr>
              <a:t>3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object 13"/>
          <p:cNvSpPr/>
          <p:nvPr/>
        </p:nvSpPr>
        <p:spPr>
          <a:xfrm>
            <a:off x="2906640" y="3457440"/>
            <a:ext cx="4752720" cy="273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6000"/>
              </a:lnSpc>
              <a:spcBef>
                <a:spcPts val="99"/>
              </a:spcBef>
            </a:pP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Experiment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Tracking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and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Version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Control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5630"/>
              </a:lnSpc>
              <a:spcBef>
                <a:spcPts val="184"/>
              </a:spcBef>
            </a:pP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Automation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Pipeline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Orchestration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object 16"/>
          <p:cNvSpPr/>
          <p:nvPr/>
        </p:nvSpPr>
        <p:spPr>
          <a:xfrm>
            <a:off x="8951040" y="3759480"/>
            <a:ext cx="142632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MLflow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object 17"/>
          <p:cNvSpPr/>
          <p:nvPr/>
        </p:nvSpPr>
        <p:spPr>
          <a:xfrm>
            <a:off x="8951040" y="5446440"/>
            <a:ext cx="27360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DVC</a:t>
            </a:r>
            <a:r>
              <a:rPr b="0" lang="en-IN" sz="3300" spc="18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Pipelines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object 8"/>
          <p:cNvSpPr/>
          <p:nvPr/>
        </p:nvSpPr>
        <p:spPr>
          <a:xfrm>
            <a:off x="1703520" y="7144560"/>
            <a:ext cx="2347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45" strike="noStrike">
                <a:solidFill>
                  <a:srgbClr val="ffffff"/>
                </a:solidFill>
                <a:latin typeface="Century"/>
              </a:rPr>
              <a:t>4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bject 7"/>
          <p:cNvSpPr/>
          <p:nvPr/>
        </p:nvSpPr>
        <p:spPr>
          <a:xfrm>
            <a:off x="1703520" y="8535240"/>
            <a:ext cx="2347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45" strike="noStrike">
                <a:solidFill>
                  <a:srgbClr val="ffffff"/>
                </a:solidFill>
                <a:latin typeface="Century"/>
              </a:rPr>
              <a:t>5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object 14"/>
          <p:cNvSpPr/>
          <p:nvPr/>
        </p:nvSpPr>
        <p:spPr>
          <a:xfrm>
            <a:off x="2906640" y="6514920"/>
            <a:ext cx="4894200" cy="28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42000"/>
              </a:lnSpc>
              <a:spcBef>
                <a:spcPts val="99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Deployment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&amp;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Serving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5550"/>
              </a:lnSpc>
              <a:spcBef>
                <a:spcPts val="249"/>
              </a:spcBef>
            </a:pP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Monitoring</a:t>
            </a:r>
            <a:r>
              <a:rPr b="0" lang="en-IN" sz="3300" spc="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&amp;</a:t>
            </a:r>
            <a:r>
              <a:rPr b="0" lang="en-IN" sz="3300" spc="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Governance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7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collaboration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bject 18"/>
          <p:cNvSpPr/>
          <p:nvPr/>
        </p:nvSpPr>
        <p:spPr>
          <a:xfrm>
            <a:off x="9030240" y="6608520"/>
            <a:ext cx="6944040" cy="93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480" bIns="0" anchor="t">
            <a:spAutoFit/>
          </a:bodyPr>
          <a:p>
            <a:pPr marL="12600">
              <a:lnSpc>
                <a:spcPts val="3300"/>
              </a:lnSpc>
              <a:spcBef>
                <a:spcPts val="760"/>
              </a:spcBef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Docker,AWS 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SageMaker,Render,TensorflowServing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object 19"/>
          <p:cNvSpPr/>
          <p:nvPr/>
        </p:nvSpPr>
        <p:spPr>
          <a:xfrm>
            <a:off x="8890920" y="8397360"/>
            <a:ext cx="716616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Evidently</a:t>
            </a:r>
            <a:r>
              <a:rPr b="0" lang="en-IN" sz="3300" spc="-15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AI,Grafana,</a:t>
            </a:r>
            <a:r>
              <a:rPr b="0" lang="en-IN" sz="3300" spc="-14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GitHub</a:t>
            </a:r>
            <a:r>
              <a:rPr b="0" lang="en-IN" sz="3300" spc="-14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Actions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bject 20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bject 12"/>
          <p:cNvSpPr/>
          <p:nvPr/>
        </p:nvSpPr>
        <p:spPr>
          <a:xfrm>
            <a:off x="11594160" y="94680"/>
            <a:ext cx="6581520" cy="623160"/>
          </a:xfrm>
          <a:custGeom>
            <a:avLst/>
            <a:gdLst>
              <a:gd name="textAreaLeft" fmla="*/ 0 w 6581520"/>
              <a:gd name="textAreaRight" fmla="*/ 6581880 w 658152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6581775" h="623570">
                <a:moveTo>
                  <a:pt x="6425542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6425542" y="0"/>
                </a:lnTo>
                <a:lnTo>
                  <a:pt x="6474816" y="7947"/>
                </a:lnTo>
                <a:lnTo>
                  <a:pt x="6517610" y="30078"/>
                </a:lnTo>
                <a:lnTo>
                  <a:pt x="6551356" y="63824"/>
                </a:lnTo>
                <a:lnTo>
                  <a:pt x="6573487" y="106618"/>
                </a:lnTo>
                <a:lnTo>
                  <a:pt x="6581435" y="155892"/>
                </a:lnTo>
                <a:lnTo>
                  <a:pt x="6581435" y="467676"/>
                </a:lnTo>
                <a:lnTo>
                  <a:pt x="6573487" y="516950"/>
                </a:lnTo>
                <a:lnTo>
                  <a:pt x="6551356" y="559744"/>
                </a:lnTo>
                <a:lnTo>
                  <a:pt x="6517610" y="593490"/>
                </a:lnTo>
                <a:lnTo>
                  <a:pt x="6474816" y="615621"/>
                </a:lnTo>
                <a:lnTo>
                  <a:pt x="6425542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object 13"/>
          <p:cNvSpPr/>
          <p:nvPr/>
        </p:nvSpPr>
        <p:spPr>
          <a:xfrm>
            <a:off x="11728800" y="120960"/>
            <a:ext cx="631224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114" strike="noStrike">
                <a:solidFill>
                  <a:srgbClr val="000000"/>
                </a:solidFill>
                <a:latin typeface="Century"/>
              </a:rPr>
              <a:t>Stage1</a:t>
            </a:r>
            <a:r>
              <a:rPr b="0" lang="en-IN" sz="29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14" strike="noStrike">
                <a:solidFill>
                  <a:srgbClr val="000000"/>
                </a:solidFill>
                <a:latin typeface="Century"/>
              </a:rPr>
              <a:t>Cleaning</a:t>
            </a:r>
            <a:r>
              <a:rPr b="0" lang="en-IN" sz="29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4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9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66" strike="noStrike">
                <a:solidFill>
                  <a:srgbClr val="000000"/>
                </a:solidFill>
                <a:latin typeface="Century"/>
              </a:rPr>
              <a:t>Processing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870800" y="880200"/>
            <a:ext cx="939132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5211b9"/>
                </a:solidFill>
                <a:latin typeface="Century"/>
              </a:rPr>
              <a:t>NLTK</a:t>
            </a:r>
            <a:r>
              <a:rPr b="0" lang="en-IN" sz="5900" spc="194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5211b9"/>
                </a:solidFill>
                <a:latin typeface="Century"/>
              </a:rPr>
              <a:t>–</a:t>
            </a:r>
            <a:r>
              <a:rPr b="0" lang="en-IN" sz="5900" spc="199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1" strike="noStrike">
                <a:solidFill>
                  <a:srgbClr val="5211b9"/>
                </a:solidFill>
                <a:latin typeface="Century"/>
              </a:rPr>
              <a:t>Text</a:t>
            </a:r>
            <a:r>
              <a:rPr b="0" lang="en-IN" sz="5900" spc="199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185" strike="noStrike">
                <a:solidFill>
                  <a:srgbClr val="5211b9"/>
                </a:solidFill>
                <a:latin typeface="Century"/>
              </a:rPr>
              <a:t>Preprocessing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object 5"/>
          <p:cNvSpPr/>
          <p:nvPr/>
        </p:nvSpPr>
        <p:spPr>
          <a:xfrm>
            <a:off x="1376640" y="1972080"/>
            <a:ext cx="6156000" cy="26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4120" indent="-372240">
              <a:lnSpc>
                <a:spcPts val="413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85920"/>
              </a:tabLst>
            </a:pP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Always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mention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your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packages 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4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their</a:t>
            </a:r>
            <a:r>
              <a:rPr b="0" lang="en-IN" sz="3300" spc="-14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versions.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384840" indent="-372240">
              <a:lnSpc>
                <a:spcPts val="3954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84840"/>
              </a:tabLst>
            </a:pP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Experiment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with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notebooks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385920">
              <a:lnSpc>
                <a:spcPct val="100000"/>
              </a:lnSpc>
              <a:spcBef>
                <a:spcPts val="164"/>
              </a:spcBef>
              <a:tabLst>
                <a:tab algn="l" pos="384840"/>
              </a:tabLst>
            </a:pP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instead</a:t>
            </a:r>
            <a:r>
              <a:rPr b="0" lang="en-IN" sz="3300" spc="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.py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384840" indent="-372240">
              <a:lnSpc>
                <a:spcPct val="100000"/>
              </a:lnSpc>
              <a:spcBef>
                <a:spcPts val="164"/>
              </a:spcBef>
              <a:buClr>
                <a:srgbClr val="000000"/>
              </a:buClr>
              <a:buFont typeface="OpenSymbol"/>
              <a:buAutoNum type="arabicPeriod" startAt="3"/>
              <a:tabLst>
                <a:tab algn="l" pos="384840"/>
              </a:tabLst>
            </a:pP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Use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Pathlib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3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Ruff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object 4" descr=""/>
          <p:cNvPicPr/>
          <p:nvPr/>
        </p:nvPicPr>
        <p:blipFill>
          <a:blip r:embed="rId1"/>
          <a:stretch/>
        </p:blipFill>
        <p:spPr>
          <a:xfrm>
            <a:off x="9395640" y="2965680"/>
            <a:ext cx="8105400" cy="4543200"/>
          </a:xfrm>
          <a:prstGeom prst="rect">
            <a:avLst/>
          </a:prstGeom>
          <a:ln w="0">
            <a:noFill/>
          </a:ln>
        </p:spPr>
      </p:pic>
      <p:pic>
        <p:nvPicPr>
          <p:cNvPr id="133" name="object 3" descr=""/>
          <p:cNvPicPr/>
          <p:nvPr/>
        </p:nvPicPr>
        <p:blipFill>
          <a:blip r:embed="rId2"/>
          <a:stretch/>
        </p:blipFill>
        <p:spPr>
          <a:xfrm>
            <a:off x="1298160" y="4793040"/>
            <a:ext cx="6695640" cy="4819320"/>
          </a:xfrm>
          <a:prstGeom prst="rect">
            <a:avLst/>
          </a:prstGeom>
          <a:ln w="0">
            <a:noFill/>
          </a:ln>
        </p:spPr>
      </p:pic>
      <p:sp>
        <p:nvSpPr>
          <p:cNvPr id="134" name="object 6"/>
          <p:cNvSpPr/>
          <p:nvPr/>
        </p:nvSpPr>
        <p:spPr>
          <a:xfrm>
            <a:off x="9261360" y="7638840"/>
            <a:ext cx="123804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NLTK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object 7"/>
          <p:cNvSpPr/>
          <p:nvPr/>
        </p:nvSpPr>
        <p:spPr>
          <a:xfrm>
            <a:off x="10909080" y="7638840"/>
            <a:ext cx="164232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performs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object 8"/>
          <p:cNvSpPr/>
          <p:nvPr/>
        </p:nvSpPr>
        <p:spPr>
          <a:xfrm>
            <a:off x="12961080" y="7638840"/>
            <a:ext cx="241884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tokenization,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object 9"/>
          <p:cNvSpPr/>
          <p:nvPr/>
        </p:nvSpPr>
        <p:spPr>
          <a:xfrm>
            <a:off x="15789600" y="7638840"/>
            <a:ext cx="172296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stopword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bject 10"/>
          <p:cNvSpPr/>
          <p:nvPr/>
        </p:nvSpPr>
        <p:spPr>
          <a:xfrm>
            <a:off x="9261360" y="8163000"/>
            <a:ext cx="8251560" cy="10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240" bIns="0" anchor="t">
            <a:spAutoFit/>
          </a:bodyPr>
          <a:p>
            <a:pPr marL="12600">
              <a:lnSpc>
                <a:spcPts val="4130"/>
              </a:lnSpc>
              <a:spcBef>
                <a:spcPts val="26"/>
              </a:spcBef>
              <a:tabLst>
                <a:tab algn="l" pos="1981080"/>
                <a:tab algn="l" pos="3039840"/>
                <a:tab algn="l" pos="6055920"/>
                <a:tab algn="l" pos="6941160"/>
              </a:tabLst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removal,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lemmatization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for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cleaner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input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data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object 2" descr=""/>
          <p:cNvPicPr/>
          <p:nvPr/>
        </p:nvPicPr>
        <p:blipFill>
          <a:blip r:embed="rId1"/>
          <a:stretch/>
        </p:blipFill>
        <p:spPr>
          <a:xfrm>
            <a:off x="123480" y="669240"/>
            <a:ext cx="6330600" cy="4431600"/>
          </a:xfrm>
          <a:prstGeom prst="rect">
            <a:avLst/>
          </a:prstGeom>
          <a:ln w="0">
            <a:noFill/>
          </a:ln>
        </p:spPr>
      </p:pic>
      <p:pic>
        <p:nvPicPr>
          <p:cNvPr id="140" name="object 4" descr=""/>
          <p:cNvPicPr/>
          <p:nvPr/>
        </p:nvPicPr>
        <p:blipFill>
          <a:blip r:embed="rId2"/>
          <a:stretch/>
        </p:blipFill>
        <p:spPr>
          <a:xfrm>
            <a:off x="7140240" y="543960"/>
            <a:ext cx="6645600" cy="4641480"/>
          </a:xfrm>
          <a:prstGeom prst="rect">
            <a:avLst/>
          </a:prstGeom>
          <a:ln w="0">
            <a:noFill/>
          </a:ln>
        </p:spPr>
      </p:pic>
      <p:sp>
        <p:nvSpPr>
          <p:cNvPr id="141" name="object 7"/>
          <p:cNvSpPr/>
          <p:nvPr/>
        </p:nvSpPr>
        <p:spPr>
          <a:xfrm>
            <a:off x="11594160" y="94680"/>
            <a:ext cx="6581520" cy="623160"/>
          </a:xfrm>
          <a:custGeom>
            <a:avLst/>
            <a:gdLst>
              <a:gd name="textAreaLeft" fmla="*/ 0 w 6581520"/>
              <a:gd name="textAreaRight" fmla="*/ 6581880 w 658152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6581775" h="623570">
                <a:moveTo>
                  <a:pt x="6425542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6425542" y="0"/>
                </a:lnTo>
                <a:lnTo>
                  <a:pt x="6474816" y="7947"/>
                </a:lnTo>
                <a:lnTo>
                  <a:pt x="6517610" y="30078"/>
                </a:lnTo>
                <a:lnTo>
                  <a:pt x="6551356" y="63824"/>
                </a:lnTo>
                <a:lnTo>
                  <a:pt x="6573487" y="106618"/>
                </a:lnTo>
                <a:lnTo>
                  <a:pt x="6581435" y="155892"/>
                </a:lnTo>
                <a:lnTo>
                  <a:pt x="6581435" y="467676"/>
                </a:lnTo>
                <a:lnTo>
                  <a:pt x="6573487" y="516950"/>
                </a:lnTo>
                <a:lnTo>
                  <a:pt x="6551356" y="559744"/>
                </a:lnTo>
                <a:lnTo>
                  <a:pt x="6517610" y="593490"/>
                </a:lnTo>
                <a:lnTo>
                  <a:pt x="6474816" y="615621"/>
                </a:lnTo>
                <a:lnTo>
                  <a:pt x="6425542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4680"/>
          </a:xfrm>
          <a:prstGeom prst="rect">
            <a:avLst/>
          </a:prstGeom>
          <a:noFill/>
          <a:ln w="0">
            <a:noFill/>
          </a:ln>
        </p:spPr>
        <p:txBody>
          <a:bodyPr lIns="0" rIns="0" tIns="86760" bIns="0" anchor="t">
            <a:noAutofit/>
          </a:bodyPr>
          <a:p>
            <a:pPr marL="819972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114" strike="noStrike">
                <a:solidFill>
                  <a:schemeClr val="dk1"/>
                </a:solidFill>
                <a:latin typeface="Century"/>
              </a:rPr>
              <a:t>Stage1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Data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14" strike="noStrike">
                <a:solidFill>
                  <a:schemeClr val="dk1"/>
                </a:solidFill>
                <a:latin typeface="Century"/>
              </a:rPr>
              <a:t>Cleaning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41" strike="noStrike">
                <a:solidFill>
                  <a:schemeClr val="dk1"/>
                </a:solidFill>
                <a:latin typeface="Century"/>
              </a:rPr>
              <a:t>and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66" strike="noStrike">
                <a:solidFill>
                  <a:schemeClr val="dk1"/>
                </a:solidFill>
                <a:latin typeface="Century"/>
              </a:rPr>
              <a:t>Processing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3" name="object 3" descr=""/>
          <p:cNvPicPr/>
          <p:nvPr/>
        </p:nvPicPr>
        <p:blipFill>
          <a:blip r:embed="rId3"/>
          <a:stretch/>
        </p:blipFill>
        <p:spPr>
          <a:xfrm>
            <a:off x="269280" y="5480280"/>
            <a:ext cx="6184800" cy="4716000"/>
          </a:xfrm>
          <a:prstGeom prst="rect">
            <a:avLst/>
          </a:prstGeom>
          <a:ln w="0">
            <a:noFill/>
          </a:ln>
        </p:spPr>
      </p:pic>
      <p:pic>
        <p:nvPicPr>
          <p:cNvPr id="144" name="object 6" descr=""/>
          <p:cNvPicPr/>
          <p:nvPr/>
        </p:nvPicPr>
        <p:blipFill>
          <a:blip r:embed="rId4"/>
          <a:stretch/>
        </p:blipFill>
        <p:spPr>
          <a:xfrm>
            <a:off x="6864840" y="5421960"/>
            <a:ext cx="6419520" cy="4809600"/>
          </a:xfrm>
          <a:prstGeom prst="rect">
            <a:avLst/>
          </a:prstGeom>
          <a:ln w="0">
            <a:noFill/>
          </a:ln>
        </p:spPr>
      </p:pic>
      <p:pic>
        <p:nvPicPr>
          <p:cNvPr id="145" name="object 5" descr=""/>
          <p:cNvPicPr/>
          <p:nvPr/>
        </p:nvPicPr>
        <p:blipFill>
          <a:blip r:embed="rId5"/>
          <a:stretch/>
        </p:blipFill>
        <p:spPr>
          <a:xfrm>
            <a:off x="14398560" y="1666080"/>
            <a:ext cx="3164760" cy="745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object 839"/>
          <p:cNvSpPr/>
          <p:nvPr/>
        </p:nvSpPr>
        <p:spPr>
          <a:xfrm>
            <a:off x="11594160" y="94680"/>
            <a:ext cx="6581520" cy="623160"/>
          </a:xfrm>
          <a:custGeom>
            <a:avLst/>
            <a:gdLst>
              <a:gd name="textAreaLeft" fmla="*/ 0 w 6581520"/>
              <a:gd name="textAreaRight" fmla="*/ 6581880 w 658152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6581775" h="623570">
                <a:moveTo>
                  <a:pt x="6425542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6425542" y="0"/>
                </a:lnTo>
                <a:lnTo>
                  <a:pt x="6474816" y="7947"/>
                </a:lnTo>
                <a:lnTo>
                  <a:pt x="6517610" y="30078"/>
                </a:lnTo>
                <a:lnTo>
                  <a:pt x="6551356" y="63824"/>
                </a:lnTo>
                <a:lnTo>
                  <a:pt x="6573487" y="106618"/>
                </a:lnTo>
                <a:lnTo>
                  <a:pt x="6581435" y="155892"/>
                </a:lnTo>
                <a:lnTo>
                  <a:pt x="6581435" y="467676"/>
                </a:lnTo>
                <a:lnTo>
                  <a:pt x="6573487" y="516950"/>
                </a:lnTo>
                <a:lnTo>
                  <a:pt x="6551356" y="559744"/>
                </a:lnTo>
                <a:lnTo>
                  <a:pt x="6517610" y="593490"/>
                </a:lnTo>
                <a:lnTo>
                  <a:pt x="6474816" y="615621"/>
                </a:lnTo>
                <a:lnTo>
                  <a:pt x="6425542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4680"/>
          </a:xfrm>
          <a:prstGeom prst="rect">
            <a:avLst/>
          </a:prstGeom>
          <a:noFill/>
          <a:ln w="0">
            <a:noFill/>
          </a:ln>
        </p:spPr>
        <p:txBody>
          <a:bodyPr lIns="0" rIns="0" tIns="86760" bIns="0" anchor="t">
            <a:noAutofit/>
          </a:bodyPr>
          <a:p>
            <a:pPr marL="819972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114" strike="noStrike">
                <a:solidFill>
                  <a:schemeClr val="dk1"/>
                </a:solidFill>
                <a:latin typeface="Century"/>
              </a:rPr>
              <a:t>Stage1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Data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14" strike="noStrike">
                <a:solidFill>
                  <a:schemeClr val="dk1"/>
                </a:solidFill>
                <a:latin typeface="Century"/>
              </a:rPr>
              <a:t>Cleaning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41" strike="noStrike">
                <a:solidFill>
                  <a:schemeClr val="dk1"/>
                </a:solidFill>
                <a:latin typeface="Century"/>
              </a:rPr>
              <a:t>and</a:t>
            </a:r>
            <a:r>
              <a:rPr b="0" lang="en-IN" sz="2900" spc="-5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66" strike="noStrike">
                <a:solidFill>
                  <a:schemeClr val="dk1"/>
                </a:solidFill>
                <a:latin typeface="Century"/>
              </a:rPr>
              <a:t>Processing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48" name="object 71"/>
          <p:cNvGrpSpPr/>
          <p:nvPr/>
        </p:nvGrpSpPr>
        <p:grpSpPr>
          <a:xfrm>
            <a:off x="7054920" y="6753960"/>
            <a:ext cx="87840" cy="352800"/>
            <a:chOff x="7054920" y="6753960"/>
            <a:chExt cx="87840" cy="352800"/>
          </a:xfrm>
        </p:grpSpPr>
        <p:sp>
          <p:nvSpPr>
            <p:cNvPr id="149" name="object 72"/>
            <p:cNvSpPr/>
            <p:nvPr/>
          </p:nvSpPr>
          <p:spPr>
            <a:xfrm>
              <a:off x="7054920" y="684216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5" h="264795">
                  <a:moveTo>
                    <a:pt x="88023" y="88201"/>
                  </a:moveTo>
                  <a:lnTo>
                    <a:pt x="0" y="88201"/>
                  </a:lnTo>
                  <a:lnTo>
                    <a:pt x="0" y="176314"/>
                  </a:lnTo>
                  <a:lnTo>
                    <a:pt x="0" y="264414"/>
                  </a:lnTo>
                  <a:lnTo>
                    <a:pt x="88023" y="264414"/>
                  </a:lnTo>
                  <a:lnTo>
                    <a:pt x="88023" y="176314"/>
                  </a:lnTo>
                  <a:lnTo>
                    <a:pt x="88023" y="88201"/>
                  </a:lnTo>
                  <a:close/>
                </a:path>
                <a:path w="88265" h="264795">
                  <a:moveTo>
                    <a:pt x="88023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88023" y="88112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object 73"/>
            <p:cNvSpPr/>
            <p:nvPr/>
          </p:nvSpPr>
          <p:spPr>
            <a:xfrm>
              <a:off x="7054920" y="675396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1" name="object 87"/>
          <p:cNvSpPr/>
          <p:nvPr/>
        </p:nvSpPr>
        <p:spPr>
          <a:xfrm>
            <a:off x="6967080" y="666612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object 102"/>
          <p:cNvSpPr/>
          <p:nvPr/>
        </p:nvSpPr>
        <p:spPr>
          <a:xfrm>
            <a:off x="6879240" y="666612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object 118"/>
          <p:cNvSpPr/>
          <p:nvPr/>
        </p:nvSpPr>
        <p:spPr>
          <a:xfrm>
            <a:off x="6791040" y="666612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2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2" y="0"/>
                </a:lnTo>
                <a:lnTo>
                  <a:pt x="87932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object 132"/>
          <p:cNvSpPr/>
          <p:nvPr/>
        </p:nvSpPr>
        <p:spPr>
          <a:xfrm>
            <a:off x="6703200" y="6401520"/>
            <a:ext cx="87840" cy="264600"/>
          </a:xfrm>
          <a:custGeom>
            <a:avLst/>
            <a:gdLst>
              <a:gd name="textAreaLeft" fmla="*/ 0 w 87840"/>
              <a:gd name="textAreaRight" fmla="*/ 88200 w 87840"/>
              <a:gd name="textAreaTop" fmla="*/ 0 h 264600"/>
              <a:gd name="textAreaBottom" fmla="*/ 264960 h 264600"/>
            </a:gdLst>
            <a:ahLst/>
            <a:rect l="textAreaLeft" t="textAreaTop" r="textAreaRight" b="textAreaBottom"/>
            <a:pathLst>
              <a:path w="88265" h="264795">
                <a:moveTo>
                  <a:pt x="87934" y="88201"/>
                </a:moveTo>
                <a:lnTo>
                  <a:pt x="0" y="88201"/>
                </a:lnTo>
                <a:lnTo>
                  <a:pt x="0" y="176403"/>
                </a:lnTo>
                <a:lnTo>
                  <a:pt x="0" y="264502"/>
                </a:lnTo>
                <a:lnTo>
                  <a:pt x="87934" y="264502"/>
                </a:lnTo>
                <a:lnTo>
                  <a:pt x="87934" y="176403"/>
                </a:lnTo>
                <a:lnTo>
                  <a:pt x="87934" y="88201"/>
                </a:lnTo>
                <a:close/>
              </a:path>
              <a:path w="88265" h="264795">
                <a:moveTo>
                  <a:pt x="87934" y="0"/>
                </a:moveTo>
                <a:lnTo>
                  <a:pt x="0" y="0"/>
                </a:lnTo>
                <a:lnTo>
                  <a:pt x="0" y="88099"/>
                </a:lnTo>
                <a:lnTo>
                  <a:pt x="87934" y="88099"/>
                </a:lnTo>
                <a:lnTo>
                  <a:pt x="8793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5" name="object 146"/>
          <p:cNvGrpSpPr/>
          <p:nvPr/>
        </p:nvGrpSpPr>
        <p:grpSpPr>
          <a:xfrm>
            <a:off x="6615360" y="6313320"/>
            <a:ext cx="87840" cy="352440"/>
            <a:chOff x="6615360" y="6313320"/>
            <a:chExt cx="87840" cy="352440"/>
          </a:xfrm>
        </p:grpSpPr>
        <p:sp>
          <p:nvSpPr>
            <p:cNvPr id="156" name="object 147"/>
            <p:cNvSpPr/>
            <p:nvPr/>
          </p:nvSpPr>
          <p:spPr>
            <a:xfrm>
              <a:off x="6615360" y="65779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object 148"/>
            <p:cNvSpPr/>
            <p:nvPr/>
          </p:nvSpPr>
          <p:spPr>
            <a:xfrm>
              <a:off x="6615360" y="640152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88201"/>
                  </a:moveTo>
                  <a:lnTo>
                    <a:pt x="0" y="88201"/>
                  </a:lnTo>
                  <a:lnTo>
                    <a:pt x="0" y="176403"/>
                  </a:lnTo>
                  <a:lnTo>
                    <a:pt x="87922" y="176403"/>
                  </a:lnTo>
                  <a:lnTo>
                    <a:pt x="87922" y="88201"/>
                  </a:lnTo>
                  <a:close/>
                </a:path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ffe7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object 149"/>
            <p:cNvSpPr/>
            <p:nvPr/>
          </p:nvSpPr>
          <p:spPr>
            <a:xfrm>
              <a:off x="6615360" y="63133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4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" name="object 167"/>
          <p:cNvGrpSpPr/>
          <p:nvPr/>
        </p:nvGrpSpPr>
        <p:grpSpPr>
          <a:xfrm>
            <a:off x="6527160" y="6401520"/>
            <a:ext cx="87840" cy="264240"/>
            <a:chOff x="6527160" y="6401520"/>
            <a:chExt cx="87840" cy="264240"/>
          </a:xfrm>
        </p:grpSpPr>
        <p:sp>
          <p:nvSpPr>
            <p:cNvPr id="160" name="object 168"/>
            <p:cNvSpPr/>
            <p:nvPr/>
          </p:nvSpPr>
          <p:spPr>
            <a:xfrm>
              <a:off x="6527160" y="65779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object 169"/>
            <p:cNvSpPr/>
            <p:nvPr/>
          </p:nvSpPr>
          <p:spPr>
            <a:xfrm>
              <a:off x="6527160" y="64897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ffe7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object 170"/>
            <p:cNvSpPr/>
            <p:nvPr/>
          </p:nvSpPr>
          <p:spPr>
            <a:xfrm>
              <a:off x="6527160" y="64015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4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3" name="object 184"/>
          <p:cNvSpPr/>
          <p:nvPr/>
        </p:nvSpPr>
        <p:spPr>
          <a:xfrm>
            <a:off x="6439320" y="648972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3" y="88200"/>
                </a:moveTo>
                <a:lnTo>
                  <a:pt x="0" y="88200"/>
                </a:lnTo>
                <a:lnTo>
                  <a:pt x="0" y="0"/>
                </a:lnTo>
                <a:lnTo>
                  <a:pt x="87933" y="0"/>
                </a:lnTo>
                <a:lnTo>
                  <a:pt x="87933" y="88200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object 86"/>
          <p:cNvSpPr/>
          <p:nvPr/>
        </p:nvSpPr>
        <p:spPr>
          <a:xfrm>
            <a:off x="696708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object 101"/>
          <p:cNvSpPr/>
          <p:nvPr/>
        </p:nvSpPr>
        <p:spPr>
          <a:xfrm>
            <a:off x="687924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object 117"/>
          <p:cNvSpPr/>
          <p:nvPr/>
        </p:nvSpPr>
        <p:spPr>
          <a:xfrm>
            <a:off x="679104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2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2" y="0"/>
                </a:lnTo>
                <a:lnTo>
                  <a:pt x="87932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object 131"/>
          <p:cNvSpPr/>
          <p:nvPr/>
        </p:nvSpPr>
        <p:spPr>
          <a:xfrm>
            <a:off x="6703200" y="7018560"/>
            <a:ext cx="87840" cy="176040"/>
          </a:xfrm>
          <a:custGeom>
            <a:avLst/>
            <a:gdLst>
              <a:gd name="textAreaLeft" fmla="*/ 0 w 87840"/>
              <a:gd name="textAreaRight" fmla="*/ 88200 w 87840"/>
              <a:gd name="textAreaTop" fmla="*/ 0 h 176040"/>
              <a:gd name="textAreaBottom" fmla="*/ 176400 h 176040"/>
            </a:gdLst>
            <a:ahLst/>
            <a:rect l="textAreaLeft" t="textAreaTop" r="textAreaRight" b="textAreaBottom"/>
            <a:pathLst>
              <a:path w="88265" h="176529">
                <a:moveTo>
                  <a:pt x="87934" y="0"/>
                </a:moveTo>
                <a:lnTo>
                  <a:pt x="0" y="0"/>
                </a:lnTo>
                <a:lnTo>
                  <a:pt x="0" y="88099"/>
                </a:lnTo>
                <a:lnTo>
                  <a:pt x="0" y="176212"/>
                </a:lnTo>
                <a:lnTo>
                  <a:pt x="87934" y="176212"/>
                </a:lnTo>
                <a:lnTo>
                  <a:pt x="87934" y="88099"/>
                </a:lnTo>
                <a:lnTo>
                  <a:pt x="8793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object 145"/>
          <p:cNvSpPr/>
          <p:nvPr/>
        </p:nvSpPr>
        <p:spPr>
          <a:xfrm>
            <a:off x="661536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2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2" y="0"/>
                </a:lnTo>
                <a:lnTo>
                  <a:pt x="87932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object 166"/>
          <p:cNvSpPr/>
          <p:nvPr/>
        </p:nvSpPr>
        <p:spPr>
          <a:xfrm>
            <a:off x="652716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5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object 183"/>
          <p:cNvSpPr/>
          <p:nvPr/>
        </p:nvSpPr>
        <p:spPr>
          <a:xfrm>
            <a:off x="6439320" y="7018560"/>
            <a:ext cx="87840" cy="176040"/>
          </a:xfrm>
          <a:custGeom>
            <a:avLst/>
            <a:gdLst>
              <a:gd name="textAreaLeft" fmla="*/ 0 w 87840"/>
              <a:gd name="textAreaRight" fmla="*/ 88200 w 87840"/>
              <a:gd name="textAreaTop" fmla="*/ 0 h 176040"/>
              <a:gd name="textAreaBottom" fmla="*/ 176400 h 176040"/>
            </a:gdLst>
            <a:ahLst/>
            <a:rect l="textAreaLeft" t="textAreaTop" r="textAreaRight" b="textAreaBottom"/>
            <a:pathLst>
              <a:path w="88265" h="176529">
                <a:moveTo>
                  <a:pt x="87934" y="0"/>
                </a:moveTo>
                <a:lnTo>
                  <a:pt x="0" y="0"/>
                </a:lnTo>
                <a:lnTo>
                  <a:pt x="0" y="88099"/>
                </a:lnTo>
                <a:lnTo>
                  <a:pt x="0" y="176212"/>
                </a:lnTo>
                <a:lnTo>
                  <a:pt x="87934" y="176212"/>
                </a:lnTo>
                <a:lnTo>
                  <a:pt x="87934" y="88099"/>
                </a:lnTo>
                <a:lnTo>
                  <a:pt x="8793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object 197"/>
          <p:cNvSpPr/>
          <p:nvPr/>
        </p:nvSpPr>
        <p:spPr>
          <a:xfrm>
            <a:off x="635148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8026" y="88106"/>
                </a:moveTo>
                <a:lnTo>
                  <a:pt x="0" y="88106"/>
                </a:lnTo>
                <a:lnTo>
                  <a:pt x="0" y="0"/>
                </a:lnTo>
                <a:lnTo>
                  <a:pt x="88026" y="0"/>
                </a:lnTo>
                <a:lnTo>
                  <a:pt x="88026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object 215"/>
          <p:cNvSpPr/>
          <p:nvPr/>
        </p:nvSpPr>
        <p:spPr>
          <a:xfrm>
            <a:off x="626328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2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2" y="0"/>
                </a:lnTo>
                <a:lnTo>
                  <a:pt x="87932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object 229"/>
          <p:cNvSpPr/>
          <p:nvPr/>
        </p:nvSpPr>
        <p:spPr>
          <a:xfrm>
            <a:off x="6175440" y="7018560"/>
            <a:ext cx="87840" cy="176040"/>
          </a:xfrm>
          <a:custGeom>
            <a:avLst/>
            <a:gdLst>
              <a:gd name="textAreaLeft" fmla="*/ 0 w 87840"/>
              <a:gd name="textAreaRight" fmla="*/ 88200 w 87840"/>
              <a:gd name="textAreaTop" fmla="*/ 0 h 176040"/>
              <a:gd name="textAreaBottom" fmla="*/ 176400 h 176040"/>
            </a:gdLst>
            <a:ahLst/>
            <a:rect l="textAreaLeft" t="textAreaTop" r="textAreaRight" b="textAreaBottom"/>
            <a:pathLst>
              <a:path w="88264" h="176529">
                <a:moveTo>
                  <a:pt x="87934" y="0"/>
                </a:moveTo>
                <a:lnTo>
                  <a:pt x="0" y="0"/>
                </a:lnTo>
                <a:lnTo>
                  <a:pt x="0" y="88099"/>
                </a:lnTo>
                <a:lnTo>
                  <a:pt x="0" y="176212"/>
                </a:lnTo>
                <a:lnTo>
                  <a:pt x="87934" y="176212"/>
                </a:lnTo>
                <a:lnTo>
                  <a:pt x="87934" y="88099"/>
                </a:lnTo>
                <a:lnTo>
                  <a:pt x="8793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object 243"/>
          <p:cNvSpPr/>
          <p:nvPr/>
        </p:nvSpPr>
        <p:spPr>
          <a:xfrm>
            <a:off x="608760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object 261"/>
          <p:cNvSpPr/>
          <p:nvPr/>
        </p:nvSpPr>
        <p:spPr>
          <a:xfrm>
            <a:off x="599940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object 275"/>
          <p:cNvSpPr/>
          <p:nvPr/>
        </p:nvSpPr>
        <p:spPr>
          <a:xfrm>
            <a:off x="5911560" y="7018560"/>
            <a:ext cx="87840" cy="176040"/>
          </a:xfrm>
          <a:custGeom>
            <a:avLst/>
            <a:gdLst>
              <a:gd name="textAreaLeft" fmla="*/ 0 w 87840"/>
              <a:gd name="textAreaRight" fmla="*/ 88200 w 87840"/>
              <a:gd name="textAreaTop" fmla="*/ 0 h 176040"/>
              <a:gd name="textAreaBottom" fmla="*/ 176400 h 176040"/>
            </a:gdLst>
            <a:ahLst/>
            <a:rect l="textAreaLeft" t="textAreaTop" r="textAreaRight" b="textAreaBottom"/>
            <a:pathLst>
              <a:path w="88264" h="176529">
                <a:moveTo>
                  <a:pt x="87934" y="0"/>
                </a:moveTo>
                <a:lnTo>
                  <a:pt x="0" y="0"/>
                </a:lnTo>
                <a:lnTo>
                  <a:pt x="0" y="88099"/>
                </a:lnTo>
                <a:lnTo>
                  <a:pt x="0" y="176212"/>
                </a:lnTo>
                <a:lnTo>
                  <a:pt x="87934" y="176212"/>
                </a:lnTo>
                <a:lnTo>
                  <a:pt x="87934" y="88099"/>
                </a:lnTo>
                <a:lnTo>
                  <a:pt x="8793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object 289"/>
          <p:cNvSpPr/>
          <p:nvPr/>
        </p:nvSpPr>
        <p:spPr>
          <a:xfrm>
            <a:off x="582336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object 304"/>
          <p:cNvSpPr/>
          <p:nvPr/>
        </p:nvSpPr>
        <p:spPr>
          <a:xfrm>
            <a:off x="573552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object 317"/>
          <p:cNvSpPr/>
          <p:nvPr/>
        </p:nvSpPr>
        <p:spPr>
          <a:xfrm>
            <a:off x="5647680" y="7018560"/>
            <a:ext cx="87840" cy="176040"/>
          </a:xfrm>
          <a:custGeom>
            <a:avLst/>
            <a:gdLst>
              <a:gd name="textAreaLeft" fmla="*/ 0 w 87840"/>
              <a:gd name="textAreaRight" fmla="*/ 88200 w 87840"/>
              <a:gd name="textAreaTop" fmla="*/ 0 h 176040"/>
              <a:gd name="textAreaBottom" fmla="*/ 176400 h 176040"/>
            </a:gdLst>
            <a:ahLst/>
            <a:rect l="textAreaLeft" t="textAreaTop" r="textAreaRight" b="textAreaBottom"/>
            <a:pathLst>
              <a:path w="88264" h="176529">
                <a:moveTo>
                  <a:pt x="87922" y="0"/>
                </a:moveTo>
                <a:lnTo>
                  <a:pt x="0" y="0"/>
                </a:lnTo>
                <a:lnTo>
                  <a:pt x="0" y="88099"/>
                </a:lnTo>
                <a:lnTo>
                  <a:pt x="0" y="176212"/>
                </a:lnTo>
                <a:lnTo>
                  <a:pt x="87922" y="176212"/>
                </a:lnTo>
                <a:lnTo>
                  <a:pt x="87922" y="88099"/>
                </a:lnTo>
                <a:lnTo>
                  <a:pt x="8792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object 331"/>
          <p:cNvSpPr/>
          <p:nvPr/>
        </p:nvSpPr>
        <p:spPr>
          <a:xfrm>
            <a:off x="555948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8026" y="88106"/>
                </a:moveTo>
                <a:lnTo>
                  <a:pt x="0" y="88106"/>
                </a:lnTo>
                <a:lnTo>
                  <a:pt x="0" y="0"/>
                </a:lnTo>
                <a:lnTo>
                  <a:pt x="88026" y="0"/>
                </a:lnTo>
                <a:lnTo>
                  <a:pt x="88026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object 346"/>
          <p:cNvSpPr/>
          <p:nvPr/>
        </p:nvSpPr>
        <p:spPr>
          <a:xfrm>
            <a:off x="547164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object 359"/>
          <p:cNvSpPr/>
          <p:nvPr/>
        </p:nvSpPr>
        <p:spPr>
          <a:xfrm>
            <a:off x="5383800" y="7018560"/>
            <a:ext cx="87840" cy="176040"/>
          </a:xfrm>
          <a:custGeom>
            <a:avLst/>
            <a:gdLst>
              <a:gd name="textAreaLeft" fmla="*/ 0 w 87840"/>
              <a:gd name="textAreaRight" fmla="*/ 88200 w 87840"/>
              <a:gd name="textAreaTop" fmla="*/ 0 h 176040"/>
              <a:gd name="textAreaBottom" fmla="*/ 176400 h 176040"/>
            </a:gdLst>
            <a:ahLst/>
            <a:rect l="textAreaLeft" t="textAreaTop" r="textAreaRight" b="textAreaBottom"/>
            <a:pathLst>
              <a:path w="88264" h="176529">
                <a:moveTo>
                  <a:pt x="87922" y="0"/>
                </a:moveTo>
                <a:lnTo>
                  <a:pt x="0" y="0"/>
                </a:lnTo>
                <a:lnTo>
                  <a:pt x="0" y="88099"/>
                </a:lnTo>
                <a:lnTo>
                  <a:pt x="0" y="176212"/>
                </a:lnTo>
                <a:lnTo>
                  <a:pt x="87922" y="176212"/>
                </a:lnTo>
                <a:lnTo>
                  <a:pt x="87922" y="88099"/>
                </a:lnTo>
                <a:lnTo>
                  <a:pt x="8792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object 372"/>
          <p:cNvSpPr/>
          <p:nvPr/>
        </p:nvSpPr>
        <p:spPr>
          <a:xfrm>
            <a:off x="529560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387"/>
          <p:cNvSpPr/>
          <p:nvPr/>
        </p:nvSpPr>
        <p:spPr>
          <a:xfrm>
            <a:off x="5207760" y="70185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bject 406"/>
          <p:cNvSpPr/>
          <p:nvPr/>
        </p:nvSpPr>
        <p:spPr>
          <a:xfrm>
            <a:off x="511992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object 425"/>
          <p:cNvSpPr/>
          <p:nvPr/>
        </p:nvSpPr>
        <p:spPr>
          <a:xfrm>
            <a:off x="5031720" y="7106760"/>
            <a:ext cx="87840" cy="87840"/>
          </a:xfrm>
          <a:custGeom>
            <a:avLst/>
            <a:gdLst>
              <a:gd name="textAreaLeft" fmla="*/ 0 w 87840"/>
              <a:gd name="textAreaRight" fmla="*/ 88200 w 87840"/>
              <a:gd name="textAreaTop" fmla="*/ 0 h 87840"/>
              <a:gd name="textAreaBottom" fmla="*/ 88200 h 87840"/>
            </a:gdLst>
            <a:ahLst/>
            <a:rect l="textAreaLeft" t="textAreaTop" r="textAreaRight" b="textAreaBottom"/>
            <a:pathLst>
              <a:path w="88264" h="88265">
                <a:moveTo>
                  <a:pt x="87933" y="88106"/>
                </a:moveTo>
                <a:lnTo>
                  <a:pt x="0" y="88106"/>
                </a:lnTo>
                <a:lnTo>
                  <a:pt x="0" y="0"/>
                </a:lnTo>
                <a:lnTo>
                  <a:pt x="87933" y="0"/>
                </a:lnTo>
                <a:lnTo>
                  <a:pt x="87933" y="88106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7" name="object 2"/>
          <p:cNvGrpSpPr/>
          <p:nvPr/>
        </p:nvGrpSpPr>
        <p:grpSpPr>
          <a:xfrm>
            <a:off x="7054920" y="7371000"/>
            <a:ext cx="703440" cy="1498320"/>
            <a:chOff x="7054920" y="7371000"/>
            <a:chExt cx="703440" cy="1498320"/>
          </a:xfrm>
        </p:grpSpPr>
        <p:sp>
          <p:nvSpPr>
            <p:cNvPr id="188" name="object 3"/>
            <p:cNvSpPr/>
            <p:nvPr/>
          </p:nvSpPr>
          <p:spPr>
            <a:xfrm>
              <a:off x="7582680" y="7459200"/>
              <a:ext cx="175680" cy="141012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1410120"/>
                <a:gd name="textAreaBottom" fmla="*/ 1410480 h 1410120"/>
              </a:gdLst>
              <a:ahLst/>
              <a:rect l="textAreaLeft" t="textAreaTop" r="textAreaRight" b="textAreaBottom"/>
              <a:pathLst>
                <a:path w="175895" h="1410334">
                  <a:moveTo>
                    <a:pt x="87922" y="1322070"/>
                  </a:moveTo>
                  <a:lnTo>
                    <a:pt x="0" y="1322070"/>
                  </a:lnTo>
                  <a:lnTo>
                    <a:pt x="0" y="1410271"/>
                  </a:lnTo>
                  <a:lnTo>
                    <a:pt x="87922" y="1410271"/>
                  </a:lnTo>
                  <a:lnTo>
                    <a:pt x="87922" y="1322070"/>
                  </a:lnTo>
                  <a:close/>
                </a:path>
                <a:path w="175895" h="1410334">
                  <a:moveTo>
                    <a:pt x="175856" y="1145857"/>
                  </a:moveTo>
                  <a:lnTo>
                    <a:pt x="87922" y="1145857"/>
                  </a:lnTo>
                  <a:lnTo>
                    <a:pt x="87922" y="1233970"/>
                  </a:lnTo>
                  <a:lnTo>
                    <a:pt x="87922" y="1322070"/>
                  </a:lnTo>
                  <a:lnTo>
                    <a:pt x="175856" y="1322070"/>
                  </a:lnTo>
                  <a:lnTo>
                    <a:pt x="175856" y="1233970"/>
                  </a:lnTo>
                  <a:lnTo>
                    <a:pt x="175856" y="1145857"/>
                  </a:lnTo>
                  <a:close/>
                </a:path>
                <a:path w="175895" h="1410334">
                  <a:moveTo>
                    <a:pt x="175856" y="881443"/>
                  </a:moveTo>
                  <a:lnTo>
                    <a:pt x="87922" y="881443"/>
                  </a:lnTo>
                  <a:lnTo>
                    <a:pt x="87922" y="969556"/>
                  </a:lnTo>
                  <a:lnTo>
                    <a:pt x="87922" y="1057656"/>
                  </a:lnTo>
                  <a:lnTo>
                    <a:pt x="87922" y="1145768"/>
                  </a:lnTo>
                  <a:lnTo>
                    <a:pt x="175856" y="1145768"/>
                  </a:lnTo>
                  <a:lnTo>
                    <a:pt x="175856" y="1057656"/>
                  </a:lnTo>
                  <a:lnTo>
                    <a:pt x="175856" y="969556"/>
                  </a:lnTo>
                  <a:lnTo>
                    <a:pt x="175856" y="881443"/>
                  </a:lnTo>
                  <a:close/>
                </a:path>
                <a:path w="175895" h="1410334">
                  <a:moveTo>
                    <a:pt x="175856" y="440728"/>
                  </a:moveTo>
                  <a:lnTo>
                    <a:pt x="87922" y="440728"/>
                  </a:lnTo>
                  <a:lnTo>
                    <a:pt x="87922" y="528828"/>
                  </a:lnTo>
                  <a:lnTo>
                    <a:pt x="87922" y="616940"/>
                  </a:lnTo>
                  <a:lnTo>
                    <a:pt x="87922" y="705142"/>
                  </a:lnTo>
                  <a:lnTo>
                    <a:pt x="87922" y="793242"/>
                  </a:lnTo>
                  <a:lnTo>
                    <a:pt x="87922" y="881354"/>
                  </a:lnTo>
                  <a:lnTo>
                    <a:pt x="175856" y="881354"/>
                  </a:lnTo>
                  <a:lnTo>
                    <a:pt x="175856" y="793242"/>
                  </a:lnTo>
                  <a:lnTo>
                    <a:pt x="175856" y="705142"/>
                  </a:lnTo>
                  <a:lnTo>
                    <a:pt x="175856" y="616940"/>
                  </a:lnTo>
                  <a:lnTo>
                    <a:pt x="175856" y="528828"/>
                  </a:lnTo>
                  <a:lnTo>
                    <a:pt x="175856" y="440728"/>
                  </a:lnTo>
                  <a:close/>
                </a:path>
                <a:path w="175895" h="1410334">
                  <a:moveTo>
                    <a:pt x="175856" y="176314"/>
                  </a:moveTo>
                  <a:lnTo>
                    <a:pt x="87922" y="176314"/>
                  </a:lnTo>
                  <a:lnTo>
                    <a:pt x="87922" y="264414"/>
                  </a:lnTo>
                  <a:lnTo>
                    <a:pt x="87922" y="352526"/>
                  </a:lnTo>
                  <a:lnTo>
                    <a:pt x="87922" y="440626"/>
                  </a:lnTo>
                  <a:lnTo>
                    <a:pt x="175856" y="440626"/>
                  </a:lnTo>
                  <a:lnTo>
                    <a:pt x="175856" y="352526"/>
                  </a:lnTo>
                  <a:lnTo>
                    <a:pt x="175856" y="264414"/>
                  </a:lnTo>
                  <a:lnTo>
                    <a:pt x="175856" y="176314"/>
                  </a:lnTo>
                  <a:close/>
                </a:path>
                <a:path w="175895" h="1410334">
                  <a:moveTo>
                    <a:pt x="175856" y="0"/>
                  </a:moveTo>
                  <a:lnTo>
                    <a:pt x="87922" y="0"/>
                  </a:lnTo>
                  <a:lnTo>
                    <a:pt x="87922" y="88112"/>
                  </a:lnTo>
                  <a:lnTo>
                    <a:pt x="87922" y="176212"/>
                  </a:lnTo>
                  <a:lnTo>
                    <a:pt x="175856" y="176212"/>
                  </a:lnTo>
                  <a:lnTo>
                    <a:pt x="175856" y="88112"/>
                  </a:lnTo>
                  <a:lnTo>
                    <a:pt x="17585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object 4"/>
            <p:cNvSpPr/>
            <p:nvPr/>
          </p:nvSpPr>
          <p:spPr>
            <a:xfrm>
              <a:off x="7582680" y="7371000"/>
              <a:ext cx="87840" cy="141012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410120"/>
                <a:gd name="textAreaBottom" fmla="*/ 1410480 h 1410120"/>
              </a:gdLst>
              <a:ahLst/>
              <a:rect l="textAreaLeft" t="textAreaTop" r="textAreaRight" b="textAreaBottom"/>
              <a:pathLst>
                <a:path w="88265" h="1410334">
                  <a:moveTo>
                    <a:pt x="87922" y="1233957"/>
                  </a:moveTo>
                  <a:lnTo>
                    <a:pt x="0" y="1233957"/>
                  </a:lnTo>
                  <a:lnTo>
                    <a:pt x="0" y="1322070"/>
                  </a:lnTo>
                  <a:lnTo>
                    <a:pt x="0" y="1410169"/>
                  </a:lnTo>
                  <a:lnTo>
                    <a:pt x="87922" y="1410169"/>
                  </a:lnTo>
                  <a:lnTo>
                    <a:pt x="87922" y="1322070"/>
                  </a:lnTo>
                  <a:lnTo>
                    <a:pt x="87922" y="1233957"/>
                  </a:lnTo>
                  <a:close/>
                </a:path>
                <a:path w="88265" h="1410334">
                  <a:moveTo>
                    <a:pt x="87922" y="969543"/>
                  </a:moveTo>
                  <a:lnTo>
                    <a:pt x="0" y="969543"/>
                  </a:lnTo>
                  <a:lnTo>
                    <a:pt x="0" y="1057656"/>
                  </a:lnTo>
                  <a:lnTo>
                    <a:pt x="0" y="1145755"/>
                  </a:lnTo>
                  <a:lnTo>
                    <a:pt x="0" y="1233868"/>
                  </a:lnTo>
                  <a:lnTo>
                    <a:pt x="87922" y="1233868"/>
                  </a:lnTo>
                  <a:lnTo>
                    <a:pt x="87922" y="1145755"/>
                  </a:lnTo>
                  <a:lnTo>
                    <a:pt x="87922" y="1057656"/>
                  </a:lnTo>
                  <a:lnTo>
                    <a:pt x="87922" y="969543"/>
                  </a:lnTo>
                  <a:close/>
                </a:path>
                <a:path w="88265" h="1410334">
                  <a:moveTo>
                    <a:pt x="87922" y="528828"/>
                  </a:moveTo>
                  <a:lnTo>
                    <a:pt x="0" y="528828"/>
                  </a:lnTo>
                  <a:lnTo>
                    <a:pt x="0" y="616927"/>
                  </a:lnTo>
                  <a:lnTo>
                    <a:pt x="0" y="705040"/>
                  </a:lnTo>
                  <a:lnTo>
                    <a:pt x="0" y="793242"/>
                  </a:lnTo>
                  <a:lnTo>
                    <a:pt x="0" y="881341"/>
                  </a:lnTo>
                  <a:lnTo>
                    <a:pt x="0" y="969454"/>
                  </a:lnTo>
                  <a:lnTo>
                    <a:pt x="87922" y="969454"/>
                  </a:lnTo>
                  <a:lnTo>
                    <a:pt x="87922" y="881341"/>
                  </a:lnTo>
                  <a:lnTo>
                    <a:pt x="87922" y="793242"/>
                  </a:lnTo>
                  <a:lnTo>
                    <a:pt x="87922" y="705040"/>
                  </a:lnTo>
                  <a:lnTo>
                    <a:pt x="87922" y="616927"/>
                  </a:lnTo>
                  <a:lnTo>
                    <a:pt x="87922" y="528828"/>
                  </a:lnTo>
                  <a:close/>
                </a:path>
                <a:path w="88265" h="1410334">
                  <a:moveTo>
                    <a:pt x="87922" y="264414"/>
                  </a:moveTo>
                  <a:lnTo>
                    <a:pt x="0" y="264414"/>
                  </a:lnTo>
                  <a:lnTo>
                    <a:pt x="0" y="352513"/>
                  </a:lnTo>
                  <a:lnTo>
                    <a:pt x="0" y="440626"/>
                  </a:lnTo>
                  <a:lnTo>
                    <a:pt x="0" y="528726"/>
                  </a:lnTo>
                  <a:lnTo>
                    <a:pt x="87922" y="528726"/>
                  </a:lnTo>
                  <a:lnTo>
                    <a:pt x="87922" y="440626"/>
                  </a:lnTo>
                  <a:lnTo>
                    <a:pt x="87922" y="352513"/>
                  </a:lnTo>
                  <a:lnTo>
                    <a:pt x="87922" y="264414"/>
                  </a:lnTo>
                  <a:close/>
                </a:path>
                <a:path w="88265" h="1410334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22" y="2643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object 5"/>
            <p:cNvSpPr/>
            <p:nvPr/>
          </p:nvSpPr>
          <p:spPr>
            <a:xfrm>
              <a:off x="749484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object 6"/>
            <p:cNvSpPr/>
            <p:nvPr/>
          </p:nvSpPr>
          <p:spPr>
            <a:xfrm>
              <a:off x="749484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object 7"/>
            <p:cNvSpPr/>
            <p:nvPr/>
          </p:nvSpPr>
          <p:spPr>
            <a:xfrm>
              <a:off x="7494840" y="7635600"/>
              <a:ext cx="87840" cy="105768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057680"/>
                <a:gd name="textAreaBottom" fmla="*/ 1058040 h 1057680"/>
              </a:gdLst>
              <a:ahLst/>
              <a:rect l="textAreaLeft" t="textAreaTop" r="textAreaRight" b="textAreaBottom"/>
              <a:pathLst>
                <a:path w="88265" h="1057909">
                  <a:moveTo>
                    <a:pt x="87934" y="969543"/>
                  </a:moveTo>
                  <a:lnTo>
                    <a:pt x="0" y="969543"/>
                  </a:lnTo>
                  <a:lnTo>
                    <a:pt x="0" y="1057656"/>
                  </a:lnTo>
                  <a:lnTo>
                    <a:pt x="87934" y="1057656"/>
                  </a:lnTo>
                  <a:lnTo>
                    <a:pt x="87934" y="969543"/>
                  </a:lnTo>
                  <a:close/>
                </a:path>
                <a:path w="88265" h="1057909">
                  <a:moveTo>
                    <a:pt x="87934" y="705129"/>
                  </a:moveTo>
                  <a:lnTo>
                    <a:pt x="0" y="705129"/>
                  </a:lnTo>
                  <a:lnTo>
                    <a:pt x="0" y="793242"/>
                  </a:lnTo>
                  <a:lnTo>
                    <a:pt x="0" y="881341"/>
                  </a:lnTo>
                  <a:lnTo>
                    <a:pt x="0" y="969454"/>
                  </a:lnTo>
                  <a:lnTo>
                    <a:pt x="87934" y="969454"/>
                  </a:lnTo>
                  <a:lnTo>
                    <a:pt x="87934" y="881341"/>
                  </a:lnTo>
                  <a:lnTo>
                    <a:pt x="87934" y="793242"/>
                  </a:lnTo>
                  <a:lnTo>
                    <a:pt x="87934" y="705129"/>
                  </a:lnTo>
                  <a:close/>
                </a:path>
                <a:path w="88265" h="1057909">
                  <a:moveTo>
                    <a:pt x="87934" y="264414"/>
                  </a:moveTo>
                  <a:lnTo>
                    <a:pt x="0" y="264414"/>
                  </a:lnTo>
                  <a:lnTo>
                    <a:pt x="0" y="352513"/>
                  </a:lnTo>
                  <a:lnTo>
                    <a:pt x="0" y="440626"/>
                  </a:lnTo>
                  <a:lnTo>
                    <a:pt x="0" y="528828"/>
                  </a:lnTo>
                  <a:lnTo>
                    <a:pt x="0" y="616927"/>
                  </a:lnTo>
                  <a:lnTo>
                    <a:pt x="0" y="705040"/>
                  </a:lnTo>
                  <a:lnTo>
                    <a:pt x="87934" y="705040"/>
                  </a:lnTo>
                  <a:lnTo>
                    <a:pt x="87934" y="616927"/>
                  </a:lnTo>
                  <a:lnTo>
                    <a:pt x="87934" y="528828"/>
                  </a:lnTo>
                  <a:lnTo>
                    <a:pt x="87934" y="440626"/>
                  </a:lnTo>
                  <a:lnTo>
                    <a:pt x="87934" y="352513"/>
                  </a:lnTo>
                  <a:lnTo>
                    <a:pt x="87934" y="264414"/>
                  </a:lnTo>
                  <a:close/>
                </a:path>
                <a:path w="88265" h="105790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object 8"/>
            <p:cNvSpPr/>
            <p:nvPr/>
          </p:nvSpPr>
          <p:spPr>
            <a:xfrm>
              <a:off x="749484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" name="object 9"/>
            <p:cNvSpPr/>
            <p:nvPr/>
          </p:nvSpPr>
          <p:spPr>
            <a:xfrm>
              <a:off x="749484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object 10"/>
            <p:cNvSpPr/>
            <p:nvPr/>
          </p:nvSpPr>
          <p:spPr>
            <a:xfrm>
              <a:off x="749484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object 11"/>
            <p:cNvSpPr/>
            <p:nvPr/>
          </p:nvSpPr>
          <p:spPr>
            <a:xfrm>
              <a:off x="74070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object 12"/>
            <p:cNvSpPr/>
            <p:nvPr/>
          </p:nvSpPr>
          <p:spPr>
            <a:xfrm>
              <a:off x="74070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object 13"/>
            <p:cNvSpPr/>
            <p:nvPr/>
          </p:nvSpPr>
          <p:spPr>
            <a:xfrm>
              <a:off x="74070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object 14"/>
            <p:cNvSpPr/>
            <p:nvPr/>
          </p:nvSpPr>
          <p:spPr>
            <a:xfrm>
              <a:off x="740700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" name="object 15"/>
            <p:cNvSpPr/>
            <p:nvPr/>
          </p:nvSpPr>
          <p:spPr>
            <a:xfrm>
              <a:off x="740700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object 16"/>
            <p:cNvSpPr/>
            <p:nvPr/>
          </p:nvSpPr>
          <p:spPr>
            <a:xfrm>
              <a:off x="740700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object 17"/>
            <p:cNvSpPr/>
            <p:nvPr/>
          </p:nvSpPr>
          <p:spPr>
            <a:xfrm>
              <a:off x="740700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object 18"/>
            <p:cNvSpPr/>
            <p:nvPr/>
          </p:nvSpPr>
          <p:spPr>
            <a:xfrm>
              <a:off x="740700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object 19"/>
            <p:cNvSpPr/>
            <p:nvPr/>
          </p:nvSpPr>
          <p:spPr>
            <a:xfrm>
              <a:off x="740700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object 20"/>
            <p:cNvSpPr/>
            <p:nvPr/>
          </p:nvSpPr>
          <p:spPr>
            <a:xfrm>
              <a:off x="740700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object 21"/>
            <p:cNvSpPr/>
            <p:nvPr/>
          </p:nvSpPr>
          <p:spPr>
            <a:xfrm>
              <a:off x="74070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object 22"/>
            <p:cNvSpPr/>
            <p:nvPr/>
          </p:nvSpPr>
          <p:spPr>
            <a:xfrm>
              <a:off x="74070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object 23"/>
            <p:cNvSpPr/>
            <p:nvPr/>
          </p:nvSpPr>
          <p:spPr>
            <a:xfrm>
              <a:off x="74070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object 24"/>
            <p:cNvSpPr/>
            <p:nvPr/>
          </p:nvSpPr>
          <p:spPr>
            <a:xfrm>
              <a:off x="73188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object 25"/>
            <p:cNvSpPr/>
            <p:nvPr/>
          </p:nvSpPr>
          <p:spPr>
            <a:xfrm>
              <a:off x="73188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object 26"/>
            <p:cNvSpPr/>
            <p:nvPr/>
          </p:nvSpPr>
          <p:spPr>
            <a:xfrm>
              <a:off x="73188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object 27"/>
            <p:cNvSpPr/>
            <p:nvPr/>
          </p:nvSpPr>
          <p:spPr>
            <a:xfrm>
              <a:off x="731880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object 28"/>
            <p:cNvSpPr/>
            <p:nvPr/>
          </p:nvSpPr>
          <p:spPr>
            <a:xfrm>
              <a:off x="731880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object 29"/>
            <p:cNvSpPr/>
            <p:nvPr/>
          </p:nvSpPr>
          <p:spPr>
            <a:xfrm>
              <a:off x="731880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object 30"/>
            <p:cNvSpPr/>
            <p:nvPr/>
          </p:nvSpPr>
          <p:spPr>
            <a:xfrm>
              <a:off x="731880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6" name="object 31"/>
            <p:cNvSpPr/>
            <p:nvPr/>
          </p:nvSpPr>
          <p:spPr>
            <a:xfrm>
              <a:off x="731880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" name="object 32"/>
            <p:cNvSpPr/>
            <p:nvPr/>
          </p:nvSpPr>
          <p:spPr>
            <a:xfrm>
              <a:off x="731880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object 33"/>
            <p:cNvSpPr/>
            <p:nvPr/>
          </p:nvSpPr>
          <p:spPr>
            <a:xfrm>
              <a:off x="731880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object 34"/>
            <p:cNvSpPr/>
            <p:nvPr/>
          </p:nvSpPr>
          <p:spPr>
            <a:xfrm>
              <a:off x="73188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0" name="object 35"/>
            <p:cNvSpPr/>
            <p:nvPr/>
          </p:nvSpPr>
          <p:spPr>
            <a:xfrm>
              <a:off x="73188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object 36"/>
            <p:cNvSpPr/>
            <p:nvPr/>
          </p:nvSpPr>
          <p:spPr>
            <a:xfrm>
              <a:off x="73188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object 37"/>
            <p:cNvSpPr/>
            <p:nvPr/>
          </p:nvSpPr>
          <p:spPr>
            <a:xfrm>
              <a:off x="723096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object 38"/>
            <p:cNvSpPr/>
            <p:nvPr/>
          </p:nvSpPr>
          <p:spPr>
            <a:xfrm>
              <a:off x="723096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object 39"/>
            <p:cNvSpPr/>
            <p:nvPr/>
          </p:nvSpPr>
          <p:spPr>
            <a:xfrm>
              <a:off x="723096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object 40"/>
            <p:cNvSpPr/>
            <p:nvPr/>
          </p:nvSpPr>
          <p:spPr>
            <a:xfrm>
              <a:off x="723096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object 41"/>
            <p:cNvSpPr/>
            <p:nvPr/>
          </p:nvSpPr>
          <p:spPr>
            <a:xfrm>
              <a:off x="723096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object 42"/>
            <p:cNvSpPr/>
            <p:nvPr/>
          </p:nvSpPr>
          <p:spPr>
            <a:xfrm>
              <a:off x="723096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object 43"/>
            <p:cNvSpPr/>
            <p:nvPr/>
          </p:nvSpPr>
          <p:spPr>
            <a:xfrm>
              <a:off x="723096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object 44"/>
            <p:cNvSpPr/>
            <p:nvPr/>
          </p:nvSpPr>
          <p:spPr>
            <a:xfrm>
              <a:off x="723096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object 45"/>
            <p:cNvSpPr/>
            <p:nvPr/>
          </p:nvSpPr>
          <p:spPr>
            <a:xfrm>
              <a:off x="723096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5" h="264795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object 46"/>
            <p:cNvSpPr/>
            <p:nvPr/>
          </p:nvSpPr>
          <p:spPr>
            <a:xfrm>
              <a:off x="723096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2" name="object 47"/>
            <p:cNvSpPr/>
            <p:nvPr/>
          </p:nvSpPr>
          <p:spPr>
            <a:xfrm>
              <a:off x="723096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object 48"/>
            <p:cNvSpPr/>
            <p:nvPr/>
          </p:nvSpPr>
          <p:spPr>
            <a:xfrm>
              <a:off x="723096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object 49"/>
            <p:cNvSpPr/>
            <p:nvPr/>
          </p:nvSpPr>
          <p:spPr>
            <a:xfrm>
              <a:off x="714312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object 50"/>
            <p:cNvSpPr/>
            <p:nvPr/>
          </p:nvSpPr>
          <p:spPr>
            <a:xfrm>
              <a:off x="714312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object 51"/>
            <p:cNvSpPr/>
            <p:nvPr/>
          </p:nvSpPr>
          <p:spPr>
            <a:xfrm>
              <a:off x="714312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object 52"/>
            <p:cNvSpPr/>
            <p:nvPr/>
          </p:nvSpPr>
          <p:spPr>
            <a:xfrm>
              <a:off x="714312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" name="object 53"/>
            <p:cNvSpPr/>
            <p:nvPr/>
          </p:nvSpPr>
          <p:spPr>
            <a:xfrm>
              <a:off x="714312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object 54"/>
            <p:cNvSpPr/>
            <p:nvPr/>
          </p:nvSpPr>
          <p:spPr>
            <a:xfrm>
              <a:off x="714312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object 55"/>
            <p:cNvSpPr/>
            <p:nvPr/>
          </p:nvSpPr>
          <p:spPr>
            <a:xfrm>
              <a:off x="714312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34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close/>
                </a:path>
                <a:path w="88265" h="35305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object 56"/>
            <p:cNvSpPr/>
            <p:nvPr/>
          </p:nvSpPr>
          <p:spPr>
            <a:xfrm>
              <a:off x="714312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object 57"/>
            <p:cNvSpPr/>
            <p:nvPr/>
          </p:nvSpPr>
          <p:spPr>
            <a:xfrm>
              <a:off x="714312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object 58"/>
            <p:cNvSpPr/>
            <p:nvPr/>
          </p:nvSpPr>
          <p:spPr>
            <a:xfrm>
              <a:off x="714312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" name="object 59"/>
            <p:cNvSpPr/>
            <p:nvPr/>
          </p:nvSpPr>
          <p:spPr>
            <a:xfrm>
              <a:off x="714312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object 60"/>
            <p:cNvSpPr/>
            <p:nvPr/>
          </p:nvSpPr>
          <p:spPr>
            <a:xfrm>
              <a:off x="705492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object 61"/>
            <p:cNvSpPr/>
            <p:nvPr/>
          </p:nvSpPr>
          <p:spPr>
            <a:xfrm>
              <a:off x="705492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object 62"/>
            <p:cNvSpPr/>
            <p:nvPr/>
          </p:nvSpPr>
          <p:spPr>
            <a:xfrm>
              <a:off x="7054920" y="83408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8023" y="264414"/>
                  </a:moveTo>
                  <a:lnTo>
                    <a:pt x="0" y="264414"/>
                  </a:lnTo>
                  <a:lnTo>
                    <a:pt x="0" y="352526"/>
                  </a:lnTo>
                  <a:lnTo>
                    <a:pt x="88023" y="352526"/>
                  </a:lnTo>
                  <a:lnTo>
                    <a:pt x="88023" y="264414"/>
                  </a:lnTo>
                  <a:close/>
                </a:path>
                <a:path w="88265" h="353059">
                  <a:moveTo>
                    <a:pt x="88023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0" y="176212"/>
                  </a:lnTo>
                  <a:lnTo>
                    <a:pt x="0" y="264325"/>
                  </a:lnTo>
                  <a:lnTo>
                    <a:pt x="88023" y="264325"/>
                  </a:lnTo>
                  <a:lnTo>
                    <a:pt x="88023" y="176212"/>
                  </a:lnTo>
                  <a:lnTo>
                    <a:pt x="88023" y="88112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8" name="object 63"/>
            <p:cNvSpPr/>
            <p:nvPr/>
          </p:nvSpPr>
          <p:spPr>
            <a:xfrm>
              <a:off x="705492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object 64"/>
            <p:cNvSpPr/>
            <p:nvPr/>
          </p:nvSpPr>
          <p:spPr>
            <a:xfrm>
              <a:off x="705492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0" name="object 65"/>
            <p:cNvSpPr/>
            <p:nvPr/>
          </p:nvSpPr>
          <p:spPr>
            <a:xfrm>
              <a:off x="705492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8023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8023" y="176212"/>
                  </a:lnTo>
                  <a:lnTo>
                    <a:pt x="88023" y="88099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" name="object 66"/>
            <p:cNvSpPr/>
            <p:nvPr/>
          </p:nvSpPr>
          <p:spPr>
            <a:xfrm>
              <a:off x="705492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2" name="object 67"/>
            <p:cNvSpPr/>
            <p:nvPr/>
          </p:nvSpPr>
          <p:spPr>
            <a:xfrm>
              <a:off x="705492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object 68"/>
            <p:cNvSpPr/>
            <p:nvPr/>
          </p:nvSpPr>
          <p:spPr>
            <a:xfrm>
              <a:off x="705492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4" name="object 69"/>
            <p:cNvSpPr/>
            <p:nvPr/>
          </p:nvSpPr>
          <p:spPr>
            <a:xfrm>
              <a:off x="705492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object 70"/>
            <p:cNvSpPr/>
            <p:nvPr/>
          </p:nvSpPr>
          <p:spPr>
            <a:xfrm>
              <a:off x="705492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6" name="object 81"/>
          <p:cNvGrpSpPr/>
          <p:nvPr/>
        </p:nvGrpSpPr>
        <p:grpSpPr>
          <a:xfrm>
            <a:off x="6967080" y="7371000"/>
            <a:ext cx="87840" cy="529200"/>
            <a:chOff x="6967080" y="7371000"/>
            <a:chExt cx="87840" cy="529200"/>
          </a:xfrm>
        </p:grpSpPr>
        <p:sp>
          <p:nvSpPr>
            <p:cNvPr id="257" name="object 82"/>
            <p:cNvSpPr/>
            <p:nvPr/>
          </p:nvSpPr>
          <p:spPr>
            <a:xfrm>
              <a:off x="696708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5" h="264795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8" name="object 83"/>
            <p:cNvSpPr/>
            <p:nvPr/>
          </p:nvSpPr>
          <p:spPr>
            <a:xfrm>
              <a:off x="696708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object 84"/>
            <p:cNvSpPr/>
            <p:nvPr/>
          </p:nvSpPr>
          <p:spPr>
            <a:xfrm>
              <a:off x="696708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object 85"/>
            <p:cNvSpPr/>
            <p:nvPr/>
          </p:nvSpPr>
          <p:spPr>
            <a:xfrm>
              <a:off x="696708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object 74"/>
          <p:cNvGrpSpPr/>
          <p:nvPr/>
        </p:nvGrpSpPr>
        <p:grpSpPr>
          <a:xfrm>
            <a:off x="6967080" y="7988040"/>
            <a:ext cx="87840" cy="880920"/>
            <a:chOff x="6967080" y="7988040"/>
            <a:chExt cx="87840" cy="880920"/>
          </a:xfrm>
        </p:grpSpPr>
        <p:sp>
          <p:nvSpPr>
            <p:cNvPr id="262" name="object 75"/>
            <p:cNvSpPr/>
            <p:nvPr/>
          </p:nvSpPr>
          <p:spPr>
            <a:xfrm>
              <a:off x="696708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object 76"/>
            <p:cNvSpPr/>
            <p:nvPr/>
          </p:nvSpPr>
          <p:spPr>
            <a:xfrm>
              <a:off x="696708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object 77"/>
            <p:cNvSpPr/>
            <p:nvPr/>
          </p:nvSpPr>
          <p:spPr>
            <a:xfrm>
              <a:off x="696708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object 78"/>
            <p:cNvSpPr/>
            <p:nvPr/>
          </p:nvSpPr>
          <p:spPr>
            <a:xfrm>
              <a:off x="696708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" name="object 79"/>
            <p:cNvSpPr/>
            <p:nvPr/>
          </p:nvSpPr>
          <p:spPr>
            <a:xfrm>
              <a:off x="696708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34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502"/>
                  </a:lnTo>
                  <a:close/>
                </a:path>
                <a:path w="88265" h="353059">
                  <a:moveTo>
                    <a:pt x="87934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object 80"/>
            <p:cNvSpPr/>
            <p:nvPr/>
          </p:nvSpPr>
          <p:spPr>
            <a:xfrm>
              <a:off x="696708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8" name="object 93"/>
          <p:cNvGrpSpPr/>
          <p:nvPr/>
        </p:nvGrpSpPr>
        <p:grpSpPr>
          <a:xfrm>
            <a:off x="6879240" y="7371000"/>
            <a:ext cx="87840" cy="1057680"/>
            <a:chOff x="6879240" y="7371000"/>
            <a:chExt cx="87840" cy="1057680"/>
          </a:xfrm>
        </p:grpSpPr>
        <p:sp>
          <p:nvSpPr>
            <p:cNvPr id="269" name="object 94"/>
            <p:cNvSpPr/>
            <p:nvPr/>
          </p:nvSpPr>
          <p:spPr>
            <a:xfrm>
              <a:off x="687924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0" name="object 95"/>
            <p:cNvSpPr/>
            <p:nvPr/>
          </p:nvSpPr>
          <p:spPr>
            <a:xfrm>
              <a:off x="687924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" name="object 96"/>
            <p:cNvSpPr/>
            <p:nvPr/>
          </p:nvSpPr>
          <p:spPr>
            <a:xfrm>
              <a:off x="687924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22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7922" y="352615"/>
                  </a:lnTo>
                  <a:lnTo>
                    <a:pt x="87922" y="264414"/>
                  </a:lnTo>
                  <a:lnTo>
                    <a:pt x="87922" y="176301"/>
                  </a:lnTo>
                  <a:lnTo>
                    <a:pt x="87922" y="88201"/>
                  </a:lnTo>
                  <a:close/>
                </a:path>
                <a:path w="88265" h="35305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2" name="object 97"/>
            <p:cNvSpPr/>
            <p:nvPr/>
          </p:nvSpPr>
          <p:spPr>
            <a:xfrm>
              <a:off x="687924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object 98"/>
            <p:cNvSpPr/>
            <p:nvPr/>
          </p:nvSpPr>
          <p:spPr>
            <a:xfrm>
              <a:off x="687924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object 99"/>
            <p:cNvSpPr/>
            <p:nvPr/>
          </p:nvSpPr>
          <p:spPr>
            <a:xfrm>
              <a:off x="687924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" name="object 100"/>
            <p:cNvSpPr/>
            <p:nvPr/>
          </p:nvSpPr>
          <p:spPr>
            <a:xfrm>
              <a:off x="687924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76" name="object 113"/>
          <p:cNvGrpSpPr/>
          <p:nvPr/>
        </p:nvGrpSpPr>
        <p:grpSpPr>
          <a:xfrm>
            <a:off x="6791040" y="7371000"/>
            <a:ext cx="87840" cy="264240"/>
            <a:chOff x="6791040" y="7371000"/>
            <a:chExt cx="87840" cy="264240"/>
          </a:xfrm>
        </p:grpSpPr>
        <p:sp>
          <p:nvSpPr>
            <p:cNvPr id="277" name="object 114"/>
            <p:cNvSpPr/>
            <p:nvPr/>
          </p:nvSpPr>
          <p:spPr>
            <a:xfrm>
              <a:off x="679104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8" name="object 115"/>
            <p:cNvSpPr/>
            <p:nvPr/>
          </p:nvSpPr>
          <p:spPr>
            <a:xfrm>
              <a:off x="679104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object 116"/>
            <p:cNvSpPr/>
            <p:nvPr/>
          </p:nvSpPr>
          <p:spPr>
            <a:xfrm>
              <a:off x="679104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0" name="object 108"/>
          <p:cNvGrpSpPr/>
          <p:nvPr/>
        </p:nvGrpSpPr>
        <p:grpSpPr>
          <a:xfrm>
            <a:off x="6791040" y="7723800"/>
            <a:ext cx="87840" cy="440280"/>
            <a:chOff x="6791040" y="7723800"/>
            <a:chExt cx="87840" cy="440280"/>
          </a:xfrm>
        </p:grpSpPr>
        <p:sp>
          <p:nvSpPr>
            <p:cNvPr id="281" name="object 109"/>
            <p:cNvSpPr/>
            <p:nvPr/>
          </p:nvSpPr>
          <p:spPr>
            <a:xfrm>
              <a:off x="679104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object 110"/>
            <p:cNvSpPr/>
            <p:nvPr/>
          </p:nvSpPr>
          <p:spPr>
            <a:xfrm>
              <a:off x="679104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" name="object 111"/>
            <p:cNvSpPr/>
            <p:nvPr/>
          </p:nvSpPr>
          <p:spPr>
            <a:xfrm>
              <a:off x="679104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4" name="object 112"/>
            <p:cNvSpPr/>
            <p:nvPr/>
          </p:nvSpPr>
          <p:spPr>
            <a:xfrm>
              <a:off x="679104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5" name="object 126"/>
          <p:cNvGrpSpPr/>
          <p:nvPr/>
        </p:nvGrpSpPr>
        <p:grpSpPr>
          <a:xfrm>
            <a:off x="6703200" y="7371000"/>
            <a:ext cx="87840" cy="529200"/>
            <a:chOff x="6703200" y="7371000"/>
            <a:chExt cx="87840" cy="529200"/>
          </a:xfrm>
        </p:grpSpPr>
        <p:sp>
          <p:nvSpPr>
            <p:cNvPr id="286" name="object 127"/>
            <p:cNvSpPr/>
            <p:nvPr/>
          </p:nvSpPr>
          <p:spPr>
            <a:xfrm>
              <a:off x="670320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5" h="264795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7" name="object 128"/>
            <p:cNvSpPr/>
            <p:nvPr/>
          </p:nvSpPr>
          <p:spPr>
            <a:xfrm>
              <a:off x="67032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8" name="object 129"/>
            <p:cNvSpPr/>
            <p:nvPr/>
          </p:nvSpPr>
          <p:spPr>
            <a:xfrm>
              <a:off x="67032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object 130"/>
            <p:cNvSpPr/>
            <p:nvPr/>
          </p:nvSpPr>
          <p:spPr>
            <a:xfrm>
              <a:off x="67032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0" name="object 88"/>
          <p:cNvGrpSpPr/>
          <p:nvPr/>
        </p:nvGrpSpPr>
        <p:grpSpPr>
          <a:xfrm>
            <a:off x="6879240" y="8516880"/>
            <a:ext cx="87840" cy="352080"/>
            <a:chOff x="6879240" y="8516880"/>
            <a:chExt cx="87840" cy="352080"/>
          </a:xfrm>
        </p:grpSpPr>
        <p:sp>
          <p:nvSpPr>
            <p:cNvPr id="291" name="object 89"/>
            <p:cNvSpPr/>
            <p:nvPr/>
          </p:nvSpPr>
          <p:spPr>
            <a:xfrm>
              <a:off x="687924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2" name="object 90"/>
            <p:cNvSpPr/>
            <p:nvPr/>
          </p:nvSpPr>
          <p:spPr>
            <a:xfrm>
              <a:off x="687924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3" name="object 91"/>
            <p:cNvSpPr/>
            <p:nvPr/>
          </p:nvSpPr>
          <p:spPr>
            <a:xfrm>
              <a:off x="687924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object 92"/>
            <p:cNvSpPr/>
            <p:nvPr/>
          </p:nvSpPr>
          <p:spPr>
            <a:xfrm>
              <a:off x="687924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" name="object 103"/>
          <p:cNvGrpSpPr/>
          <p:nvPr/>
        </p:nvGrpSpPr>
        <p:grpSpPr>
          <a:xfrm>
            <a:off x="6791040" y="8252640"/>
            <a:ext cx="87840" cy="616320"/>
            <a:chOff x="6791040" y="8252640"/>
            <a:chExt cx="87840" cy="616320"/>
          </a:xfrm>
        </p:grpSpPr>
        <p:sp>
          <p:nvSpPr>
            <p:cNvPr id="296" name="object 104"/>
            <p:cNvSpPr/>
            <p:nvPr/>
          </p:nvSpPr>
          <p:spPr>
            <a:xfrm>
              <a:off x="679104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7" name="object 105"/>
            <p:cNvSpPr/>
            <p:nvPr/>
          </p:nvSpPr>
          <p:spPr>
            <a:xfrm>
              <a:off x="679104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object 106"/>
            <p:cNvSpPr/>
            <p:nvPr/>
          </p:nvSpPr>
          <p:spPr>
            <a:xfrm>
              <a:off x="6791040" y="83408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34" y="264414"/>
                  </a:moveTo>
                  <a:lnTo>
                    <a:pt x="0" y="264414"/>
                  </a:lnTo>
                  <a:lnTo>
                    <a:pt x="0" y="352526"/>
                  </a:lnTo>
                  <a:lnTo>
                    <a:pt x="87934" y="352526"/>
                  </a:lnTo>
                  <a:lnTo>
                    <a:pt x="87934" y="264414"/>
                  </a:lnTo>
                  <a:close/>
                </a:path>
                <a:path w="88265" h="353059">
                  <a:moveTo>
                    <a:pt x="87934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0" y="176212"/>
                  </a:lnTo>
                  <a:lnTo>
                    <a:pt x="0" y="264325"/>
                  </a:lnTo>
                  <a:lnTo>
                    <a:pt x="87934" y="264325"/>
                  </a:lnTo>
                  <a:lnTo>
                    <a:pt x="87934" y="176212"/>
                  </a:lnTo>
                  <a:lnTo>
                    <a:pt x="87934" y="88112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object 107"/>
            <p:cNvSpPr/>
            <p:nvPr/>
          </p:nvSpPr>
          <p:spPr>
            <a:xfrm>
              <a:off x="679104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" name="object 119"/>
          <p:cNvGrpSpPr/>
          <p:nvPr/>
        </p:nvGrpSpPr>
        <p:grpSpPr>
          <a:xfrm>
            <a:off x="6703200" y="7988040"/>
            <a:ext cx="87840" cy="880920"/>
            <a:chOff x="6703200" y="7988040"/>
            <a:chExt cx="87840" cy="880920"/>
          </a:xfrm>
        </p:grpSpPr>
        <p:sp>
          <p:nvSpPr>
            <p:cNvPr id="301" name="object 120"/>
            <p:cNvSpPr/>
            <p:nvPr/>
          </p:nvSpPr>
          <p:spPr>
            <a:xfrm>
              <a:off x="67032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2" name="object 121"/>
            <p:cNvSpPr/>
            <p:nvPr/>
          </p:nvSpPr>
          <p:spPr>
            <a:xfrm>
              <a:off x="67032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object 122"/>
            <p:cNvSpPr/>
            <p:nvPr/>
          </p:nvSpPr>
          <p:spPr>
            <a:xfrm>
              <a:off x="67032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4" name="object 123"/>
            <p:cNvSpPr/>
            <p:nvPr/>
          </p:nvSpPr>
          <p:spPr>
            <a:xfrm>
              <a:off x="670320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object 124"/>
            <p:cNvSpPr/>
            <p:nvPr/>
          </p:nvSpPr>
          <p:spPr>
            <a:xfrm>
              <a:off x="670320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34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502"/>
                  </a:lnTo>
                  <a:close/>
                </a:path>
                <a:path w="88265" h="353059">
                  <a:moveTo>
                    <a:pt x="87934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6" name="object 125"/>
            <p:cNvSpPr/>
            <p:nvPr/>
          </p:nvSpPr>
          <p:spPr>
            <a:xfrm>
              <a:off x="670320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" name="object 133"/>
          <p:cNvGrpSpPr/>
          <p:nvPr/>
        </p:nvGrpSpPr>
        <p:grpSpPr>
          <a:xfrm>
            <a:off x="6615360" y="7371000"/>
            <a:ext cx="87840" cy="1497960"/>
            <a:chOff x="6615360" y="7371000"/>
            <a:chExt cx="87840" cy="1497960"/>
          </a:xfrm>
        </p:grpSpPr>
        <p:sp>
          <p:nvSpPr>
            <p:cNvPr id="308" name="object 134"/>
            <p:cNvSpPr/>
            <p:nvPr/>
          </p:nvSpPr>
          <p:spPr>
            <a:xfrm>
              <a:off x="661536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9" name="object 135"/>
            <p:cNvSpPr/>
            <p:nvPr/>
          </p:nvSpPr>
          <p:spPr>
            <a:xfrm>
              <a:off x="661536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0" name="object 136"/>
            <p:cNvSpPr/>
            <p:nvPr/>
          </p:nvSpPr>
          <p:spPr>
            <a:xfrm>
              <a:off x="661536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object 137"/>
            <p:cNvSpPr/>
            <p:nvPr/>
          </p:nvSpPr>
          <p:spPr>
            <a:xfrm>
              <a:off x="661536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" name="object 138"/>
            <p:cNvSpPr/>
            <p:nvPr/>
          </p:nvSpPr>
          <p:spPr>
            <a:xfrm>
              <a:off x="661536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3" name="object 139"/>
            <p:cNvSpPr/>
            <p:nvPr/>
          </p:nvSpPr>
          <p:spPr>
            <a:xfrm>
              <a:off x="661536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" name="object 140"/>
            <p:cNvSpPr/>
            <p:nvPr/>
          </p:nvSpPr>
          <p:spPr>
            <a:xfrm>
              <a:off x="661536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22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7922" y="352615"/>
                  </a:lnTo>
                  <a:lnTo>
                    <a:pt x="87922" y="264414"/>
                  </a:lnTo>
                  <a:lnTo>
                    <a:pt x="87922" y="176301"/>
                  </a:lnTo>
                  <a:lnTo>
                    <a:pt x="87922" y="88201"/>
                  </a:lnTo>
                  <a:close/>
                </a:path>
                <a:path w="88265" h="35305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5" name="object 141"/>
            <p:cNvSpPr/>
            <p:nvPr/>
          </p:nvSpPr>
          <p:spPr>
            <a:xfrm>
              <a:off x="661536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object 142"/>
            <p:cNvSpPr/>
            <p:nvPr/>
          </p:nvSpPr>
          <p:spPr>
            <a:xfrm>
              <a:off x="661536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7" name="object 143"/>
            <p:cNvSpPr/>
            <p:nvPr/>
          </p:nvSpPr>
          <p:spPr>
            <a:xfrm>
              <a:off x="661536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" name="object 144"/>
            <p:cNvSpPr/>
            <p:nvPr/>
          </p:nvSpPr>
          <p:spPr>
            <a:xfrm>
              <a:off x="661536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9" name="object 162"/>
          <p:cNvGrpSpPr/>
          <p:nvPr/>
        </p:nvGrpSpPr>
        <p:grpSpPr>
          <a:xfrm>
            <a:off x="6527160" y="7371000"/>
            <a:ext cx="87840" cy="264240"/>
            <a:chOff x="6527160" y="7371000"/>
            <a:chExt cx="87840" cy="264240"/>
          </a:xfrm>
        </p:grpSpPr>
        <p:sp>
          <p:nvSpPr>
            <p:cNvPr id="320" name="object 163"/>
            <p:cNvSpPr/>
            <p:nvPr/>
          </p:nvSpPr>
          <p:spPr>
            <a:xfrm>
              <a:off x="652716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1" name="object 164"/>
            <p:cNvSpPr/>
            <p:nvPr/>
          </p:nvSpPr>
          <p:spPr>
            <a:xfrm>
              <a:off x="652716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object 165"/>
            <p:cNvSpPr/>
            <p:nvPr/>
          </p:nvSpPr>
          <p:spPr>
            <a:xfrm>
              <a:off x="652716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23" name="object 157"/>
          <p:cNvGrpSpPr/>
          <p:nvPr/>
        </p:nvGrpSpPr>
        <p:grpSpPr>
          <a:xfrm>
            <a:off x="6527160" y="7723800"/>
            <a:ext cx="87840" cy="440280"/>
            <a:chOff x="6527160" y="7723800"/>
            <a:chExt cx="87840" cy="440280"/>
          </a:xfrm>
        </p:grpSpPr>
        <p:sp>
          <p:nvSpPr>
            <p:cNvPr id="324" name="object 158"/>
            <p:cNvSpPr/>
            <p:nvPr/>
          </p:nvSpPr>
          <p:spPr>
            <a:xfrm>
              <a:off x="652716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5" name="object 159"/>
            <p:cNvSpPr/>
            <p:nvPr/>
          </p:nvSpPr>
          <p:spPr>
            <a:xfrm>
              <a:off x="652716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" name="object 160"/>
            <p:cNvSpPr/>
            <p:nvPr/>
          </p:nvSpPr>
          <p:spPr>
            <a:xfrm>
              <a:off x="652716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7" name="object 161"/>
            <p:cNvSpPr/>
            <p:nvPr/>
          </p:nvSpPr>
          <p:spPr>
            <a:xfrm>
              <a:off x="652716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" name="object 178"/>
          <p:cNvGrpSpPr/>
          <p:nvPr/>
        </p:nvGrpSpPr>
        <p:grpSpPr>
          <a:xfrm>
            <a:off x="6439320" y="7371000"/>
            <a:ext cx="87840" cy="529200"/>
            <a:chOff x="6439320" y="7371000"/>
            <a:chExt cx="87840" cy="529200"/>
          </a:xfrm>
        </p:grpSpPr>
        <p:sp>
          <p:nvSpPr>
            <p:cNvPr id="329" name="object 179"/>
            <p:cNvSpPr/>
            <p:nvPr/>
          </p:nvSpPr>
          <p:spPr>
            <a:xfrm>
              <a:off x="643932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5" h="264795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0" name="object 180"/>
            <p:cNvSpPr/>
            <p:nvPr/>
          </p:nvSpPr>
          <p:spPr>
            <a:xfrm>
              <a:off x="643932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1" name="object 181"/>
            <p:cNvSpPr/>
            <p:nvPr/>
          </p:nvSpPr>
          <p:spPr>
            <a:xfrm>
              <a:off x="643932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" name="object 182"/>
            <p:cNvSpPr/>
            <p:nvPr/>
          </p:nvSpPr>
          <p:spPr>
            <a:xfrm>
              <a:off x="643932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3" name="object 150"/>
          <p:cNvGrpSpPr/>
          <p:nvPr/>
        </p:nvGrpSpPr>
        <p:grpSpPr>
          <a:xfrm>
            <a:off x="6527160" y="8252640"/>
            <a:ext cx="87840" cy="616320"/>
            <a:chOff x="6527160" y="8252640"/>
            <a:chExt cx="87840" cy="616320"/>
          </a:xfrm>
        </p:grpSpPr>
        <p:sp>
          <p:nvSpPr>
            <p:cNvPr id="334" name="object 151"/>
            <p:cNvSpPr/>
            <p:nvPr/>
          </p:nvSpPr>
          <p:spPr>
            <a:xfrm>
              <a:off x="652716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5" name="object 152"/>
            <p:cNvSpPr/>
            <p:nvPr/>
          </p:nvSpPr>
          <p:spPr>
            <a:xfrm>
              <a:off x="652716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6" name="object 153"/>
            <p:cNvSpPr/>
            <p:nvPr/>
          </p:nvSpPr>
          <p:spPr>
            <a:xfrm>
              <a:off x="652716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object 154"/>
            <p:cNvSpPr/>
            <p:nvPr/>
          </p:nvSpPr>
          <p:spPr>
            <a:xfrm>
              <a:off x="652716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object 155"/>
            <p:cNvSpPr/>
            <p:nvPr/>
          </p:nvSpPr>
          <p:spPr>
            <a:xfrm>
              <a:off x="652716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object 156"/>
            <p:cNvSpPr/>
            <p:nvPr/>
          </p:nvSpPr>
          <p:spPr>
            <a:xfrm>
              <a:off x="652716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" name="object 171"/>
          <p:cNvGrpSpPr/>
          <p:nvPr/>
        </p:nvGrpSpPr>
        <p:grpSpPr>
          <a:xfrm>
            <a:off x="6439320" y="7988040"/>
            <a:ext cx="87840" cy="880920"/>
            <a:chOff x="6439320" y="7988040"/>
            <a:chExt cx="87840" cy="880920"/>
          </a:xfrm>
        </p:grpSpPr>
        <p:sp>
          <p:nvSpPr>
            <p:cNvPr id="341" name="object 172"/>
            <p:cNvSpPr/>
            <p:nvPr/>
          </p:nvSpPr>
          <p:spPr>
            <a:xfrm>
              <a:off x="643932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2" name="object 173"/>
            <p:cNvSpPr/>
            <p:nvPr/>
          </p:nvSpPr>
          <p:spPr>
            <a:xfrm>
              <a:off x="643932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3" name="object 174"/>
            <p:cNvSpPr/>
            <p:nvPr/>
          </p:nvSpPr>
          <p:spPr>
            <a:xfrm>
              <a:off x="643932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4" name="object 175"/>
            <p:cNvSpPr/>
            <p:nvPr/>
          </p:nvSpPr>
          <p:spPr>
            <a:xfrm>
              <a:off x="643932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5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" name="object 176"/>
            <p:cNvSpPr/>
            <p:nvPr/>
          </p:nvSpPr>
          <p:spPr>
            <a:xfrm>
              <a:off x="643932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5" h="353059">
                  <a:moveTo>
                    <a:pt x="87934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502"/>
                  </a:lnTo>
                  <a:close/>
                </a:path>
                <a:path w="88265" h="353059">
                  <a:moveTo>
                    <a:pt x="87934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6" name="object 177"/>
            <p:cNvSpPr/>
            <p:nvPr/>
          </p:nvSpPr>
          <p:spPr>
            <a:xfrm>
              <a:off x="643932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5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" name="object 185"/>
          <p:cNvGrpSpPr/>
          <p:nvPr/>
        </p:nvGrpSpPr>
        <p:grpSpPr>
          <a:xfrm>
            <a:off x="6351480" y="7371000"/>
            <a:ext cx="87840" cy="1497960"/>
            <a:chOff x="6351480" y="7371000"/>
            <a:chExt cx="87840" cy="1497960"/>
          </a:xfrm>
        </p:grpSpPr>
        <p:sp>
          <p:nvSpPr>
            <p:cNvPr id="348" name="object 186"/>
            <p:cNvSpPr/>
            <p:nvPr/>
          </p:nvSpPr>
          <p:spPr>
            <a:xfrm>
              <a:off x="635148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9" name="object 187"/>
            <p:cNvSpPr/>
            <p:nvPr/>
          </p:nvSpPr>
          <p:spPr>
            <a:xfrm>
              <a:off x="635148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0" name="object 188"/>
            <p:cNvSpPr/>
            <p:nvPr/>
          </p:nvSpPr>
          <p:spPr>
            <a:xfrm>
              <a:off x="635148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1" name="object 189"/>
            <p:cNvSpPr/>
            <p:nvPr/>
          </p:nvSpPr>
          <p:spPr>
            <a:xfrm>
              <a:off x="635148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8023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8023" y="176212"/>
                  </a:lnTo>
                  <a:lnTo>
                    <a:pt x="88023" y="88099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" name="object 190"/>
            <p:cNvSpPr/>
            <p:nvPr/>
          </p:nvSpPr>
          <p:spPr>
            <a:xfrm>
              <a:off x="635148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3" name="object 191"/>
            <p:cNvSpPr/>
            <p:nvPr/>
          </p:nvSpPr>
          <p:spPr>
            <a:xfrm>
              <a:off x="635148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8023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8023" y="176212"/>
                  </a:lnTo>
                  <a:lnTo>
                    <a:pt x="88023" y="88099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" name="object 192"/>
            <p:cNvSpPr/>
            <p:nvPr/>
          </p:nvSpPr>
          <p:spPr>
            <a:xfrm>
              <a:off x="635148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8023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8023" y="352615"/>
                  </a:lnTo>
                  <a:lnTo>
                    <a:pt x="88023" y="264414"/>
                  </a:lnTo>
                  <a:lnTo>
                    <a:pt x="88023" y="176301"/>
                  </a:lnTo>
                  <a:lnTo>
                    <a:pt x="88023" y="88201"/>
                  </a:lnTo>
                  <a:close/>
                </a:path>
                <a:path w="88264" h="353059">
                  <a:moveTo>
                    <a:pt x="88023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8023" y="88099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5" name="object 193"/>
            <p:cNvSpPr/>
            <p:nvPr/>
          </p:nvSpPr>
          <p:spPr>
            <a:xfrm>
              <a:off x="635148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8023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8023" y="176212"/>
                  </a:lnTo>
                  <a:lnTo>
                    <a:pt x="88023" y="88099"/>
                  </a:lnTo>
                  <a:lnTo>
                    <a:pt x="880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" name="object 194"/>
            <p:cNvSpPr/>
            <p:nvPr/>
          </p:nvSpPr>
          <p:spPr>
            <a:xfrm>
              <a:off x="635148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object 195"/>
            <p:cNvSpPr/>
            <p:nvPr/>
          </p:nvSpPr>
          <p:spPr>
            <a:xfrm>
              <a:off x="635148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" name="object 196"/>
            <p:cNvSpPr/>
            <p:nvPr/>
          </p:nvSpPr>
          <p:spPr>
            <a:xfrm>
              <a:off x="635148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9" name="object 211"/>
          <p:cNvGrpSpPr/>
          <p:nvPr/>
        </p:nvGrpSpPr>
        <p:grpSpPr>
          <a:xfrm>
            <a:off x="6263280" y="7371000"/>
            <a:ext cx="87840" cy="264240"/>
            <a:chOff x="6263280" y="7371000"/>
            <a:chExt cx="87840" cy="264240"/>
          </a:xfrm>
        </p:grpSpPr>
        <p:sp>
          <p:nvSpPr>
            <p:cNvPr id="360" name="object 212"/>
            <p:cNvSpPr/>
            <p:nvPr/>
          </p:nvSpPr>
          <p:spPr>
            <a:xfrm>
              <a:off x="626328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1" name="object 213"/>
            <p:cNvSpPr/>
            <p:nvPr/>
          </p:nvSpPr>
          <p:spPr>
            <a:xfrm>
              <a:off x="626328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" name="object 214"/>
            <p:cNvSpPr/>
            <p:nvPr/>
          </p:nvSpPr>
          <p:spPr>
            <a:xfrm>
              <a:off x="626328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3" name="object 206"/>
          <p:cNvGrpSpPr/>
          <p:nvPr/>
        </p:nvGrpSpPr>
        <p:grpSpPr>
          <a:xfrm>
            <a:off x="6263280" y="7723800"/>
            <a:ext cx="87840" cy="440280"/>
            <a:chOff x="6263280" y="7723800"/>
            <a:chExt cx="87840" cy="440280"/>
          </a:xfrm>
        </p:grpSpPr>
        <p:sp>
          <p:nvSpPr>
            <p:cNvPr id="364" name="object 207"/>
            <p:cNvSpPr/>
            <p:nvPr/>
          </p:nvSpPr>
          <p:spPr>
            <a:xfrm>
              <a:off x="626328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5" name="object 208"/>
            <p:cNvSpPr/>
            <p:nvPr/>
          </p:nvSpPr>
          <p:spPr>
            <a:xfrm>
              <a:off x="626328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" name="object 209"/>
            <p:cNvSpPr/>
            <p:nvPr/>
          </p:nvSpPr>
          <p:spPr>
            <a:xfrm>
              <a:off x="626328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7" name="object 210"/>
            <p:cNvSpPr/>
            <p:nvPr/>
          </p:nvSpPr>
          <p:spPr>
            <a:xfrm>
              <a:off x="626328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" name="object 224"/>
          <p:cNvGrpSpPr/>
          <p:nvPr/>
        </p:nvGrpSpPr>
        <p:grpSpPr>
          <a:xfrm>
            <a:off x="6175440" y="7371000"/>
            <a:ext cx="87840" cy="529200"/>
            <a:chOff x="6175440" y="7371000"/>
            <a:chExt cx="87840" cy="529200"/>
          </a:xfrm>
        </p:grpSpPr>
        <p:sp>
          <p:nvSpPr>
            <p:cNvPr id="369" name="object 225"/>
            <p:cNvSpPr/>
            <p:nvPr/>
          </p:nvSpPr>
          <p:spPr>
            <a:xfrm>
              <a:off x="617544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4" h="264795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0" name="object 226"/>
            <p:cNvSpPr/>
            <p:nvPr/>
          </p:nvSpPr>
          <p:spPr>
            <a:xfrm>
              <a:off x="617544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1" name="object 227"/>
            <p:cNvSpPr/>
            <p:nvPr/>
          </p:nvSpPr>
          <p:spPr>
            <a:xfrm>
              <a:off x="617544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object 228"/>
            <p:cNvSpPr/>
            <p:nvPr/>
          </p:nvSpPr>
          <p:spPr>
            <a:xfrm>
              <a:off x="617544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3" name="object 203"/>
          <p:cNvGrpSpPr/>
          <p:nvPr/>
        </p:nvGrpSpPr>
        <p:grpSpPr>
          <a:xfrm>
            <a:off x="6263280" y="8252640"/>
            <a:ext cx="87840" cy="176040"/>
            <a:chOff x="6263280" y="8252640"/>
            <a:chExt cx="87840" cy="176040"/>
          </a:xfrm>
        </p:grpSpPr>
        <p:sp>
          <p:nvSpPr>
            <p:cNvPr id="374" name="object 204"/>
            <p:cNvSpPr/>
            <p:nvPr/>
          </p:nvSpPr>
          <p:spPr>
            <a:xfrm>
              <a:off x="626328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5" name="object 205"/>
            <p:cNvSpPr/>
            <p:nvPr/>
          </p:nvSpPr>
          <p:spPr>
            <a:xfrm>
              <a:off x="626328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" name="object 221"/>
          <p:cNvGrpSpPr/>
          <p:nvPr/>
        </p:nvGrpSpPr>
        <p:grpSpPr>
          <a:xfrm>
            <a:off x="6175440" y="7988040"/>
            <a:ext cx="87840" cy="441000"/>
            <a:chOff x="6175440" y="7988040"/>
            <a:chExt cx="87840" cy="441000"/>
          </a:xfrm>
        </p:grpSpPr>
        <p:sp>
          <p:nvSpPr>
            <p:cNvPr id="377" name="object 222"/>
            <p:cNvSpPr/>
            <p:nvPr/>
          </p:nvSpPr>
          <p:spPr>
            <a:xfrm>
              <a:off x="617544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34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502"/>
                  </a:lnTo>
                  <a:close/>
                </a:path>
                <a:path w="88264" h="353059">
                  <a:moveTo>
                    <a:pt x="87934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8" name="object 223"/>
            <p:cNvSpPr/>
            <p:nvPr/>
          </p:nvSpPr>
          <p:spPr>
            <a:xfrm>
              <a:off x="617544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" name="object 235"/>
          <p:cNvGrpSpPr/>
          <p:nvPr/>
        </p:nvGrpSpPr>
        <p:grpSpPr>
          <a:xfrm>
            <a:off x="6087600" y="7371000"/>
            <a:ext cx="87840" cy="1057680"/>
            <a:chOff x="6087600" y="7371000"/>
            <a:chExt cx="87840" cy="1057680"/>
          </a:xfrm>
        </p:grpSpPr>
        <p:sp>
          <p:nvSpPr>
            <p:cNvPr id="380" name="object 236"/>
            <p:cNvSpPr/>
            <p:nvPr/>
          </p:nvSpPr>
          <p:spPr>
            <a:xfrm>
              <a:off x="608760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1" name="object 237"/>
            <p:cNvSpPr/>
            <p:nvPr/>
          </p:nvSpPr>
          <p:spPr>
            <a:xfrm>
              <a:off x="608760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" name="object 238"/>
            <p:cNvSpPr/>
            <p:nvPr/>
          </p:nvSpPr>
          <p:spPr>
            <a:xfrm>
              <a:off x="608760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22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7922" y="352615"/>
                  </a:lnTo>
                  <a:lnTo>
                    <a:pt x="87922" y="264414"/>
                  </a:lnTo>
                  <a:lnTo>
                    <a:pt x="87922" y="176301"/>
                  </a:lnTo>
                  <a:lnTo>
                    <a:pt x="87922" y="88201"/>
                  </a:lnTo>
                  <a:close/>
                </a:path>
                <a:path w="88264" h="35305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3" name="object 239"/>
            <p:cNvSpPr/>
            <p:nvPr/>
          </p:nvSpPr>
          <p:spPr>
            <a:xfrm>
              <a:off x="608760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object 240"/>
            <p:cNvSpPr/>
            <p:nvPr/>
          </p:nvSpPr>
          <p:spPr>
            <a:xfrm>
              <a:off x="60876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5" name="object 241"/>
            <p:cNvSpPr/>
            <p:nvPr/>
          </p:nvSpPr>
          <p:spPr>
            <a:xfrm>
              <a:off x="60876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" name="object 242"/>
            <p:cNvSpPr/>
            <p:nvPr/>
          </p:nvSpPr>
          <p:spPr>
            <a:xfrm>
              <a:off x="60876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87" name="object 257"/>
          <p:cNvGrpSpPr/>
          <p:nvPr/>
        </p:nvGrpSpPr>
        <p:grpSpPr>
          <a:xfrm>
            <a:off x="5999400" y="7371000"/>
            <a:ext cx="87840" cy="264240"/>
            <a:chOff x="5999400" y="7371000"/>
            <a:chExt cx="87840" cy="264240"/>
          </a:xfrm>
        </p:grpSpPr>
        <p:sp>
          <p:nvSpPr>
            <p:cNvPr id="388" name="object 258"/>
            <p:cNvSpPr/>
            <p:nvPr/>
          </p:nvSpPr>
          <p:spPr>
            <a:xfrm>
              <a:off x="59994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9" name="object 259"/>
            <p:cNvSpPr/>
            <p:nvPr/>
          </p:nvSpPr>
          <p:spPr>
            <a:xfrm>
              <a:off x="59994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object 260"/>
            <p:cNvSpPr/>
            <p:nvPr/>
          </p:nvSpPr>
          <p:spPr>
            <a:xfrm>
              <a:off x="59994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1" name="object 252"/>
          <p:cNvGrpSpPr/>
          <p:nvPr/>
        </p:nvGrpSpPr>
        <p:grpSpPr>
          <a:xfrm>
            <a:off x="5999400" y="7723800"/>
            <a:ext cx="87840" cy="440280"/>
            <a:chOff x="5999400" y="7723800"/>
            <a:chExt cx="87840" cy="440280"/>
          </a:xfrm>
        </p:grpSpPr>
        <p:sp>
          <p:nvSpPr>
            <p:cNvPr id="392" name="object 253"/>
            <p:cNvSpPr/>
            <p:nvPr/>
          </p:nvSpPr>
          <p:spPr>
            <a:xfrm>
              <a:off x="599940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3" name="object 254"/>
            <p:cNvSpPr/>
            <p:nvPr/>
          </p:nvSpPr>
          <p:spPr>
            <a:xfrm>
              <a:off x="599940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object 255"/>
            <p:cNvSpPr/>
            <p:nvPr/>
          </p:nvSpPr>
          <p:spPr>
            <a:xfrm>
              <a:off x="599940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5" name="object 256"/>
            <p:cNvSpPr/>
            <p:nvPr/>
          </p:nvSpPr>
          <p:spPr>
            <a:xfrm>
              <a:off x="599940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6" name="object 270"/>
          <p:cNvGrpSpPr/>
          <p:nvPr/>
        </p:nvGrpSpPr>
        <p:grpSpPr>
          <a:xfrm>
            <a:off x="5911560" y="7371000"/>
            <a:ext cx="87840" cy="529200"/>
            <a:chOff x="5911560" y="7371000"/>
            <a:chExt cx="87840" cy="529200"/>
          </a:xfrm>
        </p:grpSpPr>
        <p:sp>
          <p:nvSpPr>
            <p:cNvPr id="397" name="object 271"/>
            <p:cNvSpPr/>
            <p:nvPr/>
          </p:nvSpPr>
          <p:spPr>
            <a:xfrm>
              <a:off x="591156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4" h="264795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34" y="2643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8" name="object 272"/>
            <p:cNvSpPr/>
            <p:nvPr/>
          </p:nvSpPr>
          <p:spPr>
            <a:xfrm>
              <a:off x="591156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9" name="object 273"/>
            <p:cNvSpPr/>
            <p:nvPr/>
          </p:nvSpPr>
          <p:spPr>
            <a:xfrm>
              <a:off x="591156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object 274"/>
            <p:cNvSpPr/>
            <p:nvPr/>
          </p:nvSpPr>
          <p:spPr>
            <a:xfrm>
              <a:off x="591156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1" name="object 249"/>
          <p:cNvGrpSpPr/>
          <p:nvPr/>
        </p:nvGrpSpPr>
        <p:grpSpPr>
          <a:xfrm>
            <a:off x="5999400" y="8252640"/>
            <a:ext cx="87840" cy="176040"/>
            <a:chOff x="5999400" y="8252640"/>
            <a:chExt cx="87840" cy="176040"/>
          </a:xfrm>
        </p:grpSpPr>
        <p:sp>
          <p:nvSpPr>
            <p:cNvPr id="402" name="object 250"/>
            <p:cNvSpPr/>
            <p:nvPr/>
          </p:nvSpPr>
          <p:spPr>
            <a:xfrm>
              <a:off x="599940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3" name="object 251"/>
            <p:cNvSpPr/>
            <p:nvPr/>
          </p:nvSpPr>
          <p:spPr>
            <a:xfrm>
              <a:off x="599940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4" name="object 267"/>
          <p:cNvGrpSpPr/>
          <p:nvPr/>
        </p:nvGrpSpPr>
        <p:grpSpPr>
          <a:xfrm>
            <a:off x="5911560" y="7988040"/>
            <a:ext cx="87840" cy="441000"/>
            <a:chOff x="5911560" y="7988040"/>
            <a:chExt cx="87840" cy="441000"/>
          </a:xfrm>
        </p:grpSpPr>
        <p:sp>
          <p:nvSpPr>
            <p:cNvPr id="405" name="object 268"/>
            <p:cNvSpPr/>
            <p:nvPr/>
          </p:nvSpPr>
          <p:spPr>
            <a:xfrm>
              <a:off x="591156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34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502"/>
                  </a:lnTo>
                  <a:close/>
                </a:path>
                <a:path w="88264" h="353059">
                  <a:moveTo>
                    <a:pt x="87934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6" name="object 269"/>
            <p:cNvSpPr/>
            <p:nvPr/>
          </p:nvSpPr>
          <p:spPr>
            <a:xfrm>
              <a:off x="591156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7" name="object 281"/>
          <p:cNvGrpSpPr/>
          <p:nvPr/>
        </p:nvGrpSpPr>
        <p:grpSpPr>
          <a:xfrm>
            <a:off x="5823360" y="7371000"/>
            <a:ext cx="87840" cy="1057680"/>
            <a:chOff x="5823360" y="7371000"/>
            <a:chExt cx="87840" cy="1057680"/>
          </a:xfrm>
        </p:grpSpPr>
        <p:sp>
          <p:nvSpPr>
            <p:cNvPr id="408" name="object 282"/>
            <p:cNvSpPr/>
            <p:nvPr/>
          </p:nvSpPr>
          <p:spPr>
            <a:xfrm>
              <a:off x="582336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9" name="object 283"/>
            <p:cNvSpPr/>
            <p:nvPr/>
          </p:nvSpPr>
          <p:spPr>
            <a:xfrm>
              <a:off x="582336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0" name="object 284"/>
            <p:cNvSpPr/>
            <p:nvPr/>
          </p:nvSpPr>
          <p:spPr>
            <a:xfrm>
              <a:off x="582336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22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7922" y="352615"/>
                  </a:lnTo>
                  <a:lnTo>
                    <a:pt x="87922" y="264414"/>
                  </a:lnTo>
                  <a:lnTo>
                    <a:pt x="87922" y="176301"/>
                  </a:lnTo>
                  <a:lnTo>
                    <a:pt x="87922" y="88201"/>
                  </a:lnTo>
                  <a:close/>
                </a:path>
                <a:path w="88264" h="35305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1" name="object 285"/>
            <p:cNvSpPr/>
            <p:nvPr/>
          </p:nvSpPr>
          <p:spPr>
            <a:xfrm>
              <a:off x="582336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2" name="object 286"/>
            <p:cNvSpPr/>
            <p:nvPr/>
          </p:nvSpPr>
          <p:spPr>
            <a:xfrm>
              <a:off x="582336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3" name="object 287"/>
            <p:cNvSpPr/>
            <p:nvPr/>
          </p:nvSpPr>
          <p:spPr>
            <a:xfrm>
              <a:off x="582336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object 288"/>
            <p:cNvSpPr/>
            <p:nvPr/>
          </p:nvSpPr>
          <p:spPr>
            <a:xfrm>
              <a:off x="582336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15" name="object 300"/>
          <p:cNvGrpSpPr/>
          <p:nvPr/>
        </p:nvGrpSpPr>
        <p:grpSpPr>
          <a:xfrm>
            <a:off x="5735520" y="7371000"/>
            <a:ext cx="87840" cy="264240"/>
            <a:chOff x="5735520" y="7371000"/>
            <a:chExt cx="87840" cy="264240"/>
          </a:xfrm>
        </p:grpSpPr>
        <p:sp>
          <p:nvSpPr>
            <p:cNvPr id="416" name="object 301"/>
            <p:cNvSpPr/>
            <p:nvPr/>
          </p:nvSpPr>
          <p:spPr>
            <a:xfrm>
              <a:off x="573552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object 302"/>
            <p:cNvSpPr/>
            <p:nvPr/>
          </p:nvSpPr>
          <p:spPr>
            <a:xfrm>
              <a:off x="573552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8" name="object 303"/>
            <p:cNvSpPr/>
            <p:nvPr/>
          </p:nvSpPr>
          <p:spPr>
            <a:xfrm>
              <a:off x="573552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19" name="object 295"/>
          <p:cNvGrpSpPr/>
          <p:nvPr/>
        </p:nvGrpSpPr>
        <p:grpSpPr>
          <a:xfrm>
            <a:off x="5735520" y="7723800"/>
            <a:ext cx="87840" cy="440280"/>
            <a:chOff x="5735520" y="7723800"/>
            <a:chExt cx="87840" cy="440280"/>
          </a:xfrm>
        </p:grpSpPr>
        <p:sp>
          <p:nvSpPr>
            <p:cNvPr id="420" name="object 296"/>
            <p:cNvSpPr/>
            <p:nvPr/>
          </p:nvSpPr>
          <p:spPr>
            <a:xfrm>
              <a:off x="573552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1" name="object 297"/>
            <p:cNvSpPr/>
            <p:nvPr/>
          </p:nvSpPr>
          <p:spPr>
            <a:xfrm>
              <a:off x="573552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2" name="object 298"/>
            <p:cNvSpPr/>
            <p:nvPr/>
          </p:nvSpPr>
          <p:spPr>
            <a:xfrm>
              <a:off x="573552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3" name="object 299"/>
            <p:cNvSpPr/>
            <p:nvPr/>
          </p:nvSpPr>
          <p:spPr>
            <a:xfrm>
              <a:off x="573552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4" name="object 312"/>
          <p:cNvGrpSpPr/>
          <p:nvPr/>
        </p:nvGrpSpPr>
        <p:grpSpPr>
          <a:xfrm>
            <a:off x="5647680" y="7371000"/>
            <a:ext cx="87840" cy="529200"/>
            <a:chOff x="5647680" y="7371000"/>
            <a:chExt cx="87840" cy="529200"/>
          </a:xfrm>
        </p:grpSpPr>
        <p:sp>
          <p:nvSpPr>
            <p:cNvPr id="425" name="object 313"/>
            <p:cNvSpPr/>
            <p:nvPr/>
          </p:nvSpPr>
          <p:spPr>
            <a:xfrm>
              <a:off x="564768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4" h="264795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22" y="2643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6" name="object 314"/>
            <p:cNvSpPr/>
            <p:nvPr/>
          </p:nvSpPr>
          <p:spPr>
            <a:xfrm>
              <a:off x="564768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7" name="object 315"/>
            <p:cNvSpPr/>
            <p:nvPr/>
          </p:nvSpPr>
          <p:spPr>
            <a:xfrm>
              <a:off x="564768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8" name="object 316"/>
            <p:cNvSpPr/>
            <p:nvPr/>
          </p:nvSpPr>
          <p:spPr>
            <a:xfrm>
              <a:off x="564768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29" name="object 198"/>
          <p:cNvGrpSpPr/>
          <p:nvPr/>
        </p:nvGrpSpPr>
        <p:grpSpPr>
          <a:xfrm>
            <a:off x="6263280" y="8516880"/>
            <a:ext cx="87840" cy="352080"/>
            <a:chOff x="6263280" y="8516880"/>
            <a:chExt cx="87840" cy="352080"/>
          </a:xfrm>
        </p:grpSpPr>
        <p:sp>
          <p:nvSpPr>
            <p:cNvPr id="430" name="object 199"/>
            <p:cNvSpPr/>
            <p:nvPr/>
          </p:nvSpPr>
          <p:spPr>
            <a:xfrm>
              <a:off x="626328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1" name="object 200"/>
            <p:cNvSpPr/>
            <p:nvPr/>
          </p:nvSpPr>
          <p:spPr>
            <a:xfrm>
              <a:off x="626328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2" name="object 201"/>
            <p:cNvSpPr/>
            <p:nvPr/>
          </p:nvSpPr>
          <p:spPr>
            <a:xfrm>
              <a:off x="626328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3" name="object 202"/>
            <p:cNvSpPr/>
            <p:nvPr/>
          </p:nvSpPr>
          <p:spPr>
            <a:xfrm>
              <a:off x="626328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2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2" y="0"/>
                  </a:lnTo>
                  <a:lnTo>
                    <a:pt x="87932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4" name="object 216"/>
          <p:cNvGrpSpPr/>
          <p:nvPr/>
        </p:nvGrpSpPr>
        <p:grpSpPr>
          <a:xfrm>
            <a:off x="6175440" y="8516880"/>
            <a:ext cx="87840" cy="352080"/>
            <a:chOff x="6175440" y="8516880"/>
            <a:chExt cx="87840" cy="352080"/>
          </a:xfrm>
        </p:grpSpPr>
        <p:sp>
          <p:nvSpPr>
            <p:cNvPr id="435" name="object 217"/>
            <p:cNvSpPr/>
            <p:nvPr/>
          </p:nvSpPr>
          <p:spPr>
            <a:xfrm>
              <a:off x="617544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6" name="object 218"/>
            <p:cNvSpPr/>
            <p:nvPr/>
          </p:nvSpPr>
          <p:spPr>
            <a:xfrm>
              <a:off x="617544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7" name="object 219"/>
            <p:cNvSpPr/>
            <p:nvPr/>
          </p:nvSpPr>
          <p:spPr>
            <a:xfrm>
              <a:off x="617544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8" name="object 220"/>
            <p:cNvSpPr/>
            <p:nvPr/>
          </p:nvSpPr>
          <p:spPr>
            <a:xfrm>
              <a:off x="617544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9" name="object 230"/>
          <p:cNvGrpSpPr/>
          <p:nvPr/>
        </p:nvGrpSpPr>
        <p:grpSpPr>
          <a:xfrm>
            <a:off x="6087600" y="8516880"/>
            <a:ext cx="87840" cy="352080"/>
            <a:chOff x="6087600" y="8516880"/>
            <a:chExt cx="87840" cy="352080"/>
          </a:xfrm>
        </p:grpSpPr>
        <p:sp>
          <p:nvSpPr>
            <p:cNvPr id="440" name="object 231"/>
            <p:cNvSpPr/>
            <p:nvPr/>
          </p:nvSpPr>
          <p:spPr>
            <a:xfrm>
              <a:off x="60876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1" name="object 232"/>
            <p:cNvSpPr/>
            <p:nvPr/>
          </p:nvSpPr>
          <p:spPr>
            <a:xfrm>
              <a:off x="60876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2" name="object 233"/>
            <p:cNvSpPr/>
            <p:nvPr/>
          </p:nvSpPr>
          <p:spPr>
            <a:xfrm>
              <a:off x="60876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3" name="object 234"/>
            <p:cNvSpPr/>
            <p:nvPr/>
          </p:nvSpPr>
          <p:spPr>
            <a:xfrm>
              <a:off x="608760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4" name="object 244"/>
          <p:cNvGrpSpPr/>
          <p:nvPr/>
        </p:nvGrpSpPr>
        <p:grpSpPr>
          <a:xfrm>
            <a:off x="5999400" y="8516880"/>
            <a:ext cx="87840" cy="352080"/>
            <a:chOff x="5999400" y="8516880"/>
            <a:chExt cx="87840" cy="352080"/>
          </a:xfrm>
        </p:grpSpPr>
        <p:sp>
          <p:nvSpPr>
            <p:cNvPr id="445" name="object 245"/>
            <p:cNvSpPr/>
            <p:nvPr/>
          </p:nvSpPr>
          <p:spPr>
            <a:xfrm>
              <a:off x="59994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6" name="object 246"/>
            <p:cNvSpPr/>
            <p:nvPr/>
          </p:nvSpPr>
          <p:spPr>
            <a:xfrm>
              <a:off x="59994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7" name="object 247"/>
            <p:cNvSpPr/>
            <p:nvPr/>
          </p:nvSpPr>
          <p:spPr>
            <a:xfrm>
              <a:off x="59994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8" name="object 248"/>
            <p:cNvSpPr/>
            <p:nvPr/>
          </p:nvSpPr>
          <p:spPr>
            <a:xfrm>
              <a:off x="599940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9" name="object 262"/>
          <p:cNvGrpSpPr/>
          <p:nvPr/>
        </p:nvGrpSpPr>
        <p:grpSpPr>
          <a:xfrm>
            <a:off x="5911560" y="8516880"/>
            <a:ext cx="87840" cy="352080"/>
            <a:chOff x="5911560" y="8516880"/>
            <a:chExt cx="87840" cy="352080"/>
          </a:xfrm>
        </p:grpSpPr>
        <p:sp>
          <p:nvSpPr>
            <p:cNvPr id="450" name="object 263"/>
            <p:cNvSpPr/>
            <p:nvPr/>
          </p:nvSpPr>
          <p:spPr>
            <a:xfrm>
              <a:off x="591156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1" name="object 264"/>
            <p:cNvSpPr/>
            <p:nvPr/>
          </p:nvSpPr>
          <p:spPr>
            <a:xfrm>
              <a:off x="591156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2" name="object 265"/>
            <p:cNvSpPr/>
            <p:nvPr/>
          </p:nvSpPr>
          <p:spPr>
            <a:xfrm>
              <a:off x="591156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3" name="object 266"/>
            <p:cNvSpPr/>
            <p:nvPr/>
          </p:nvSpPr>
          <p:spPr>
            <a:xfrm>
              <a:off x="591156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4" name="object 276"/>
          <p:cNvGrpSpPr/>
          <p:nvPr/>
        </p:nvGrpSpPr>
        <p:grpSpPr>
          <a:xfrm>
            <a:off x="5823360" y="8516880"/>
            <a:ext cx="87840" cy="352080"/>
            <a:chOff x="5823360" y="8516880"/>
            <a:chExt cx="87840" cy="352080"/>
          </a:xfrm>
        </p:grpSpPr>
        <p:sp>
          <p:nvSpPr>
            <p:cNvPr id="455" name="object 277"/>
            <p:cNvSpPr/>
            <p:nvPr/>
          </p:nvSpPr>
          <p:spPr>
            <a:xfrm>
              <a:off x="582336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6" name="object 278"/>
            <p:cNvSpPr/>
            <p:nvPr/>
          </p:nvSpPr>
          <p:spPr>
            <a:xfrm>
              <a:off x="582336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7" name="object 279"/>
            <p:cNvSpPr/>
            <p:nvPr/>
          </p:nvSpPr>
          <p:spPr>
            <a:xfrm>
              <a:off x="582336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8" name="object 280"/>
            <p:cNvSpPr/>
            <p:nvPr/>
          </p:nvSpPr>
          <p:spPr>
            <a:xfrm>
              <a:off x="582336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9" name="object 290"/>
          <p:cNvGrpSpPr/>
          <p:nvPr/>
        </p:nvGrpSpPr>
        <p:grpSpPr>
          <a:xfrm>
            <a:off x="5735520" y="8252640"/>
            <a:ext cx="87840" cy="616320"/>
            <a:chOff x="5735520" y="8252640"/>
            <a:chExt cx="87840" cy="616320"/>
          </a:xfrm>
        </p:grpSpPr>
        <p:sp>
          <p:nvSpPr>
            <p:cNvPr id="460" name="object 291"/>
            <p:cNvSpPr/>
            <p:nvPr/>
          </p:nvSpPr>
          <p:spPr>
            <a:xfrm>
              <a:off x="573552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1" name="object 292"/>
            <p:cNvSpPr/>
            <p:nvPr/>
          </p:nvSpPr>
          <p:spPr>
            <a:xfrm>
              <a:off x="573552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2" name="object 293"/>
            <p:cNvSpPr/>
            <p:nvPr/>
          </p:nvSpPr>
          <p:spPr>
            <a:xfrm>
              <a:off x="5735520" y="83408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34" y="264414"/>
                  </a:moveTo>
                  <a:lnTo>
                    <a:pt x="0" y="264414"/>
                  </a:lnTo>
                  <a:lnTo>
                    <a:pt x="0" y="352526"/>
                  </a:lnTo>
                  <a:lnTo>
                    <a:pt x="87934" y="352526"/>
                  </a:lnTo>
                  <a:lnTo>
                    <a:pt x="87934" y="264414"/>
                  </a:lnTo>
                  <a:close/>
                </a:path>
                <a:path w="88264" h="353059">
                  <a:moveTo>
                    <a:pt x="87934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0" y="176212"/>
                  </a:lnTo>
                  <a:lnTo>
                    <a:pt x="0" y="264325"/>
                  </a:lnTo>
                  <a:lnTo>
                    <a:pt x="87934" y="264325"/>
                  </a:lnTo>
                  <a:lnTo>
                    <a:pt x="87934" y="176212"/>
                  </a:lnTo>
                  <a:lnTo>
                    <a:pt x="87934" y="88112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3" name="object 294"/>
            <p:cNvSpPr/>
            <p:nvPr/>
          </p:nvSpPr>
          <p:spPr>
            <a:xfrm>
              <a:off x="573552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4" name="object 305"/>
          <p:cNvGrpSpPr/>
          <p:nvPr/>
        </p:nvGrpSpPr>
        <p:grpSpPr>
          <a:xfrm>
            <a:off x="5647680" y="7988040"/>
            <a:ext cx="87840" cy="880920"/>
            <a:chOff x="5647680" y="7988040"/>
            <a:chExt cx="87840" cy="880920"/>
          </a:xfrm>
        </p:grpSpPr>
        <p:sp>
          <p:nvSpPr>
            <p:cNvPr id="465" name="object 306"/>
            <p:cNvSpPr/>
            <p:nvPr/>
          </p:nvSpPr>
          <p:spPr>
            <a:xfrm>
              <a:off x="564768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6" name="object 307"/>
            <p:cNvSpPr/>
            <p:nvPr/>
          </p:nvSpPr>
          <p:spPr>
            <a:xfrm>
              <a:off x="564768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7" name="object 308"/>
            <p:cNvSpPr/>
            <p:nvPr/>
          </p:nvSpPr>
          <p:spPr>
            <a:xfrm>
              <a:off x="564768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8" name="object 309"/>
            <p:cNvSpPr/>
            <p:nvPr/>
          </p:nvSpPr>
          <p:spPr>
            <a:xfrm>
              <a:off x="564768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9" name="object 310"/>
            <p:cNvSpPr/>
            <p:nvPr/>
          </p:nvSpPr>
          <p:spPr>
            <a:xfrm>
              <a:off x="564768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22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22" y="352615"/>
                  </a:lnTo>
                  <a:lnTo>
                    <a:pt x="87922" y="264502"/>
                  </a:lnTo>
                  <a:close/>
                </a:path>
                <a:path w="88264" h="353059">
                  <a:moveTo>
                    <a:pt x="87922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22" y="264414"/>
                  </a:lnTo>
                  <a:lnTo>
                    <a:pt x="87922" y="176301"/>
                  </a:lnTo>
                  <a:lnTo>
                    <a:pt x="87922" y="88201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0" name="object 311"/>
            <p:cNvSpPr/>
            <p:nvPr/>
          </p:nvSpPr>
          <p:spPr>
            <a:xfrm>
              <a:off x="564768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1" name="object 323"/>
          <p:cNvGrpSpPr/>
          <p:nvPr/>
        </p:nvGrpSpPr>
        <p:grpSpPr>
          <a:xfrm>
            <a:off x="5559480" y="7371000"/>
            <a:ext cx="87840" cy="1057680"/>
            <a:chOff x="5559480" y="7371000"/>
            <a:chExt cx="87840" cy="1057680"/>
          </a:xfrm>
        </p:grpSpPr>
        <p:sp>
          <p:nvSpPr>
            <p:cNvPr id="472" name="object 324"/>
            <p:cNvSpPr/>
            <p:nvPr/>
          </p:nvSpPr>
          <p:spPr>
            <a:xfrm>
              <a:off x="555948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3" name="object 325"/>
            <p:cNvSpPr/>
            <p:nvPr/>
          </p:nvSpPr>
          <p:spPr>
            <a:xfrm>
              <a:off x="555948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8036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8036" y="176212"/>
                  </a:lnTo>
                  <a:lnTo>
                    <a:pt x="88036" y="88099"/>
                  </a:lnTo>
                  <a:lnTo>
                    <a:pt x="880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4" name="object 326"/>
            <p:cNvSpPr/>
            <p:nvPr/>
          </p:nvSpPr>
          <p:spPr>
            <a:xfrm>
              <a:off x="555948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8036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8036" y="352615"/>
                  </a:lnTo>
                  <a:lnTo>
                    <a:pt x="88036" y="264414"/>
                  </a:lnTo>
                  <a:lnTo>
                    <a:pt x="88036" y="176301"/>
                  </a:lnTo>
                  <a:lnTo>
                    <a:pt x="88036" y="88201"/>
                  </a:lnTo>
                  <a:close/>
                </a:path>
                <a:path w="88264" h="353059">
                  <a:moveTo>
                    <a:pt x="88036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8036" y="88099"/>
                  </a:lnTo>
                  <a:lnTo>
                    <a:pt x="880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5" name="object 327"/>
            <p:cNvSpPr/>
            <p:nvPr/>
          </p:nvSpPr>
          <p:spPr>
            <a:xfrm>
              <a:off x="555948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8036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8036" y="176212"/>
                  </a:lnTo>
                  <a:lnTo>
                    <a:pt x="88036" y="88099"/>
                  </a:lnTo>
                  <a:lnTo>
                    <a:pt x="880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6" name="object 328"/>
            <p:cNvSpPr/>
            <p:nvPr/>
          </p:nvSpPr>
          <p:spPr>
            <a:xfrm>
              <a:off x="555948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object 329"/>
            <p:cNvSpPr/>
            <p:nvPr/>
          </p:nvSpPr>
          <p:spPr>
            <a:xfrm>
              <a:off x="555948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8" name="object 330"/>
            <p:cNvSpPr/>
            <p:nvPr/>
          </p:nvSpPr>
          <p:spPr>
            <a:xfrm>
              <a:off x="555948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9" name="object 342"/>
          <p:cNvGrpSpPr/>
          <p:nvPr/>
        </p:nvGrpSpPr>
        <p:grpSpPr>
          <a:xfrm>
            <a:off x="5471640" y="7371000"/>
            <a:ext cx="87840" cy="264240"/>
            <a:chOff x="5471640" y="7371000"/>
            <a:chExt cx="87840" cy="264240"/>
          </a:xfrm>
        </p:grpSpPr>
        <p:sp>
          <p:nvSpPr>
            <p:cNvPr id="480" name="object 343"/>
            <p:cNvSpPr/>
            <p:nvPr/>
          </p:nvSpPr>
          <p:spPr>
            <a:xfrm>
              <a:off x="547164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1" name="object 344"/>
            <p:cNvSpPr/>
            <p:nvPr/>
          </p:nvSpPr>
          <p:spPr>
            <a:xfrm>
              <a:off x="547164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2" name="object 345"/>
            <p:cNvSpPr/>
            <p:nvPr/>
          </p:nvSpPr>
          <p:spPr>
            <a:xfrm>
              <a:off x="547164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83" name="object 337"/>
          <p:cNvGrpSpPr/>
          <p:nvPr/>
        </p:nvGrpSpPr>
        <p:grpSpPr>
          <a:xfrm>
            <a:off x="5471640" y="7723800"/>
            <a:ext cx="87840" cy="440280"/>
            <a:chOff x="5471640" y="7723800"/>
            <a:chExt cx="87840" cy="440280"/>
          </a:xfrm>
        </p:grpSpPr>
        <p:sp>
          <p:nvSpPr>
            <p:cNvPr id="484" name="object 338"/>
            <p:cNvSpPr/>
            <p:nvPr/>
          </p:nvSpPr>
          <p:spPr>
            <a:xfrm>
              <a:off x="547164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5" name="object 339"/>
            <p:cNvSpPr/>
            <p:nvPr/>
          </p:nvSpPr>
          <p:spPr>
            <a:xfrm>
              <a:off x="547164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6" name="object 340"/>
            <p:cNvSpPr/>
            <p:nvPr/>
          </p:nvSpPr>
          <p:spPr>
            <a:xfrm>
              <a:off x="547164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7" name="object 341"/>
            <p:cNvSpPr/>
            <p:nvPr/>
          </p:nvSpPr>
          <p:spPr>
            <a:xfrm>
              <a:off x="547164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8" name="object 354"/>
          <p:cNvGrpSpPr/>
          <p:nvPr/>
        </p:nvGrpSpPr>
        <p:grpSpPr>
          <a:xfrm>
            <a:off x="5383800" y="7371000"/>
            <a:ext cx="87840" cy="529200"/>
            <a:chOff x="5383800" y="7371000"/>
            <a:chExt cx="87840" cy="529200"/>
          </a:xfrm>
        </p:grpSpPr>
        <p:sp>
          <p:nvSpPr>
            <p:cNvPr id="489" name="object 355"/>
            <p:cNvSpPr/>
            <p:nvPr/>
          </p:nvSpPr>
          <p:spPr>
            <a:xfrm>
              <a:off x="5383800" y="7635600"/>
              <a:ext cx="87840" cy="2646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264600"/>
                <a:gd name="textAreaBottom" fmla="*/ 264960 h 264600"/>
              </a:gdLst>
              <a:ahLst/>
              <a:rect l="textAreaLeft" t="textAreaTop" r="textAreaRight" b="textAreaBottom"/>
              <a:pathLst>
                <a:path w="88264" h="264795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7922" y="2643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0" name="object 356"/>
            <p:cNvSpPr/>
            <p:nvPr/>
          </p:nvSpPr>
          <p:spPr>
            <a:xfrm>
              <a:off x="53838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1" name="object 357"/>
            <p:cNvSpPr/>
            <p:nvPr/>
          </p:nvSpPr>
          <p:spPr>
            <a:xfrm>
              <a:off x="53838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2" name="object 358"/>
            <p:cNvSpPr/>
            <p:nvPr/>
          </p:nvSpPr>
          <p:spPr>
            <a:xfrm>
              <a:off x="53838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3" name="object 318"/>
          <p:cNvGrpSpPr/>
          <p:nvPr/>
        </p:nvGrpSpPr>
        <p:grpSpPr>
          <a:xfrm>
            <a:off x="5559480" y="8516880"/>
            <a:ext cx="87840" cy="352080"/>
            <a:chOff x="5559480" y="8516880"/>
            <a:chExt cx="87840" cy="352080"/>
          </a:xfrm>
        </p:grpSpPr>
        <p:sp>
          <p:nvSpPr>
            <p:cNvPr id="494" name="object 319"/>
            <p:cNvSpPr/>
            <p:nvPr/>
          </p:nvSpPr>
          <p:spPr>
            <a:xfrm>
              <a:off x="555948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5" name="object 320"/>
            <p:cNvSpPr/>
            <p:nvPr/>
          </p:nvSpPr>
          <p:spPr>
            <a:xfrm>
              <a:off x="555948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6" name="object 321"/>
            <p:cNvSpPr/>
            <p:nvPr/>
          </p:nvSpPr>
          <p:spPr>
            <a:xfrm>
              <a:off x="555948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7" name="object 322"/>
            <p:cNvSpPr/>
            <p:nvPr/>
          </p:nvSpPr>
          <p:spPr>
            <a:xfrm>
              <a:off x="555948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8026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8026" y="0"/>
                  </a:lnTo>
                  <a:lnTo>
                    <a:pt x="88026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8" name="object 332"/>
          <p:cNvGrpSpPr/>
          <p:nvPr/>
        </p:nvGrpSpPr>
        <p:grpSpPr>
          <a:xfrm>
            <a:off x="5471640" y="8252640"/>
            <a:ext cx="87840" cy="616320"/>
            <a:chOff x="5471640" y="8252640"/>
            <a:chExt cx="87840" cy="616320"/>
          </a:xfrm>
        </p:grpSpPr>
        <p:sp>
          <p:nvSpPr>
            <p:cNvPr id="499" name="object 333"/>
            <p:cNvSpPr/>
            <p:nvPr/>
          </p:nvSpPr>
          <p:spPr>
            <a:xfrm>
              <a:off x="547164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object 334"/>
            <p:cNvSpPr/>
            <p:nvPr/>
          </p:nvSpPr>
          <p:spPr>
            <a:xfrm>
              <a:off x="547164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1" name="object 335"/>
            <p:cNvSpPr/>
            <p:nvPr/>
          </p:nvSpPr>
          <p:spPr>
            <a:xfrm>
              <a:off x="5471640" y="83408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34" y="264414"/>
                  </a:moveTo>
                  <a:lnTo>
                    <a:pt x="0" y="264414"/>
                  </a:lnTo>
                  <a:lnTo>
                    <a:pt x="0" y="352526"/>
                  </a:lnTo>
                  <a:lnTo>
                    <a:pt x="87934" y="352526"/>
                  </a:lnTo>
                  <a:lnTo>
                    <a:pt x="87934" y="264414"/>
                  </a:lnTo>
                  <a:close/>
                </a:path>
                <a:path w="88264" h="353059">
                  <a:moveTo>
                    <a:pt x="87934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0" y="176212"/>
                  </a:lnTo>
                  <a:lnTo>
                    <a:pt x="0" y="264325"/>
                  </a:lnTo>
                  <a:lnTo>
                    <a:pt x="87934" y="264325"/>
                  </a:lnTo>
                  <a:lnTo>
                    <a:pt x="87934" y="176212"/>
                  </a:lnTo>
                  <a:lnTo>
                    <a:pt x="87934" y="88112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2" name="object 336"/>
            <p:cNvSpPr/>
            <p:nvPr/>
          </p:nvSpPr>
          <p:spPr>
            <a:xfrm>
              <a:off x="547164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3" name="object 347"/>
          <p:cNvGrpSpPr/>
          <p:nvPr/>
        </p:nvGrpSpPr>
        <p:grpSpPr>
          <a:xfrm>
            <a:off x="5383800" y="7988040"/>
            <a:ext cx="87840" cy="880920"/>
            <a:chOff x="5383800" y="7988040"/>
            <a:chExt cx="87840" cy="880920"/>
          </a:xfrm>
        </p:grpSpPr>
        <p:sp>
          <p:nvSpPr>
            <p:cNvPr id="504" name="object 348"/>
            <p:cNvSpPr/>
            <p:nvPr/>
          </p:nvSpPr>
          <p:spPr>
            <a:xfrm>
              <a:off x="53838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5" name="object 349"/>
            <p:cNvSpPr/>
            <p:nvPr/>
          </p:nvSpPr>
          <p:spPr>
            <a:xfrm>
              <a:off x="53838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6" name="object 350"/>
            <p:cNvSpPr/>
            <p:nvPr/>
          </p:nvSpPr>
          <p:spPr>
            <a:xfrm>
              <a:off x="53838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7" name="object 351"/>
            <p:cNvSpPr/>
            <p:nvPr/>
          </p:nvSpPr>
          <p:spPr>
            <a:xfrm>
              <a:off x="538380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22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099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8" name="object 352"/>
            <p:cNvSpPr/>
            <p:nvPr/>
          </p:nvSpPr>
          <p:spPr>
            <a:xfrm>
              <a:off x="5383800" y="80762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22" y="264502"/>
                  </a:moveTo>
                  <a:lnTo>
                    <a:pt x="0" y="264502"/>
                  </a:lnTo>
                  <a:lnTo>
                    <a:pt x="0" y="352615"/>
                  </a:lnTo>
                  <a:lnTo>
                    <a:pt x="87922" y="352615"/>
                  </a:lnTo>
                  <a:lnTo>
                    <a:pt x="87922" y="264502"/>
                  </a:lnTo>
                  <a:close/>
                </a:path>
                <a:path w="88264" h="353059">
                  <a:moveTo>
                    <a:pt x="87922" y="0"/>
                  </a:moveTo>
                  <a:lnTo>
                    <a:pt x="0" y="0"/>
                  </a:ln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87922" y="264414"/>
                  </a:lnTo>
                  <a:lnTo>
                    <a:pt x="87922" y="176301"/>
                  </a:lnTo>
                  <a:lnTo>
                    <a:pt x="87922" y="88201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9" name="object 353"/>
            <p:cNvSpPr/>
            <p:nvPr/>
          </p:nvSpPr>
          <p:spPr>
            <a:xfrm>
              <a:off x="538380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0" name="object 360"/>
          <p:cNvGrpSpPr/>
          <p:nvPr/>
        </p:nvGrpSpPr>
        <p:grpSpPr>
          <a:xfrm>
            <a:off x="5295600" y="7371000"/>
            <a:ext cx="87840" cy="1497960"/>
            <a:chOff x="5295600" y="7371000"/>
            <a:chExt cx="87840" cy="1497960"/>
          </a:xfrm>
        </p:grpSpPr>
        <p:sp>
          <p:nvSpPr>
            <p:cNvPr id="511" name="object 361"/>
            <p:cNvSpPr/>
            <p:nvPr/>
          </p:nvSpPr>
          <p:spPr>
            <a:xfrm>
              <a:off x="529560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2" name="object 362"/>
            <p:cNvSpPr/>
            <p:nvPr/>
          </p:nvSpPr>
          <p:spPr>
            <a:xfrm>
              <a:off x="529560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3" name="object 363"/>
            <p:cNvSpPr/>
            <p:nvPr/>
          </p:nvSpPr>
          <p:spPr>
            <a:xfrm>
              <a:off x="529560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4" name="object 364"/>
            <p:cNvSpPr/>
            <p:nvPr/>
          </p:nvSpPr>
          <p:spPr>
            <a:xfrm>
              <a:off x="529560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5" name="object 365"/>
            <p:cNvSpPr/>
            <p:nvPr/>
          </p:nvSpPr>
          <p:spPr>
            <a:xfrm>
              <a:off x="529560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6" name="object 366"/>
            <p:cNvSpPr/>
            <p:nvPr/>
          </p:nvSpPr>
          <p:spPr>
            <a:xfrm>
              <a:off x="529560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7" name="object 367"/>
            <p:cNvSpPr/>
            <p:nvPr/>
          </p:nvSpPr>
          <p:spPr>
            <a:xfrm>
              <a:off x="5295600" y="7811640"/>
              <a:ext cx="87840" cy="3528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352800"/>
                <a:gd name="textAreaBottom" fmla="*/ 353160 h 352800"/>
              </a:gdLst>
              <a:ahLst/>
              <a:rect l="textAreaLeft" t="textAreaTop" r="textAreaRight" b="textAreaBottom"/>
              <a:pathLst>
                <a:path w="88264" h="353059">
                  <a:moveTo>
                    <a:pt x="87934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615"/>
                  </a:lnTo>
                  <a:lnTo>
                    <a:pt x="87934" y="352615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close/>
                </a:path>
                <a:path w="88264" h="35305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8" name="object 368"/>
            <p:cNvSpPr/>
            <p:nvPr/>
          </p:nvSpPr>
          <p:spPr>
            <a:xfrm>
              <a:off x="529560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object 369"/>
            <p:cNvSpPr/>
            <p:nvPr/>
          </p:nvSpPr>
          <p:spPr>
            <a:xfrm>
              <a:off x="529560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0" name="object 370"/>
            <p:cNvSpPr/>
            <p:nvPr/>
          </p:nvSpPr>
          <p:spPr>
            <a:xfrm>
              <a:off x="529560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object 371"/>
            <p:cNvSpPr/>
            <p:nvPr/>
          </p:nvSpPr>
          <p:spPr>
            <a:xfrm>
              <a:off x="529560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22" name="object 373"/>
          <p:cNvGrpSpPr/>
          <p:nvPr/>
        </p:nvGrpSpPr>
        <p:grpSpPr>
          <a:xfrm>
            <a:off x="5207760" y="7371000"/>
            <a:ext cx="87840" cy="1497960"/>
            <a:chOff x="5207760" y="7371000"/>
            <a:chExt cx="87840" cy="1497960"/>
          </a:xfrm>
        </p:grpSpPr>
        <p:sp>
          <p:nvSpPr>
            <p:cNvPr id="523" name="object 374"/>
            <p:cNvSpPr/>
            <p:nvPr/>
          </p:nvSpPr>
          <p:spPr>
            <a:xfrm>
              <a:off x="520776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4" name="object 375"/>
            <p:cNvSpPr/>
            <p:nvPr/>
          </p:nvSpPr>
          <p:spPr>
            <a:xfrm>
              <a:off x="520776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5" name="object 376"/>
            <p:cNvSpPr/>
            <p:nvPr/>
          </p:nvSpPr>
          <p:spPr>
            <a:xfrm>
              <a:off x="520776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6" name="object 377"/>
            <p:cNvSpPr/>
            <p:nvPr/>
          </p:nvSpPr>
          <p:spPr>
            <a:xfrm>
              <a:off x="5207760" y="842868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object 378"/>
            <p:cNvSpPr/>
            <p:nvPr/>
          </p:nvSpPr>
          <p:spPr>
            <a:xfrm>
              <a:off x="520776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8" name="object 379"/>
            <p:cNvSpPr/>
            <p:nvPr/>
          </p:nvSpPr>
          <p:spPr>
            <a:xfrm>
              <a:off x="5207760" y="81644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object 380"/>
            <p:cNvSpPr/>
            <p:nvPr/>
          </p:nvSpPr>
          <p:spPr>
            <a:xfrm>
              <a:off x="520776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0" name="object 381"/>
            <p:cNvSpPr/>
            <p:nvPr/>
          </p:nvSpPr>
          <p:spPr>
            <a:xfrm>
              <a:off x="5207760" y="789984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1" name="object 382"/>
            <p:cNvSpPr/>
            <p:nvPr/>
          </p:nvSpPr>
          <p:spPr>
            <a:xfrm>
              <a:off x="520776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2" name="object 383"/>
            <p:cNvSpPr/>
            <p:nvPr/>
          </p:nvSpPr>
          <p:spPr>
            <a:xfrm>
              <a:off x="5207760" y="763560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0" y="176212"/>
                  </a:lnTo>
                  <a:lnTo>
                    <a:pt x="87934" y="176212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3" name="object 384"/>
            <p:cNvSpPr/>
            <p:nvPr/>
          </p:nvSpPr>
          <p:spPr>
            <a:xfrm>
              <a:off x="520776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4" name="object 385"/>
            <p:cNvSpPr/>
            <p:nvPr/>
          </p:nvSpPr>
          <p:spPr>
            <a:xfrm>
              <a:off x="520776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5" name="object 386"/>
            <p:cNvSpPr/>
            <p:nvPr/>
          </p:nvSpPr>
          <p:spPr>
            <a:xfrm>
              <a:off x="520776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36" name="object 402"/>
          <p:cNvGrpSpPr/>
          <p:nvPr/>
        </p:nvGrpSpPr>
        <p:grpSpPr>
          <a:xfrm>
            <a:off x="5119920" y="7371000"/>
            <a:ext cx="87840" cy="264240"/>
            <a:chOff x="5119920" y="7371000"/>
            <a:chExt cx="87840" cy="264240"/>
          </a:xfrm>
        </p:grpSpPr>
        <p:sp>
          <p:nvSpPr>
            <p:cNvPr id="537" name="object 403"/>
            <p:cNvSpPr/>
            <p:nvPr/>
          </p:nvSpPr>
          <p:spPr>
            <a:xfrm>
              <a:off x="511992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8" name="object 404"/>
            <p:cNvSpPr/>
            <p:nvPr/>
          </p:nvSpPr>
          <p:spPr>
            <a:xfrm>
              <a:off x="511992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9" name="object 405"/>
            <p:cNvSpPr/>
            <p:nvPr/>
          </p:nvSpPr>
          <p:spPr>
            <a:xfrm>
              <a:off x="511992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40" name="object 421"/>
          <p:cNvGrpSpPr/>
          <p:nvPr/>
        </p:nvGrpSpPr>
        <p:grpSpPr>
          <a:xfrm>
            <a:off x="5031720" y="7371000"/>
            <a:ext cx="87840" cy="264240"/>
            <a:chOff x="5031720" y="7371000"/>
            <a:chExt cx="87840" cy="264240"/>
          </a:xfrm>
        </p:grpSpPr>
        <p:sp>
          <p:nvSpPr>
            <p:cNvPr id="541" name="object 422"/>
            <p:cNvSpPr/>
            <p:nvPr/>
          </p:nvSpPr>
          <p:spPr>
            <a:xfrm>
              <a:off x="5031720" y="75474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2" name="object 423"/>
            <p:cNvSpPr/>
            <p:nvPr/>
          </p:nvSpPr>
          <p:spPr>
            <a:xfrm>
              <a:off x="503172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3" name="object 424"/>
            <p:cNvSpPr/>
            <p:nvPr/>
          </p:nvSpPr>
          <p:spPr>
            <a:xfrm>
              <a:off x="503172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44" name="object 436"/>
          <p:cNvSpPr/>
          <p:nvPr/>
        </p:nvSpPr>
        <p:spPr>
          <a:xfrm>
            <a:off x="6908760" y="2696760"/>
            <a:ext cx="4470120" cy="4889160"/>
          </a:xfrm>
          <a:custGeom>
            <a:avLst/>
            <a:gdLst>
              <a:gd name="textAreaLeft" fmla="*/ 0 w 4470120"/>
              <a:gd name="textAreaRight" fmla="*/ 4470480 w 4470120"/>
              <a:gd name="textAreaTop" fmla="*/ 0 h 4889160"/>
              <a:gd name="textAreaBottom" fmla="*/ 4889520 h 4889160"/>
            </a:gdLst>
            <a:ahLst/>
            <a:rect l="textAreaLeft" t="textAreaTop" r="textAreaRight" b="textAreaBottom"/>
            <a:pathLst>
              <a:path w="4470400" h="4889500">
                <a:moveTo>
                  <a:pt x="4360308" y="4889414"/>
                </a:moveTo>
                <a:lnTo>
                  <a:pt x="110013" y="4889414"/>
                </a:lnTo>
                <a:lnTo>
                  <a:pt x="91201" y="4886379"/>
                </a:lnTo>
                <a:lnTo>
                  <a:pt x="54595" y="4867449"/>
                </a:lnTo>
                <a:lnTo>
                  <a:pt x="25729" y="4838582"/>
                </a:lnTo>
                <a:lnTo>
                  <a:pt x="6798" y="4801976"/>
                </a:lnTo>
                <a:lnTo>
                  <a:pt x="0" y="4759828"/>
                </a:lnTo>
                <a:lnTo>
                  <a:pt x="0" y="133350"/>
                </a:lnTo>
                <a:lnTo>
                  <a:pt x="6798" y="91201"/>
                </a:lnTo>
                <a:lnTo>
                  <a:pt x="25729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4336971" y="0"/>
                </a:lnTo>
                <a:lnTo>
                  <a:pt x="4379120" y="6798"/>
                </a:lnTo>
                <a:lnTo>
                  <a:pt x="4415726" y="25728"/>
                </a:lnTo>
                <a:lnTo>
                  <a:pt x="4444593" y="54595"/>
                </a:lnTo>
                <a:lnTo>
                  <a:pt x="4463523" y="91201"/>
                </a:lnTo>
                <a:lnTo>
                  <a:pt x="4470321" y="133350"/>
                </a:lnTo>
                <a:lnTo>
                  <a:pt x="4470321" y="4759828"/>
                </a:lnTo>
                <a:lnTo>
                  <a:pt x="4463523" y="4801976"/>
                </a:lnTo>
                <a:lnTo>
                  <a:pt x="4444593" y="4838582"/>
                </a:lnTo>
                <a:lnTo>
                  <a:pt x="4415726" y="4867449"/>
                </a:lnTo>
                <a:lnTo>
                  <a:pt x="4379120" y="4886379"/>
                </a:lnTo>
                <a:lnTo>
                  <a:pt x="4360308" y="4889414"/>
                </a:lnTo>
                <a:close/>
              </a:path>
            </a:pathLst>
          </a:custGeom>
          <a:solidFill>
            <a:srgbClr val="ffde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object 437"/>
          <p:cNvSpPr/>
          <p:nvPr/>
        </p:nvSpPr>
        <p:spPr>
          <a:xfrm>
            <a:off x="7226640" y="3317400"/>
            <a:ext cx="3976560" cy="44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442080" indent="-429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entury"/>
              <a:buAutoNum type="arabicPeriod"/>
              <a:tabLst>
                <a:tab algn="l" pos="442080"/>
              </a:tabLst>
            </a:pPr>
            <a:r>
              <a:rPr b="0" lang="en-IN" sz="2800" spc="-106" strike="noStrike">
                <a:solidFill>
                  <a:srgbClr val="000000"/>
                </a:solidFill>
                <a:latin typeface="Century"/>
              </a:rPr>
              <a:t>Pandas</a:t>
            </a:r>
            <a:r>
              <a:rPr b="0" lang="en-IN" sz="28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entury"/>
              </a:rPr>
              <a:t>Profiler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42080" indent="-4291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Century"/>
              <a:buAutoNum type="arabicPeriod"/>
              <a:tabLst>
                <a:tab algn="l" pos="44208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Century"/>
              </a:rPr>
              <a:t>NLTK/Spacy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42080" indent="-4291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Century"/>
              <a:buAutoNum type="arabicPeriod"/>
              <a:tabLst>
                <a:tab algn="l" pos="442080"/>
              </a:tabLst>
            </a:pPr>
            <a:r>
              <a:rPr b="0" lang="en-IN" sz="2800" spc="-111" strike="noStrike">
                <a:solidFill>
                  <a:srgbClr val="000000"/>
                </a:solidFill>
                <a:latin typeface="Century"/>
              </a:rPr>
              <a:t>Standard</a:t>
            </a:r>
            <a:r>
              <a:rPr b="0" lang="en-IN" sz="28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entury"/>
              </a:rPr>
              <a:t>DL</a:t>
            </a:r>
            <a:r>
              <a:rPr b="0" lang="en-IN" sz="28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114" strike="noStrike">
                <a:solidFill>
                  <a:srgbClr val="000000"/>
                </a:solidFill>
                <a:latin typeface="Century"/>
              </a:rPr>
              <a:t>Libraries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24360" indent="-312480">
              <a:lnSpc>
                <a:spcPct val="116000"/>
              </a:lnSpc>
              <a:buClr>
                <a:srgbClr val="000000"/>
              </a:buClr>
              <a:buFont typeface="Century"/>
              <a:buAutoNum type="arabicPeriod"/>
              <a:tabLst>
                <a:tab algn="l" pos="324360"/>
                <a:tab algn="l" pos="44136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2800" spc="-92" strike="noStrike">
                <a:solidFill>
                  <a:srgbClr val="000000"/>
                </a:solidFill>
                <a:latin typeface="Century"/>
              </a:rPr>
              <a:t>Papermill</a:t>
            </a:r>
            <a:r>
              <a:rPr b="0" lang="en-IN" sz="28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entury"/>
              </a:rPr>
              <a:t>(in</a:t>
            </a:r>
            <a:r>
              <a:rPr b="0" lang="en-IN" sz="28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75" strike="noStrike">
                <a:solidFill>
                  <a:srgbClr val="000000"/>
                </a:solidFill>
                <a:latin typeface="Century"/>
              </a:rPr>
              <a:t>case</a:t>
            </a:r>
            <a:r>
              <a:rPr b="0" lang="en-IN" sz="28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Century"/>
              </a:rPr>
              <a:t>of </a:t>
            </a:r>
            <a:r>
              <a:rPr b="0" lang="en-IN" sz="2800" spc="-46" strike="noStrike">
                <a:solidFill>
                  <a:srgbClr val="000000"/>
                </a:solidFill>
                <a:latin typeface="Century"/>
              </a:rPr>
              <a:t>python</a:t>
            </a:r>
            <a:r>
              <a:rPr b="0" lang="en-IN" sz="2800" spc="-13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entury"/>
              </a:rPr>
              <a:t>Notebooks)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42080" indent="-4291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Century"/>
              <a:buAutoNum type="arabicPeriod"/>
              <a:tabLst>
                <a:tab algn="l" pos="442080"/>
              </a:tabLst>
            </a:pPr>
            <a:r>
              <a:rPr b="0" lang="en-IN" sz="2800" spc="-120" strike="noStrike">
                <a:solidFill>
                  <a:srgbClr val="000000"/>
                </a:solidFill>
                <a:latin typeface="Century"/>
              </a:rPr>
              <a:t>Vanilla</a:t>
            </a:r>
            <a:r>
              <a:rPr b="0" lang="en-IN" sz="28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entury"/>
              </a:rPr>
              <a:t>Pandas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42080" indent="-4291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Century"/>
              <a:buAutoNum type="arabicPeriod"/>
              <a:tabLst>
                <a:tab algn="l" pos="442080"/>
              </a:tabLst>
            </a:pPr>
            <a:r>
              <a:rPr b="0" lang="en-IN" sz="2800" spc="-106" strike="noStrike">
                <a:solidFill>
                  <a:srgbClr val="000000"/>
                </a:solidFill>
                <a:latin typeface="Century"/>
              </a:rPr>
              <a:t>Scikit-</a:t>
            </a:r>
            <a:r>
              <a:rPr b="0" lang="en-IN" sz="2800" spc="-12" strike="noStrike">
                <a:solidFill>
                  <a:srgbClr val="000000"/>
                </a:solidFill>
                <a:latin typeface="Century"/>
              </a:rPr>
              <a:t>learn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6" name="object 399"/>
          <p:cNvGrpSpPr/>
          <p:nvPr/>
        </p:nvGrpSpPr>
        <p:grpSpPr>
          <a:xfrm>
            <a:off x="5119920" y="7723800"/>
            <a:ext cx="87840" cy="175680"/>
            <a:chOff x="5119920" y="7723800"/>
            <a:chExt cx="87840" cy="175680"/>
          </a:xfrm>
        </p:grpSpPr>
        <p:sp>
          <p:nvSpPr>
            <p:cNvPr id="547" name="object 400"/>
            <p:cNvSpPr/>
            <p:nvPr/>
          </p:nvSpPr>
          <p:spPr>
            <a:xfrm>
              <a:off x="511992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8" name="object 401"/>
            <p:cNvSpPr/>
            <p:nvPr/>
          </p:nvSpPr>
          <p:spPr>
            <a:xfrm>
              <a:off x="511992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9" name="object 418"/>
          <p:cNvGrpSpPr/>
          <p:nvPr/>
        </p:nvGrpSpPr>
        <p:grpSpPr>
          <a:xfrm>
            <a:off x="5031720" y="7723800"/>
            <a:ext cx="87840" cy="175680"/>
            <a:chOff x="5031720" y="7723800"/>
            <a:chExt cx="87840" cy="175680"/>
          </a:xfrm>
        </p:grpSpPr>
        <p:sp>
          <p:nvSpPr>
            <p:cNvPr id="550" name="object 419"/>
            <p:cNvSpPr/>
            <p:nvPr/>
          </p:nvSpPr>
          <p:spPr>
            <a:xfrm>
              <a:off x="5031720" y="7811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1" name="object 420"/>
            <p:cNvSpPr/>
            <p:nvPr/>
          </p:nvSpPr>
          <p:spPr>
            <a:xfrm>
              <a:off x="5031720" y="77238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2" name="object 396"/>
          <p:cNvGrpSpPr/>
          <p:nvPr/>
        </p:nvGrpSpPr>
        <p:grpSpPr>
          <a:xfrm>
            <a:off x="5119920" y="7988040"/>
            <a:ext cx="87840" cy="176040"/>
            <a:chOff x="5119920" y="7988040"/>
            <a:chExt cx="87840" cy="176040"/>
          </a:xfrm>
        </p:grpSpPr>
        <p:sp>
          <p:nvSpPr>
            <p:cNvPr id="553" name="object 397"/>
            <p:cNvSpPr/>
            <p:nvPr/>
          </p:nvSpPr>
          <p:spPr>
            <a:xfrm>
              <a:off x="511992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4" name="object 398"/>
            <p:cNvSpPr/>
            <p:nvPr/>
          </p:nvSpPr>
          <p:spPr>
            <a:xfrm>
              <a:off x="511992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5" name="object 415"/>
          <p:cNvGrpSpPr/>
          <p:nvPr/>
        </p:nvGrpSpPr>
        <p:grpSpPr>
          <a:xfrm>
            <a:off x="5031720" y="7988040"/>
            <a:ext cx="87840" cy="176040"/>
            <a:chOff x="5031720" y="7988040"/>
            <a:chExt cx="87840" cy="176040"/>
          </a:xfrm>
        </p:grpSpPr>
        <p:sp>
          <p:nvSpPr>
            <p:cNvPr id="556" name="object 416"/>
            <p:cNvSpPr/>
            <p:nvPr/>
          </p:nvSpPr>
          <p:spPr>
            <a:xfrm>
              <a:off x="5031720" y="80762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7" name="object 417"/>
            <p:cNvSpPr/>
            <p:nvPr/>
          </p:nvSpPr>
          <p:spPr>
            <a:xfrm>
              <a:off x="5031720" y="79880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8" name="object 393"/>
          <p:cNvGrpSpPr/>
          <p:nvPr/>
        </p:nvGrpSpPr>
        <p:grpSpPr>
          <a:xfrm>
            <a:off x="5119920" y="8252640"/>
            <a:ext cx="87840" cy="176040"/>
            <a:chOff x="5119920" y="8252640"/>
            <a:chExt cx="87840" cy="176040"/>
          </a:xfrm>
        </p:grpSpPr>
        <p:sp>
          <p:nvSpPr>
            <p:cNvPr id="559" name="object 394"/>
            <p:cNvSpPr/>
            <p:nvPr/>
          </p:nvSpPr>
          <p:spPr>
            <a:xfrm>
              <a:off x="511992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0" name="object 395"/>
            <p:cNvSpPr/>
            <p:nvPr/>
          </p:nvSpPr>
          <p:spPr>
            <a:xfrm>
              <a:off x="511992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1" name="object 412"/>
          <p:cNvGrpSpPr/>
          <p:nvPr/>
        </p:nvGrpSpPr>
        <p:grpSpPr>
          <a:xfrm>
            <a:off x="5031720" y="8252640"/>
            <a:ext cx="87840" cy="176040"/>
            <a:chOff x="5031720" y="8252640"/>
            <a:chExt cx="87840" cy="176040"/>
          </a:xfrm>
        </p:grpSpPr>
        <p:sp>
          <p:nvSpPr>
            <p:cNvPr id="562" name="object 413"/>
            <p:cNvSpPr/>
            <p:nvPr/>
          </p:nvSpPr>
          <p:spPr>
            <a:xfrm>
              <a:off x="5031720" y="83408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3" name="object 414"/>
            <p:cNvSpPr/>
            <p:nvPr/>
          </p:nvSpPr>
          <p:spPr>
            <a:xfrm>
              <a:off x="5031720" y="825264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4" name="object 388"/>
          <p:cNvGrpSpPr/>
          <p:nvPr/>
        </p:nvGrpSpPr>
        <p:grpSpPr>
          <a:xfrm>
            <a:off x="5119920" y="8516880"/>
            <a:ext cx="87840" cy="352080"/>
            <a:chOff x="5119920" y="8516880"/>
            <a:chExt cx="87840" cy="352080"/>
          </a:xfrm>
        </p:grpSpPr>
        <p:sp>
          <p:nvSpPr>
            <p:cNvPr id="565" name="object 389"/>
            <p:cNvSpPr/>
            <p:nvPr/>
          </p:nvSpPr>
          <p:spPr>
            <a:xfrm>
              <a:off x="511992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6" name="object 390"/>
            <p:cNvSpPr/>
            <p:nvPr/>
          </p:nvSpPr>
          <p:spPr>
            <a:xfrm>
              <a:off x="511992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7" name="object 391"/>
            <p:cNvSpPr/>
            <p:nvPr/>
          </p:nvSpPr>
          <p:spPr>
            <a:xfrm>
              <a:off x="511992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8" name="object 392"/>
            <p:cNvSpPr/>
            <p:nvPr/>
          </p:nvSpPr>
          <p:spPr>
            <a:xfrm>
              <a:off x="511992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9" name="object 407"/>
          <p:cNvGrpSpPr/>
          <p:nvPr/>
        </p:nvGrpSpPr>
        <p:grpSpPr>
          <a:xfrm>
            <a:off x="5031720" y="8516880"/>
            <a:ext cx="87840" cy="352080"/>
            <a:chOff x="5031720" y="8516880"/>
            <a:chExt cx="87840" cy="352080"/>
          </a:xfrm>
        </p:grpSpPr>
        <p:sp>
          <p:nvSpPr>
            <p:cNvPr id="570" name="object 408"/>
            <p:cNvSpPr/>
            <p:nvPr/>
          </p:nvSpPr>
          <p:spPr>
            <a:xfrm>
              <a:off x="503172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1" name="object 409"/>
            <p:cNvSpPr/>
            <p:nvPr/>
          </p:nvSpPr>
          <p:spPr>
            <a:xfrm>
              <a:off x="503172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2" name="object 410"/>
            <p:cNvSpPr/>
            <p:nvPr/>
          </p:nvSpPr>
          <p:spPr>
            <a:xfrm>
              <a:off x="5031720" y="86050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3" name="object 411"/>
            <p:cNvSpPr/>
            <p:nvPr/>
          </p:nvSpPr>
          <p:spPr>
            <a:xfrm>
              <a:off x="5031720" y="85168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4" name="object 426"/>
          <p:cNvGrpSpPr/>
          <p:nvPr/>
        </p:nvGrpSpPr>
        <p:grpSpPr>
          <a:xfrm>
            <a:off x="4767840" y="7194960"/>
            <a:ext cx="263880" cy="1674000"/>
            <a:chOff x="4767840" y="7194960"/>
            <a:chExt cx="263880" cy="1674000"/>
          </a:xfrm>
        </p:grpSpPr>
        <p:sp>
          <p:nvSpPr>
            <p:cNvPr id="575" name="object 427"/>
            <p:cNvSpPr/>
            <p:nvPr/>
          </p:nvSpPr>
          <p:spPr>
            <a:xfrm>
              <a:off x="494388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6" name="object 428"/>
            <p:cNvSpPr/>
            <p:nvPr/>
          </p:nvSpPr>
          <p:spPr>
            <a:xfrm>
              <a:off x="4943880" y="7547400"/>
              <a:ext cx="87840" cy="123408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234080"/>
                <a:gd name="textAreaBottom" fmla="*/ 1234440 h 1234080"/>
              </a:gdLst>
              <a:ahLst/>
              <a:rect l="textAreaLeft" t="textAreaTop" r="textAreaRight" b="textAreaBottom"/>
              <a:pathLst>
                <a:path w="88264" h="1234440">
                  <a:moveTo>
                    <a:pt x="87934" y="1057744"/>
                  </a:moveTo>
                  <a:lnTo>
                    <a:pt x="0" y="1057744"/>
                  </a:lnTo>
                  <a:lnTo>
                    <a:pt x="0" y="1145857"/>
                  </a:lnTo>
                  <a:lnTo>
                    <a:pt x="0" y="1233957"/>
                  </a:lnTo>
                  <a:lnTo>
                    <a:pt x="87934" y="1233957"/>
                  </a:lnTo>
                  <a:lnTo>
                    <a:pt x="87934" y="1145857"/>
                  </a:lnTo>
                  <a:lnTo>
                    <a:pt x="87934" y="1057744"/>
                  </a:lnTo>
                  <a:close/>
                </a:path>
                <a:path w="88264" h="1234440">
                  <a:moveTo>
                    <a:pt x="87934" y="793330"/>
                  </a:moveTo>
                  <a:lnTo>
                    <a:pt x="0" y="793330"/>
                  </a:lnTo>
                  <a:lnTo>
                    <a:pt x="0" y="881443"/>
                  </a:lnTo>
                  <a:lnTo>
                    <a:pt x="0" y="969543"/>
                  </a:lnTo>
                  <a:lnTo>
                    <a:pt x="0" y="1057656"/>
                  </a:lnTo>
                  <a:lnTo>
                    <a:pt x="87934" y="1057656"/>
                  </a:lnTo>
                  <a:lnTo>
                    <a:pt x="87934" y="969543"/>
                  </a:lnTo>
                  <a:lnTo>
                    <a:pt x="87934" y="881443"/>
                  </a:lnTo>
                  <a:lnTo>
                    <a:pt x="87934" y="793330"/>
                  </a:lnTo>
                  <a:close/>
                </a:path>
                <a:path w="88264" h="1234440">
                  <a:moveTo>
                    <a:pt x="87934" y="352615"/>
                  </a:moveTo>
                  <a:lnTo>
                    <a:pt x="0" y="352615"/>
                  </a:lnTo>
                  <a:lnTo>
                    <a:pt x="0" y="440715"/>
                  </a:lnTo>
                  <a:lnTo>
                    <a:pt x="0" y="528828"/>
                  </a:lnTo>
                  <a:lnTo>
                    <a:pt x="0" y="617029"/>
                  </a:lnTo>
                  <a:lnTo>
                    <a:pt x="0" y="705129"/>
                  </a:lnTo>
                  <a:lnTo>
                    <a:pt x="0" y="793242"/>
                  </a:lnTo>
                  <a:lnTo>
                    <a:pt x="87934" y="793242"/>
                  </a:lnTo>
                  <a:lnTo>
                    <a:pt x="87934" y="705129"/>
                  </a:lnTo>
                  <a:lnTo>
                    <a:pt x="87934" y="617029"/>
                  </a:lnTo>
                  <a:lnTo>
                    <a:pt x="87934" y="528828"/>
                  </a:lnTo>
                  <a:lnTo>
                    <a:pt x="87934" y="440715"/>
                  </a:lnTo>
                  <a:lnTo>
                    <a:pt x="87934" y="352615"/>
                  </a:lnTo>
                  <a:close/>
                </a:path>
                <a:path w="88264" h="1234440">
                  <a:moveTo>
                    <a:pt x="87934" y="88201"/>
                  </a:moveTo>
                  <a:lnTo>
                    <a:pt x="0" y="88201"/>
                  </a:lnTo>
                  <a:lnTo>
                    <a:pt x="0" y="176301"/>
                  </a:lnTo>
                  <a:lnTo>
                    <a:pt x="0" y="264414"/>
                  </a:lnTo>
                  <a:lnTo>
                    <a:pt x="0" y="352513"/>
                  </a:lnTo>
                  <a:lnTo>
                    <a:pt x="87934" y="352513"/>
                  </a:lnTo>
                  <a:lnTo>
                    <a:pt x="87934" y="264414"/>
                  </a:lnTo>
                  <a:lnTo>
                    <a:pt x="87934" y="176301"/>
                  </a:lnTo>
                  <a:lnTo>
                    <a:pt x="87934" y="88201"/>
                  </a:lnTo>
                  <a:close/>
                </a:path>
                <a:path w="88264" h="1234440">
                  <a:moveTo>
                    <a:pt x="87934" y="0"/>
                  </a:moveTo>
                  <a:lnTo>
                    <a:pt x="0" y="0"/>
                  </a:lnTo>
                  <a:lnTo>
                    <a:pt x="0" y="88099"/>
                  </a:lnTo>
                  <a:lnTo>
                    <a:pt x="87934" y="88099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7" name="object 429"/>
            <p:cNvSpPr/>
            <p:nvPr/>
          </p:nvSpPr>
          <p:spPr>
            <a:xfrm>
              <a:off x="4943880" y="74592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8" name="object 430"/>
            <p:cNvSpPr/>
            <p:nvPr/>
          </p:nvSpPr>
          <p:spPr>
            <a:xfrm>
              <a:off x="4943880" y="737100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9" name="object 431"/>
            <p:cNvSpPr/>
            <p:nvPr/>
          </p:nvSpPr>
          <p:spPr>
            <a:xfrm>
              <a:off x="4943880" y="7194960"/>
              <a:ext cx="87840" cy="1760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76040"/>
                <a:gd name="textAreaBottom" fmla="*/ 176400 h 176040"/>
              </a:gdLst>
              <a:ahLst/>
              <a:rect l="textAreaLeft" t="textAreaTop" r="textAreaRight" b="textAreaBottom"/>
              <a:pathLst>
                <a:path w="88264" h="176529">
                  <a:moveTo>
                    <a:pt x="87934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0" y="176314"/>
                  </a:lnTo>
                  <a:lnTo>
                    <a:pt x="87934" y="176314"/>
                  </a:lnTo>
                  <a:lnTo>
                    <a:pt x="87934" y="88112"/>
                  </a:lnTo>
                  <a:lnTo>
                    <a:pt x="87934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0" name="object 432"/>
            <p:cNvSpPr/>
            <p:nvPr/>
          </p:nvSpPr>
          <p:spPr>
            <a:xfrm>
              <a:off x="4856040" y="878112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200"/>
                  </a:moveTo>
                  <a:lnTo>
                    <a:pt x="0" y="88200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1" name="object 433"/>
            <p:cNvSpPr/>
            <p:nvPr/>
          </p:nvSpPr>
          <p:spPr>
            <a:xfrm>
              <a:off x="4856040" y="8693280"/>
              <a:ext cx="87840" cy="8784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87840"/>
                <a:gd name="textAreaBottom" fmla="*/ 88200 h 87840"/>
              </a:gdLst>
              <a:ahLst/>
              <a:rect l="textAreaLeft" t="textAreaTop" r="textAreaRight" b="textAreaBottom"/>
              <a:pathLst>
                <a:path w="88264" h="88265">
                  <a:moveTo>
                    <a:pt x="87933" y="88106"/>
                  </a:moveTo>
                  <a:lnTo>
                    <a:pt x="0" y="88106"/>
                  </a:lnTo>
                  <a:lnTo>
                    <a:pt x="0" y="0"/>
                  </a:lnTo>
                  <a:lnTo>
                    <a:pt x="87933" y="0"/>
                  </a:lnTo>
                  <a:lnTo>
                    <a:pt x="87933" y="8810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2" name="object 434"/>
            <p:cNvSpPr/>
            <p:nvPr/>
          </p:nvSpPr>
          <p:spPr>
            <a:xfrm>
              <a:off x="4856040" y="7459200"/>
              <a:ext cx="87840" cy="123408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234080"/>
                <a:gd name="textAreaBottom" fmla="*/ 1234440 h 1234080"/>
              </a:gdLst>
              <a:ahLst/>
              <a:rect l="textAreaLeft" t="textAreaTop" r="textAreaRight" b="textAreaBottom"/>
              <a:pathLst>
                <a:path w="88264" h="1234440">
                  <a:moveTo>
                    <a:pt x="87922" y="1145857"/>
                  </a:moveTo>
                  <a:lnTo>
                    <a:pt x="0" y="1145857"/>
                  </a:lnTo>
                  <a:lnTo>
                    <a:pt x="0" y="1233970"/>
                  </a:lnTo>
                  <a:lnTo>
                    <a:pt x="87922" y="1233970"/>
                  </a:lnTo>
                  <a:lnTo>
                    <a:pt x="87922" y="1145857"/>
                  </a:lnTo>
                  <a:close/>
                </a:path>
                <a:path w="88264" h="1234440">
                  <a:moveTo>
                    <a:pt x="87922" y="881443"/>
                  </a:moveTo>
                  <a:lnTo>
                    <a:pt x="0" y="881443"/>
                  </a:lnTo>
                  <a:lnTo>
                    <a:pt x="0" y="969556"/>
                  </a:lnTo>
                  <a:lnTo>
                    <a:pt x="0" y="1057656"/>
                  </a:lnTo>
                  <a:lnTo>
                    <a:pt x="0" y="1145768"/>
                  </a:lnTo>
                  <a:lnTo>
                    <a:pt x="87922" y="1145768"/>
                  </a:lnTo>
                  <a:lnTo>
                    <a:pt x="87922" y="1057656"/>
                  </a:lnTo>
                  <a:lnTo>
                    <a:pt x="87922" y="969556"/>
                  </a:lnTo>
                  <a:lnTo>
                    <a:pt x="87922" y="881443"/>
                  </a:lnTo>
                  <a:close/>
                </a:path>
                <a:path w="88264" h="1234440">
                  <a:moveTo>
                    <a:pt x="87922" y="440728"/>
                  </a:moveTo>
                  <a:lnTo>
                    <a:pt x="0" y="440728"/>
                  </a:lnTo>
                  <a:lnTo>
                    <a:pt x="0" y="528828"/>
                  </a:lnTo>
                  <a:lnTo>
                    <a:pt x="0" y="616940"/>
                  </a:lnTo>
                  <a:lnTo>
                    <a:pt x="0" y="705142"/>
                  </a:lnTo>
                  <a:lnTo>
                    <a:pt x="0" y="793242"/>
                  </a:lnTo>
                  <a:lnTo>
                    <a:pt x="0" y="881354"/>
                  </a:lnTo>
                  <a:lnTo>
                    <a:pt x="87922" y="881354"/>
                  </a:lnTo>
                  <a:lnTo>
                    <a:pt x="87922" y="793242"/>
                  </a:lnTo>
                  <a:lnTo>
                    <a:pt x="87922" y="705142"/>
                  </a:lnTo>
                  <a:lnTo>
                    <a:pt x="87922" y="616940"/>
                  </a:lnTo>
                  <a:lnTo>
                    <a:pt x="87922" y="528828"/>
                  </a:lnTo>
                  <a:lnTo>
                    <a:pt x="87922" y="440728"/>
                  </a:lnTo>
                  <a:close/>
                </a:path>
                <a:path w="88264" h="1234440">
                  <a:moveTo>
                    <a:pt x="87922" y="176314"/>
                  </a:moveTo>
                  <a:lnTo>
                    <a:pt x="0" y="176314"/>
                  </a:lnTo>
                  <a:lnTo>
                    <a:pt x="0" y="264414"/>
                  </a:lnTo>
                  <a:lnTo>
                    <a:pt x="0" y="352526"/>
                  </a:lnTo>
                  <a:lnTo>
                    <a:pt x="0" y="440626"/>
                  </a:lnTo>
                  <a:lnTo>
                    <a:pt x="87922" y="440626"/>
                  </a:lnTo>
                  <a:lnTo>
                    <a:pt x="87922" y="352526"/>
                  </a:lnTo>
                  <a:lnTo>
                    <a:pt x="87922" y="264414"/>
                  </a:lnTo>
                  <a:lnTo>
                    <a:pt x="87922" y="176314"/>
                  </a:lnTo>
                  <a:close/>
                </a:path>
                <a:path w="88264" h="1234440">
                  <a:moveTo>
                    <a:pt x="87922" y="0"/>
                  </a:moveTo>
                  <a:lnTo>
                    <a:pt x="0" y="0"/>
                  </a:lnTo>
                  <a:lnTo>
                    <a:pt x="0" y="88112"/>
                  </a:lnTo>
                  <a:lnTo>
                    <a:pt x="0" y="176212"/>
                  </a:lnTo>
                  <a:lnTo>
                    <a:pt x="87922" y="176212"/>
                  </a:lnTo>
                  <a:lnTo>
                    <a:pt x="87922" y="88112"/>
                  </a:lnTo>
                  <a:lnTo>
                    <a:pt x="8792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3" name="object 435"/>
            <p:cNvSpPr/>
            <p:nvPr/>
          </p:nvSpPr>
          <p:spPr>
            <a:xfrm>
              <a:off x="4767840" y="7371000"/>
              <a:ext cx="176040" cy="1410120"/>
            </a:xfrm>
            <a:custGeom>
              <a:avLst/>
              <a:gdLst>
                <a:gd name="textAreaLeft" fmla="*/ 0 w 176040"/>
                <a:gd name="textAreaRight" fmla="*/ 176400 w 176040"/>
                <a:gd name="textAreaTop" fmla="*/ 0 h 1410120"/>
                <a:gd name="textAreaBottom" fmla="*/ 1410480 h 1410120"/>
              </a:gdLst>
              <a:ahLst/>
              <a:rect l="textAreaLeft" t="textAreaTop" r="textAreaRight" b="textAreaBottom"/>
              <a:pathLst>
                <a:path w="176529" h="1410334">
                  <a:moveTo>
                    <a:pt x="88036" y="1233957"/>
                  </a:moveTo>
                  <a:lnTo>
                    <a:pt x="0" y="1233957"/>
                  </a:lnTo>
                  <a:lnTo>
                    <a:pt x="0" y="1322070"/>
                  </a:lnTo>
                  <a:lnTo>
                    <a:pt x="0" y="1410169"/>
                  </a:lnTo>
                  <a:lnTo>
                    <a:pt x="88036" y="1410169"/>
                  </a:lnTo>
                  <a:lnTo>
                    <a:pt x="88036" y="1322070"/>
                  </a:lnTo>
                  <a:lnTo>
                    <a:pt x="88036" y="1233957"/>
                  </a:lnTo>
                  <a:close/>
                </a:path>
                <a:path w="176529" h="1410334">
                  <a:moveTo>
                    <a:pt x="88036" y="969543"/>
                  </a:moveTo>
                  <a:lnTo>
                    <a:pt x="0" y="969543"/>
                  </a:lnTo>
                  <a:lnTo>
                    <a:pt x="0" y="1057656"/>
                  </a:lnTo>
                  <a:lnTo>
                    <a:pt x="0" y="1145755"/>
                  </a:lnTo>
                  <a:lnTo>
                    <a:pt x="0" y="1233868"/>
                  </a:lnTo>
                  <a:lnTo>
                    <a:pt x="88036" y="1233868"/>
                  </a:lnTo>
                  <a:lnTo>
                    <a:pt x="88036" y="1145755"/>
                  </a:lnTo>
                  <a:lnTo>
                    <a:pt x="88036" y="1057656"/>
                  </a:lnTo>
                  <a:lnTo>
                    <a:pt x="88036" y="969543"/>
                  </a:lnTo>
                  <a:close/>
                </a:path>
                <a:path w="176529" h="1410334">
                  <a:moveTo>
                    <a:pt x="88036" y="528828"/>
                  </a:moveTo>
                  <a:lnTo>
                    <a:pt x="0" y="528828"/>
                  </a:lnTo>
                  <a:lnTo>
                    <a:pt x="0" y="616927"/>
                  </a:lnTo>
                  <a:lnTo>
                    <a:pt x="0" y="705040"/>
                  </a:lnTo>
                  <a:lnTo>
                    <a:pt x="0" y="793242"/>
                  </a:lnTo>
                  <a:lnTo>
                    <a:pt x="0" y="881341"/>
                  </a:lnTo>
                  <a:lnTo>
                    <a:pt x="0" y="969454"/>
                  </a:lnTo>
                  <a:lnTo>
                    <a:pt x="88036" y="969454"/>
                  </a:lnTo>
                  <a:lnTo>
                    <a:pt x="88036" y="881341"/>
                  </a:lnTo>
                  <a:lnTo>
                    <a:pt x="88036" y="793242"/>
                  </a:lnTo>
                  <a:lnTo>
                    <a:pt x="88036" y="705040"/>
                  </a:lnTo>
                  <a:lnTo>
                    <a:pt x="88036" y="616927"/>
                  </a:lnTo>
                  <a:lnTo>
                    <a:pt x="88036" y="528828"/>
                  </a:lnTo>
                  <a:close/>
                </a:path>
                <a:path w="176529" h="1410334">
                  <a:moveTo>
                    <a:pt x="88036" y="264414"/>
                  </a:moveTo>
                  <a:lnTo>
                    <a:pt x="0" y="264414"/>
                  </a:lnTo>
                  <a:lnTo>
                    <a:pt x="0" y="352513"/>
                  </a:lnTo>
                  <a:lnTo>
                    <a:pt x="0" y="440626"/>
                  </a:lnTo>
                  <a:lnTo>
                    <a:pt x="0" y="528726"/>
                  </a:lnTo>
                  <a:lnTo>
                    <a:pt x="88036" y="528726"/>
                  </a:lnTo>
                  <a:lnTo>
                    <a:pt x="88036" y="440626"/>
                  </a:lnTo>
                  <a:lnTo>
                    <a:pt x="88036" y="352513"/>
                  </a:lnTo>
                  <a:lnTo>
                    <a:pt x="88036" y="264414"/>
                  </a:lnTo>
                  <a:close/>
                </a:path>
                <a:path w="176529" h="1410334">
                  <a:moveTo>
                    <a:pt x="88036" y="88099"/>
                  </a:moveTo>
                  <a:lnTo>
                    <a:pt x="0" y="88099"/>
                  </a:lnTo>
                  <a:lnTo>
                    <a:pt x="0" y="176212"/>
                  </a:lnTo>
                  <a:lnTo>
                    <a:pt x="0" y="264312"/>
                  </a:lnTo>
                  <a:lnTo>
                    <a:pt x="88036" y="264312"/>
                  </a:lnTo>
                  <a:lnTo>
                    <a:pt x="88036" y="176212"/>
                  </a:lnTo>
                  <a:lnTo>
                    <a:pt x="88036" y="88099"/>
                  </a:lnTo>
                  <a:close/>
                </a:path>
                <a:path w="176529" h="1410334">
                  <a:moveTo>
                    <a:pt x="175958" y="0"/>
                  </a:moveTo>
                  <a:lnTo>
                    <a:pt x="88036" y="0"/>
                  </a:lnTo>
                  <a:lnTo>
                    <a:pt x="88036" y="88099"/>
                  </a:lnTo>
                  <a:lnTo>
                    <a:pt x="175958" y="88099"/>
                  </a:lnTo>
                  <a:lnTo>
                    <a:pt x="17595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84" name="object 438"/>
          <p:cNvGrpSpPr/>
          <p:nvPr/>
        </p:nvGrpSpPr>
        <p:grpSpPr>
          <a:xfrm>
            <a:off x="10278000" y="1388520"/>
            <a:ext cx="3142080" cy="7588800"/>
            <a:chOff x="10278000" y="1388520"/>
            <a:chExt cx="3142080" cy="7588800"/>
          </a:xfrm>
        </p:grpSpPr>
        <p:sp>
          <p:nvSpPr>
            <p:cNvPr id="585" name="object 439"/>
            <p:cNvSpPr/>
            <p:nvPr/>
          </p:nvSpPr>
          <p:spPr>
            <a:xfrm>
              <a:off x="13268160" y="3598200"/>
              <a:ext cx="151920" cy="3805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152400" h="381000">
                  <a:moveTo>
                    <a:pt x="76123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76123" y="380987"/>
                  </a:lnTo>
                  <a:lnTo>
                    <a:pt x="76123" y="304774"/>
                  </a:lnTo>
                  <a:close/>
                </a:path>
                <a:path w="152400" h="381000">
                  <a:moveTo>
                    <a:pt x="152247" y="152336"/>
                  </a:moveTo>
                  <a:lnTo>
                    <a:pt x="76123" y="152336"/>
                  </a:lnTo>
                  <a:lnTo>
                    <a:pt x="76123" y="228561"/>
                  </a:lnTo>
                  <a:lnTo>
                    <a:pt x="76123" y="304685"/>
                  </a:lnTo>
                  <a:lnTo>
                    <a:pt x="152247" y="304685"/>
                  </a:lnTo>
                  <a:lnTo>
                    <a:pt x="152247" y="228561"/>
                  </a:lnTo>
                  <a:lnTo>
                    <a:pt x="152247" y="152336"/>
                  </a:lnTo>
                  <a:close/>
                </a:path>
                <a:path w="152400" h="381000">
                  <a:moveTo>
                    <a:pt x="152247" y="0"/>
                  </a:moveTo>
                  <a:lnTo>
                    <a:pt x="76123" y="0"/>
                  </a:lnTo>
                  <a:lnTo>
                    <a:pt x="76123" y="76123"/>
                  </a:lnTo>
                  <a:lnTo>
                    <a:pt x="76123" y="152260"/>
                  </a:lnTo>
                  <a:lnTo>
                    <a:pt x="152247" y="152260"/>
                  </a:lnTo>
                  <a:lnTo>
                    <a:pt x="152247" y="76123"/>
                  </a:lnTo>
                  <a:lnTo>
                    <a:pt x="15224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6" name="object 440"/>
            <p:cNvSpPr/>
            <p:nvPr/>
          </p:nvSpPr>
          <p:spPr>
            <a:xfrm>
              <a:off x="13268160" y="36745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438"/>
                  </a:lnTo>
                  <a:lnTo>
                    <a:pt x="0" y="228561"/>
                  </a:lnTo>
                  <a:lnTo>
                    <a:pt x="76123" y="228561"/>
                  </a:lnTo>
                  <a:lnTo>
                    <a:pt x="76123" y="152438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7" name="object 441"/>
            <p:cNvSpPr/>
            <p:nvPr/>
          </p:nvSpPr>
          <p:spPr>
            <a:xfrm>
              <a:off x="1326816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8" name="object 442"/>
            <p:cNvSpPr/>
            <p:nvPr/>
          </p:nvSpPr>
          <p:spPr>
            <a:xfrm>
              <a:off x="13268160" y="35222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9" name="object 443"/>
            <p:cNvSpPr/>
            <p:nvPr/>
          </p:nvSpPr>
          <p:spPr>
            <a:xfrm>
              <a:off x="13192200" y="2912400"/>
              <a:ext cx="151920" cy="11426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152400" h="1143000">
                  <a:moveTo>
                    <a:pt x="76225" y="1066825"/>
                  </a:moveTo>
                  <a:lnTo>
                    <a:pt x="0" y="1066825"/>
                  </a:lnTo>
                  <a:lnTo>
                    <a:pt x="0" y="1142949"/>
                  </a:lnTo>
                  <a:lnTo>
                    <a:pt x="76225" y="1142949"/>
                  </a:lnTo>
                  <a:lnTo>
                    <a:pt x="76225" y="1066825"/>
                  </a:lnTo>
                  <a:close/>
                </a:path>
                <a:path w="152400" h="1143000">
                  <a:moveTo>
                    <a:pt x="152349" y="457288"/>
                  </a:moveTo>
                  <a:lnTo>
                    <a:pt x="76225" y="457288"/>
                  </a:lnTo>
                  <a:lnTo>
                    <a:pt x="76225" y="533412"/>
                  </a:lnTo>
                  <a:lnTo>
                    <a:pt x="76225" y="609536"/>
                  </a:lnTo>
                  <a:lnTo>
                    <a:pt x="152349" y="609536"/>
                  </a:lnTo>
                  <a:lnTo>
                    <a:pt x="152349" y="533412"/>
                  </a:lnTo>
                  <a:lnTo>
                    <a:pt x="152349" y="457288"/>
                  </a:lnTo>
                  <a:close/>
                </a:path>
                <a:path w="152400" h="1143000">
                  <a:moveTo>
                    <a:pt x="152349" y="304850"/>
                  </a:moveTo>
                  <a:lnTo>
                    <a:pt x="76225" y="304850"/>
                  </a:lnTo>
                  <a:lnTo>
                    <a:pt x="76225" y="380987"/>
                  </a:lnTo>
                  <a:lnTo>
                    <a:pt x="76225" y="457200"/>
                  </a:lnTo>
                  <a:lnTo>
                    <a:pt x="152349" y="457200"/>
                  </a:lnTo>
                  <a:lnTo>
                    <a:pt x="152349" y="380987"/>
                  </a:lnTo>
                  <a:lnTo>
                    <a:pt x="152349" y="304850"/>
                  </a:lnTo>
                  <a:close/>
                </a:path>
                <a:path w="152400" h="1143000">
                  <a:moveTo>
                    <a:pt x="152349" y="76301"/>
                  </a:moveTo>
                  <a:lnTo>
                    <a:pt x="76225" y="76301"/>
                  </a:lnTo>
                  <a:lnTo>
                    <a:pt x="76225" y="152425"/>
                  </a:lnTo>
                  <a:lnTo>
                    <a:pt x="76225" y="228638"/>
                  </a:lnTo>
                  <a:lnTo>
                    <a:pt x="76225" y="304774"/>
                  </a:lnTo>
                  <a:lnTo>
                    <a:pt x="152349" y="304774"/>
                  </a:lnTo>
                  <a:lnTo>
                    <a:pt x="152349" y="228638"/>
                  </a:lnTo>
                  <a:lnTo>
                    <a:pt x="152349" y="152425"/>
                  </a:lnTo>
                  <a:lnTo>
                    <a:pt x="152349" y="76301"/>
                  </a:lnTo>
                  <a:close/>
                </a:path>
                <a:path w="152400" h="1143000">
                  <a:moveTo>
                    <a:pt x="152349" y="0"/>
                  </a:moveTo>
                  <a:lnTo>
                    <a:pt x="76225" y="0"/>
                  </a:lnTo>
                  <a:lnTo>
                    <a:pt x="76225" y="76212"/>
                  </a:lnTo>
                  <a:lnTo>
                    <a:pt x="152349" y="76212"/>
                  </a:lnTo>
                  <a:lnTo>
                    <a:pt x="15234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0" name="object 444"/>
            <p:cNvSpPr/>
            <p:nvPr/>
          </p:nvSpPr>
          <p:spPr>
            <a:xfrm>
              <a:off x="13192200" y="3674520"/>
              <a:ext cx="76320" cy="304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834" h="305435">
                  <a:moveTo>
                    <a:pt x="76225" y="228650"/>
                  </a:moveTo>
                  <a:lnTo>
                    <a:pt x="0" y="228650"/>
                  </a:lnTo>
                  <a:lnTo>
                    <a:pt x="0" y="304863"/>
                  </a:lnTo>
                  <a:lnTo>
                    <a:pt x="76225" y="304863"/>
                  </a:lnTo>
                  <a:lnTo>
                    <a:pt x="76225" y="228650"/>
                  </a:lnTo>
                  <a:close/>
                </a:path>
                <a:path w="76834" h="305435">
                  <a:moveTo>
                    <a:pt x="76225" y="76212"/>
                  </a:moveTo>
                  <a:lnTo>
                    <a:pt x="0" y="76212"/>
                  </a:lnTo>
                  <a:lnTo>
                    <a:pt x="0" y="152438"/>
                  </a:lnTo>
                  <a:lnTo>
                    <a:pt x="0" y="228561"/>
                  </a:lnTo>
                  <a:lnTo>
                    <a:pt x="76225" y="228561"/>
                  </a:lnTo>
                  <a:lnTo>
                    <a:pt x="76225" y="152438"/>
                  </a:lnTo>
                  <a:lnTo>
                    <a:pt x="76225" y="76212"/>
                  </a:lnTo>
                  <a:close/>
                </a:path>
                <a:path w="76834" h="305435">
                  <a:moveTo>
                    <a:pt x="76225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76225" y="76136"/>
                  </a:lnTo>
                  <a:lnTo>
                    <a:pt x="76225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1" name="object 445"/>
            <p:cNvSpPr/>
            <p:nvPr/>
          </p:nvSpPr>
          <p:spPr>
            <a:xfrm>
              <a:off x="1319220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2" name="object 446"/>
            <p:cNvSpPr/>
            <p:nvPr/>
          </p:nvSpPr>
          <p:spPr>
            <a:xfrm>
              <a:off x="13192200" y="2988720"/>
              <a:ext cx="76320" cy="6091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609120"/>
                <a:gd name="textAreaBottom" fmla="*/ 609480 h 609120"/>
              </a:gdLst>
              <a:ahLst/>
              <a:rect l="textAreaLeft" t="textAreaTop" r="textAreaRight" b="textAreaBottom"/>
              <a:pathLst>
                <a:path w="76834" h="609600">
                  <a:moveTo>
                    <a:pt x="76225" y="533323"/>
                  </a:moveTo>
                  <a:lnTo>
                    <a:pt x="0" y="533323"/>
                  </a:lnTo>
                  <a:lnTo>
                    <a:pt x="0" y="609536"/>
                  </a:lnTo>
                  <a:lnTo>
                    <a:pt x="76225" y="609536"/>
                  </a:lnTo>
                  <a:lnTo>
                    <a:pt x="76225" y="533323"/>
                  </a:lnTo>
                  <a:close/>
                </a:path>
                <a:path w="76834" h="609600">
                  <a:moveTo>
                    <a:pt x="76225" y="380987"/>
                  </a:moveTo>
                  <a:lnTo>
                    <a:pt x="0" y="380987"/>
                  </a:lnTo>
                  <a:lnTo>
                    <a:pt x="0" y="457111"/>
                  </a:lnTo>
                  <a:lnTo>
                    <a:pt x="0" y="533234"/>
                  </a:lnTo>
                  <a:lnTo>
                    <a:pt x="76225" y="533234"/>
                  </a:lnTo>
                  <a:lnTo>
                    <a:pt x="76225" y="457111"/>
                  </a:lnTo>
                  <a:lnTo>
                    <a:pt x="76225" y="380987"/>
                  </a:lnTo>
                  <a:close/>
                </a:path>
                <a:path w="76834" h="609600">
                  <a:moveTo>
                    <a:pt x="76225" y="228549"/>
                  </a:moveTo>
                  <a:lnTo>
                    <a:pt x="0" y="228549"/>
                  </a:lnTo>
                  <a:lnTo>
                    <a:pt x="0" y="304685"/>
                  </a:lnTo>
                  <a:lnTo>
                    <a:pt x="0" y="380898"/>
                  </a:lnTo>
                  <a:lnTo>
                    <a:pt x="76225" y="380898"/>
                  </a:lnTo>
                  <a:lnTo>
                    <a:pt x="76225" y="304685"/>
                  </a:lnTo>
                  <a:lnTo>
                    <a:pt x="76225" y="228549"/>
                  </a:lnTo>
                  <a:close/>
                </a:path>
                <a:path w="76834" h="609600">
                  <a:moveTo>
                    <a:pt x="76225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0" y="228473"/>
                  </a:lnTo>
                  <a:lnTo>
                    <a:pt x="76225" y="228473"/>
                  </a:lnTo>
                  <a:lnTo>
                    <a:pt x="76225" y="152336"/>
                  </a:lnTo>
                  <a:lnTo>
                    <a:pt x="76225" y="76123"/>
                  </a:lnTo>
                  <a:lnTo>
                    <a:pt x="76225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3" name="object 447"/>
            <p:cNvSpPr/>
            <p:nvPr/>
          </p:nvSpPr>
          <p:spPr>
            <a:xfrm>
              <a:off x="13192200" y="291240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4" name="object 448"/>
            <p:cNvSpPr/>
            <p:nvPr/>
          </p:nvSpPr>
          <p:spPr>
            <a:xfrm>
              <a:off x="13192200" y="283644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5" name="object 449"/>
            <p:cNvSpPr/>
            <p:nvPr/>
          </p:nvSpPr>
          <p:spPr>
            <a:xfrm>
              <a:off x="1311588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6" name="object 450"/>
            <p:cNvSpPr/>
            <p:nvPr/>
          </p:nvSpPr>
          <p:spPr>
            <a:xfrm>
              <a:off x="13115880" y="382680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7" name="object 451"/>
            <p:cNvSpPr/>
            <p:nvPr/>
          </p:nvSpPr>
          <p:spPr>
            <a:xfrm>
              <a:off x="1311588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8" name="object 452"/>
            <p:cNvSpPr/>
            <p:nvPr/>
          </p:nvSpPr>
          <p:spPr>
            <a:xfrm>
              <a:off x="13115880" y="3065040"/>
              <a:ext cx="75960" cy="6854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685440"/>
                <a:gd name="textAreaBottom" fmla="*/ 685800 h 685440"/>
              </a:gdLst>
              <a:ahLst/>
              <a:rect l="textAreaLeft" t="textAreaTop" r="textAreaRight" b="textAreaBottom"/>
              <a:pathLst>
                <a:path w="76200" h="685800">
                  <a:moveTo>
                    <a:pt x="76136" y="457200"/>
                  </a:moveTo>
                  <a:lnTo>
                    <a:pt x="0" y="457200"/>
                  </a:lnTo>
                  <a:lnTo>
                    <a:pt x="0" y="533412"/>
                  </a:lnTo>
                  <a:lnTo>
                    <a:pt x="0" y="609536"/>
                  </a:lnTo>
                  <a:lnTo>
                    <a:pt x="0" y="685673"/>
                  </a:lnTo>
                  <a:lnTo>
                    <a:pt x="76136" y="685673"/>
                  </a:lnTo>
                  <a:lnTo>
                    <a:pt x="76136" y="609536"/>
                  </a:lnTo>
                  <a:lnTo>
                    <a:pt x="76136" y="533412"/>
                  </a:lnTo>
                  <a:lnTo>
                    <a:pt x="76136" y="457200"/>
                  </a:lnTo>
                  <a:close/>
                </a:path>
                <a:path w="76200" h="685800">
                  <a:moveTo>
                    <a:pt x="76136" y="304863"/>
                  </a:moveTo>
                  <a:lnTo>
                    <a:pt x="0" y="304863"/>
                  </a:lnTo>
                  <a:lnTo>
                    <a:pt x="0" y="380987"/>
                  </a:lnTo>
                  <a:lnTo>
                    <a:pt x="0" y="457111"/>
                  </a:lnTo>
                  <a:lnTo>
                    <a:pt x="76136" y="457111"/>
                  </a:lnTo>
                  <a:lnTo>
                    <a:pt x="76136" y="380987"/>
                  </a:lnTo>
                  <a:lnTo>
                    <a:pt x="76136" y="304863"/>
                  </a:lnTo>
                  <a:close/>
                </a:path>
                <a:path w="76200" h="685800">
                  <a:moveTo>
                    <a:pt x="76136" y="152425"/>
                  </a:moveTo>
                  <a:lnTo>
                    <a:pt x="0" y="152425"/>
                  </a:lnTo>
                  <a:lnTo>
                    <a:pt x="0" y="228561"/>
                  </a:lnTo>
                  <a:lnTo>
                    <a:pt x="0" y="304774"/>
                  </a:lnTo>
                  <a:lnTo>
                    <a:pt x="76136" y="304774"/>
                  </a:lnTo>
                  <a:lnTo>
                    <a:pt x="76136" y="228561"/>
                  </a:lnTo>
                  <a:lnTo>
                    <a:pt x="76136" y="152425"/>
                  </a:lnTo>
                  <a:close/>
                </a:path>
                <a:path w="76200" h="6858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76136" y="152349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9" name="object 453"/>
            <p:cNvSpPr/>
            <p:nvPr/>
          </p:nvSpPr>
          <p:spPr>
            <a:xfrm>
              <a:off x="1311588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0" name="object 454"/>
            <p:cNvSpPr/>
            <p:nvPr/>
          </p:nvSpPr>
          <p:spPr>
            <a:xfrm>
              <a:off x="13115880" y="283644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1" name="object 455"/>
            <p:cNvSpPr/>
            <p:nvPr/>
          </p:nvSpPr>
          <p:spPr>
            <a:xfrm>
              <a:off x="130399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2" name="object 456"/>
            <p:cNvSpPr/>
            <p:nvPr/>
          </p:nvSpPr>
          <p:spPr>
            <a:xfrm>
              <a:off x="13039560" y="3903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152425"/>
                  </a:move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3" name="object 457"/>
            <p:cNvSpPr/>
            <p:nvPr/>
          </p:nvSpPr>
          <p:spPr>
            <a:xfrm>
              <a:off x="13039560" y="375048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225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4" name="object 458"/>
            <p:cNvSpPr/>
            <p:nvPr/>
          </p:nvSpPr>
          <p:spPr>
            <a:xfrm>
              <a:off x="13039560" y="3141000"/>
              <a:ext cx="75960" cy="6091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609120"/>
                <a:gd name="textAreaBottom" fmla="*/ 609480 h 609120"/>
              </a:gdLst>
              <a:ahLst/>
              <a:rect l="textAreaLeft" t="textAreaTop" r="textAreaRight" b="textAreaBottom"/>
              <a:pathLst>
                <a:path w="76200" h="6096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609600">
                  <a:moveTo>
                    <a:pt x="76123" y="228650"/>
                  </a:moveTo>
                  <a:lnTo>
                    <a:pt x="0" y="228650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74"/>
                  </a:lnTo>
                  <a:lnTo>
                    <a:pt x="76123" y="228650"/>
                  </a:lnTo>
                  <a:close/>
                </a:path>
                <a:path w="76200" h="609600">
                  <a:moveTo>
                    <a:pt x="76123" y="76212"/>
                  </a:moveTo>
                  <a:lnTo>
                    <a:pt x="0" y="76212"/>
                  </a:lnTo>
                  <a:lnTo>
                    <a:pt x="0" y="152349"/>
                  </a:lnTo>
                  <a:lnTo>
                    <a:pt x="0" y="228561"/>
                  </a:lnTo>
                  <a:lnTo>
                    <a:pt x="76123" y="228561"/>
                  </a:lnTo>
                  <a:lnTo>
                    <a:pt x="76123" y="152349"/>
                  </a:lnTo>
                  <a:lnTo>
                    <a:pt x="76123" y="76212"/>
                  </a:lnTo>
                  <a:close/>
                </a:path>
                <a:path w="76200" h="6096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5" name="object 459"/>
            <p:cNvSpPr/>
            <p:nvPr/>
          </p:nvSpPr>
          <p:spPr>
            <a:xfrm>
              <a:off x="1303992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6" name="object 460"/>
            <p:cNvSpPr/>
            <p:nvPr/>
          </p:nvSpPr>
          <p:spPr>
            <a:xfrm>
              <a:off x="13039560" y="283644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152425"/>
                  </a:move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7" name="object 461"/>
            <p:cNvSpPr/>
            <p:nvPr/>
          </p:nvSpPr>
          <p:spPr>
            <a:xfrm>
              <a:off x="1296360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8" name="object 462"/>
            <p:cNvSpPr/>
            <p:nvPr/>
          </p:nvSpPr>
          <p:spPr>
            <a:xfrm>
              <a:off x="12963600" y="397944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9" name="object 463"/>
            <p:cNvSpPr/>
            <p:nvPr/>
          </p:nvSpPr>
          <p:spPr>
            <a:xfrm>
              <a:off x="12963600" y="3750480"/>
              <a:ext cx="76320" cy="228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960"/>
                <a:gd name="textAreaBottom" fmla="*/ 229320 h 228960"/>
              </a:gdLst>
              <a:ahLst/>
              <a:rect l="textAreaLeft" t="textAreaTop" r="textAreaRight" b="textAreaBottom"/>
              <a:pathLst>
                <a:path w="76834" h="229235">
                  <a:moveTo>
                    <a:pt x="76212" y="152438"/>
                  </a:moveTo>
                  <a:lnTo>
                    <a:pt x="0" y="152438"/>
                  </a:lnTo>
                  <a:lnTo>
                    <a:pt x="0" y="228650"/>
                  </a:lnTo>
                  <a:lnTo>
                    <a:pt x="76212" y="228650"/>
                  </a:lnTo>
                  <a:lnTo>
                    <a:pt x="76212" y="152438"/>
                  </a:lnTo>
                  <a:close/>
                </a:path>
                <a:path w="76834" h="229235">
                  <a:moveTo>
                    <a:pt x="76212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225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0" name="object 464"/>
            <p:cNvSpPr/>
            <p:nvPr/>
          </p:nvSpPr>
          <p:spPr>
            <a:xfrm>
              <a:off x="12963600" y="352224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152336"/>
                  </a:moveTo>
                  <a:lnTo>
                    <a:pt x="0" y="152336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36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1" name="object 465"/>
            <p:cNvSpPr/>
            <p:nvPr/>
          </p:nvSpPr>
          <p:spPr>
            <a:xfrm>
              <a:off x="12963600" y="3217320"/>
              <a:ext cx="76320" cy="3045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834" h="304800">
                  <a:moveTo>
                    <a:pt x="76212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212" y="304685"/>
                  </a:lnTo>
                  <a:lnTo>
                    <a:pt x="76212" y="228561"/>
                  </a:lnTo>
                  <a:lnTo>
                    <a:pt x="76212" y="152438"/>
                  </a:lnTo>
                  <a:close/>
                </a:path>
                <a:path w="76834" h="304800">
                  <a:moveTo>
                    <a:pt x="76212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136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2" name="object 466"/>
            <p:cNvSpPr/>
            <p:nvPr/>
          </p:nvSpPr>
          <p:spPr>
            <a:xfrm>
              <a:off x="1296360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3" name="object 467"/>
            <p:cNvSpPr/>
            <p:nvPr/>
          </p:nvSpPr>
          <p:spPr>
            <a:xfrm>
              <a:off x="12963600" y="29887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4" name="object 468"/>
            <p:cNvSpPr/>
            <p:nvPr/>
          </p:nvSpPr>
          <p:spPr>
            <a:xfrm>
              <a:off x="12887280" y="1464840"/>
              <a:ext cx="151920" cy="2819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819160"/>
                <a:gd name="textAreaBottom" fmla="*/ 2819520 h 2819160"/>
              </a:gdLst>
              <a:ahLst/>
              <a:rect l="textAreaLeft" t="textAreaTop" r="textAreaRight" b="textAreaBottom"/>
              <a:pathLst>
                <a:path w="152400" h="2819400">
                  <a:moveTo>
                    <a:pt x="76123" y="2742996"/>
                  </a:moveTo>
                  <a:lnTo>
                    <a:pt x="0" y="2742996"/>
                  </a:lnTo>
                  <a:lnTo>
                    <a:pt x="0" y="2819120"/>
                  </a:lnTo>
                  <a:lnTo>
                    <a:pt x="76123" y="2819120"/>
                  </a:lnTo>
                  <a:lnTo>
                    <a:pt x="76123" y="2742996"/>
                  </a:lnTo>
                  <a:close/>
                </a:path>
                <a:path w="152400" h="2819400">
                  <a:moveTo>
                    <a:pt x="152336" y="1371498"/>
                  </a:moveTo>
                  <a:lnTo>
                    <a:pt x="76123" y="1371498"/>
                  </a:lnTo>
                  <a:lnTo>
                    <a:pt x="76123" y="1447622"/>
                  </a:lnTo>
                  <a:lnTo>
                    <a:pt x="76123" y="1523834"/>
                  </a:lnTo>
                  <a:lnTo>
                    <a:pt x="152336" y="1523834"/>
                  </a:lnTo>
                  <a:lnTo>
                    <a:pt x="152336" y="1447622"/>
                  </a:lnTo>
                  <a:lnTo>
                    <a:pt x="152336" y="1371498"/>
                  </a:lnTo>
                  <a:close/>
                </a:path>
                <a:path w="152400" h="2819400">
                  <a:moveTo>
                    <a:pt x="152336" y="1142936"/>
                  </a:moveTo>
                  <a:lnTo>
                    <a:pt x="76123" y="1142936"/>
                  </a:lnTo>
                  <a:lnTo>
                    <a:pt x="76123" y="1219073"/>
                  </a:lnTo>
                  <a:lnTo>
                    <a:pt x="76123" y="1295285"/>
                  </a:lnTo>
                  <a:lnTo>
                    <a:pt x="76123" y="1371409"/>
                  </a:lnTo>
                  <a:lnTo>
                    <a:pt x="152336" y="1371409"/>
                  </a:lnTo>
                  <a:lnTo>
                    <a:pt x="152336" y="1295285"/>
                  </a:lnTo>
                  <a:lnTo>
                    <a:pt x="152336" y="1219073"/>
                  </a:lnTo>
                  <a:lnTo>
                    <a:pt x="152336" y="1142936"/>
                  </a:lnTo>
                  <a:close/>
                </a:path>
                <a:path w="152400" h="2819400">
                  <a:moveTo>
                    <a:pt x="152336" y="990511"/>
                  </a:moveTo>
                  <a:lnTo>
                    <a:pt x="76123" y="990511"/>
                  </a:lnTo>
                  <a:lnTo>
                    <a:pt x="76123" y="1066723"/>
                  </a:lnTo>
                  <a:lnTo>
                    <a:pt x="76123" y="1142860"/>
                  </a:lnTo>
                  <a:lnTo>
                    <a:pt x="152336" y="1142860"/>
                  </a:lnTo>
                  <a:lnTo>
                    <a:pt x="152336" y="1066723"/>
                  </a:lnTo>
                  <a:lnTo>
                    <a:pt x="152336" y="990511"/>
                  </a:lnTo>
                  <a:close/>
                </a:path>
                <a:path w="152400" h="2819400">
                  <a:moveTo>
                    <a:pt x="152336" y="761961"/>
                  </a:moveTo>
                  <a:lnTo>
                    <a:pt x="76123" y="761961"/>
                  </a:lnTo>
                  <a:lnTo>
                    <a:pt x="76123" y="838174"/>
                  </a:lnTo>
                  <a:lnTo>
                    <a:pt x="76123" y="914298"/>
                  </a:lnTo>
                  <a:lnTo>
                    <a:pt x="76123" y="990434"/>
                  </a:lnTo>
                  <a:lnTo>
                    <a:pt x="152336" y="990434"/>
                  </a:lnTo>
                  <a:lnTo>
                    <a:pt x="152336" y="914298"/>
                  </a:lnTo>
                  <a:lnTo>
                    <a:pt x="152336" y="838174"/>
                  </a:lnTo>
                  <a:lnTo>
                    <a:pt x="152336" y="761961"/>
                  </a:lnTo>
                  <a:close/>
                </a:path>
                <a:path w="152400" h="2819400">
                  <a:moveTo>
                    <a:pt x="152336" y="609536"/>
                  </a:moveTo>
                  <a:lnTo>
                    <a:pt x="76123" y="609536"/>
                  </a:lnTo>
                  <a:lnTo>
                    <a:pt x="76123" y="685749"/>
                  </a:lnTo>
                  <a:lnTo>
                    <a:pt x="76123" y="761873"/>
                  </a:lnTo>
                  <a:lnTo>
                    <a:pt x="152336" y="761873"/>
                  </a:lnTo>
                  <a:lnTo>
                    <a:pt x="152336" y="685749"/>
                  </a:lnTo>
                  <a:lnTo>
                    <a:pt x="152336" y="609536"/>
                  </a:lnTo>
                  <a:close/>
                </a:path>
                <a:path w="152400" h="2819400">
                  <a:moveTo>
                    <a:pt x="152336" y="380974"/>
                  </a:moveTo>
                  <a:lnTo>
                    <a:pt x="76123" y="380974"/>
                  </a:lnTo>
                  <a:lnTo>
                    <a:pt x="76123" y="457187"/>
                  </a:lnTo>
                  <a:lnTo>
                    <a:pt x="76123" y="533323"/>
                  </a:lnTo>
                  <a:lnTo>
                    <a:pt x="76123" y="609447"/>
                  </a:lnTo>
                  <a:lnTo>
                    <a:pt x="152336" y="609447"/>
                  </a:lnTo>
                  <a:lnTo>
                    <a:pt x="152336" y="533323"/>
                  </a:lnTo>
                  <a:lnTo>
                    <a:pt x="152336" y="457187"/>
                  </a:lnTo>
                  <a:lnTo>
                    <a:pt x="152336" y="380974"/>
                  </a:lnTo>
                  <a:close/>
                </a:path>
                <a:path w="152400" h="2819400">
                  <a:moveTo>
                    <a:pt x="152336" y="228638"/>
                  </a:moveTo>
                  <a:lnTo>
                    <a:pt x="76123" y="228638"/>
                  </a:lnTo>
                  <a:lnTo>
                    <a:pt x="76123" y="304761"/>
                  </a:lnTo>
                  <a:lnTo>
                    <a:pt x="76123" y="380898"/>
                  </a:lnTo>
                  <a:lnTo>
                    <a:pt x="152336" y="380898"/>
                  </a:lnTo>
                  <a:lnTo>
                    <a:pt x="152336" y="304761"/>
                  </a:lnTo>
                  <a:lnTo>
                    <a:pt x="152336" y="228638"/>
                  </a:lnTo>
                  <a:close/>
                </a:path>
                <a:path w="152400" h="2819400">
                  <a:moveTo>
                    <a:pt x="152336" y="76212"/>
                  </a:moveTo>
                  <a:lnTo>
                    <a:pt x="76123" y="76212"/>
                  </a:lnTo>
                  <a:lnTo>
                    <a:pt x="76123" y="152336"/>
                  </a:lnTo>
                  <a:lnTo>
                    <a:pt x="76123" y="228549"/>
                  </a:lnTo>
                  <a:lnTo>
                    <a:pt x="152336" y="228549"/>
                  </a:lnTo>
                  <a:lnTo>
                    <a:pt x="152336" y="152336"/>
                  </a:lnTo>
                  <a:lnTo>
                    <a:pt x="152336" y="76212"/>
                  </a:lnTo>
                  <a:close/>
                </a:path>
                <a:path w="152400" h="2819400">
                  <a:moveTo>
                    <a:pt x="152336" y="0"/>
                  </a:moveTo>
                  <a:lnTo>
                    <a:pt x="76123" y="0"/>
                  </a:lnTo>
                  <a:lnTo>
                    <a:pt x="76123" y="76123"/>
                  </a:lnTo>
                  <a:lnTo>
                    <a:pt x="152336" y="76123"/>
                  </a:lnTo>
                  <a:lnTo>
                    <a:pt x="1523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5" name="object 469"/>
            <p:cNvSpPr/>
            <p:nvPr/>
          </p:nvSpPr>
          <p:spPr>
            <a:xfrm>
              <a:off x="12887280" y="40554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6" name="object 470"/>
            <p:cNvSpPr/>
            <p:nvPr/>
          </p:nvSpPr>
          <p:spPr>
            <a:xfrm>
              <a:off x="12887280" y="37504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23" y="152438"/>
                  </a:moveTo>
                  <a:lnTo>
                    <a:pt x="0" y="152438"/>
                  </a:lnTo>
                  <a:lnTo>
                    <a:pt x="0" y="228650"/>
                  </a:lnTo>
                  <a:lnTo>
                    <a:pt x="0" y="304774"/>
                  </a:lnTo>
                  <a:lnTo>
                    <a:pt x="76123" y="304774"/>
                  </a:lnTo>
                  <a:lnTo>
                    <a:pt x="76123" y="228650"/>
                  </a:lnTo>
                  <a:lnTo>
                    <a:pt x="76123" y="152438"/>
                  </a:lnTo>
                  <a:close/>
                </a:path>
                <a:path w="76200" h="304800">
                  <a:moveTo>
                    <a:pt x="76123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225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7" name="object 471"/>
            <p:cNvSpPr/>
            <p:nvPr/>
          </p:nvSpPr>
          <p:spPr>
            <a:xfrm>
              <a:off x="12887280" y="352224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152336"/>
                  </a:moveTo>
                  <a:lnTo>
                    <a:pt x="0" y="152336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36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8" name="object 472"/>
            <p:cNvSpPr/>
            <p:nvPr/>
          </p:nvSpPr>
          <p:spPr>
            <a:xfrm>
              <a:off x="12887280" y="329328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301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9" name="object 473"/>
            <p:cNvSpPr/>
            <p:nvPr/>
          </p:nvSpPr>
          <p:spPr>
            <a:xfrm>
              <a:off x="12887280" y="306504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0" name="object 474"/>
            <p:cNvSpPr/>
            <p:nvPr/>
          </p:nvSpPr>
          <p:spPr>
            <a:xfrm>
              <a:off x="1288728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1" name="object 475"/>
            <p:cNvSpPr/>
            <p:nvPr/>
          </p:nvSpPr>
          <p:spPr>
            <a:xfrm>
              <a:off x="12887280" y="1388520"/>
              <a:ext cx="75960" cy="15998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99840"/>
                <a:gd name="textAreaBottom" fmla="*/ 1600200 h 1599840"/>
              </a:gdLst>
              <a:ahLst/>
              <a:rect l="textAreaLeft" t="textAreaTop" r="textAreaRight" b="textAreaBottom"/>
              <a:pathLst>
                <a:path w="76200" h="1600200">
                  <a:moveTo>
                    <a:pt x="76123" y="1447711"/>
                  </a:moveTo>
                  <a:lnTo>
                    <a:pt x="0" y="1447711"/>
                  </a:lnTo>
                  <a:lnTo>
                    <a:pt x="0" y="1523834"/>
                  </a:lnTo>
                  <a:lnTo>
                    <a:pt x="0" y="1600047"/>
                  </a:lnTo>
                  <a:lnTo>
                    <a:pt x="76123" y="1600047"/>
                  </a:lnTo>
                  <a:lnTo>
                    <a:pt x="76123" y="1523834"/>
                  </a:lnTo>
                  <a:lnTo>
                    <a:pt x="76123" y="1447711"/>
                  </a:lnTo>
                  <a:close/>
                </a:path>
                <a:path w="76200" h="1600200">
                  <a:moveTo>
                    <a:pt x="76123" y="1219149"/>
                  </a:moveTo>
                  <a:lnTo>
                    <a:pt x="0" y="1219149"/>
                  </a:lnTo>
                  <a:lnTo>
                    <a:pt x="0" y="1295285"/>
                  </a:lnTo>
                  <a:lnTo>
                    <a:pt x="0" y="1371498"/>
                  </a:lnTo>
                  <a:lnTo>
                    <a:pt x="0" y="1447622"/>
                  </a:lnTo>
                  <a:lnTo>
                    <a:pt x="76123" y="1447622"/>
                  </a:lnTo>
                  <a:lnTo>
                    <a:pt x="76123" y="1371498"/>
                  </a:lnTo>
                  <a:lnTo>
                    <a:pt x="76123" y="1295285"/>
                  </a:lnTo>
                  <a:lnTo>
                    <a:pt x="76123" y="1219149"/>
                  </a:lnTo>
                  <a:close/>
                </a:path>
                <a:path w="76200" h="1600200">
                  <a:moveTo>
                    <a:pt x="76123" y="1066723"/>
                  </a:moveTo>
                  <a:lnTo>
                    <a:pt x="0" y="1066723"/>
                  </a:lnTo>
                  <a:lnTo>
                    <a:pt x="0" y="1142936"/>
                  </a:lnTo>
                  <a:lnTo>
                    <a:pt x="0" y="1219073"/>
                  </a:lnTo>
                  <a:lnTo>
                    <a:pt x="76123" y="1219073"/>
                  </a:lnTo>
                  <a:lnTo>
                    <a:pt x="76123" y="1142936"/>
                  </a:lnTo>
                  <a:lnTo>
                    <a:pt x="76123" y="1066723"/>
                  </a:lnTo>
                  <a:close/>
                </a:path>
                <a:path w="76200" h="1600200">
                  <a:moveTo>
                    <a:pt x="76123" y="838174"/>
                  </a:moveTo>
                  <a:lnTo>
                    <a:pt x="0" y="838174"/>
                  </a:lnTo>
                  <a:lnTo>
                    <a:pt x="0" y="914387"/>
                  </a:lnTo>
                  <a:lnTo>
                    <a:pt x="0" y="990511"/>
                  </a:lnTo>
                  <a:lnTo>
                    <a:pt x="0" y="1066647"/>
                  </a:lnTo>
                  <a:lnTo>
                    <a:pt x="76123" y="1066647"/>
                  </a:lnTo>
                  <a:lnTo>
                    <a:pt x="76123" y="990511"/>
                  </a:lnTo>
                  <a:lnTo>
                    <a:pt x="76123" y="914387"/>
                  </a:lnTo>
                  <a:lnTo>
                    <a:pt x="76123" y="838174"/>
                  </a:lnTo>
                  <a:close/>
                </a:path>
                <a:path w="76200" h="1600200">
                  <a:moveTo>
                    <a:pt x="76123" y="685749"/>
                  </a:moveTo>
                  <a:lnTo>
                    <a:pt x="0" y="685749"/>
                  </a:lnTo>
                  <a:lnTo>
                    <a:pt x="0" y="761961"/>
                  </a:lnTo>
                  <a:lnTo>
                    <a:pt x="0" y="838085"/>
                  </a:lnTo>
                  <a:lnTo>
                    <a:pt x="76123" y="838085"/>
                  </a:lnTo>
                  <a:lnTo>
                    <a:pt x="76123" y="761961"/>
                  </a:lnTo>
                  <a:lnTo>
                    <a:pt x="76123" y="685749"/>
                  </a:lnTo>
                  <a:close/>
                </a:path>
                <a:path w="76200" h="1600200">
                  <a:moveTo>
                    <a:pt x="76123" y="457187"/>
                  </a:moveTo>
                  <a:lnTo>
                    <a:pt x="0" y="457187"/>
                  </a:lnTo>
                  <a:lnTo>
                    <a:pt x="0" y="533400"/>
                  </a:lnTo>
                  <a:lnTo>
                    <a:pt x="0" y="609536"/>
                  </a:lnTo>
                  <a:lnTo>
                    <a:pt x="0" y="685660"/>
                  </a:lnTo>
                  <a:lnTo>
                    <a:pt x="76123" y="685660"/>
                  </a:lnTo>
                  <a:lnTo>
                    <a:pt x="76123" y="609536"/>
                  </a:lnTo>
                  <a:lnTo>
                    <a:pt x="76123" y="533400"/>
                  </a:lnTo>
                  <a:lnTo>
                    <a:pt x="76123" y="457187"/>
                  </a:lnTo>
                  <a:close/>
                </a:path>
                <a:path w="76200" h="1600200">
                  <a:moveTo>
                    <a:pt x="76123" y="304850"/>
                  </a:moveTo>
                  <a:lnTo>
                    <a:pt x="0" y="304850"/>
                  </a:lnTo>
                  <a:lnTo>
                    <a:pt x="0" y="380974"/>
                  </a:lnTo>
                  <a:lnTo>
                    <a:pt x="0" y="457111"/>
                  </a:lnTo>
                  <a:lnTo>
                    <a:pt x="76123" y="457111"/>
                  </a:lnTo>
                  <a:lnTo>
                    <a:pt x="76123" y="380974"/>
                  </a:lnTo>
                  <a:lnTo>
                    <a:pt x="76123" y="304850"/>
                  </a:lnTo>
                  <a:close/>
                </a:path>
                <a:path w="76200" h="1600200">
                  <a:moveTo>
                    <a:pt x="76123" y="152425"/>
                  </a:moveTo>
                  <a:lnTo>
                    <a:pt x="0" y="152425"/>
                  </a:lnTo>
                  <a:lnTo>
                    <a:pt x="0" y="228549"/>
                  </a:lnTo>
                  <a:lnTo>
                    <a:pt x="0" y="304761"/>
                  </a:lnTo>
                  <a:lnTo>
                    <a:pt x="76123" y="304761"/>
                  </a:lnTo>
                  <a:lnTo>
                    <a:pt x="76123" y="228549"/>
                  </a:lnTo>
                  <a:lnTo>
                    <a:pt x="76123" y="152425"/>
                  </a:lnTo>
                  <a:close/>
                </a:path>
                <a:path w="76200" h="16002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2" name="object 476"/>
            <p:cNvSpPr/>
            <p:nvPr/>
          </p:nvSpPr>
          <p:spPr>
            <a:xfrm>
              <a:off x="12810960" y="420768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3" name="object 477"/>
            <p:cNvSpPr/>
            <p:nvPr/>
          </p:nvSpPr>
          <p:spPr>
            <a:xfrm>
              <a:off x="12810960" y="405540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4" name="object 478"/>
            <p:cNvSpPr/>
            <p:nvPr/>
          </p:nvSpPr>
          <p:spPr>
            <a:xfrm>
              <a:off x="12810960" y="3750480"/>
              <a:ext cx="76320" cy="3045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834" h="304800">
                  <a:moveTo>
                    <a:pt x="76212" y="152438"/>
                  </a:moveTo>
                  <a:lnTo>
                    <a:pt x="0" y="152438"/>
                  </a:lnTo>
                  <a:lnTo>
                    <a:pt x="0" y="228650"/>
                  </a:lnTo>
                  <a:lnTo>
                    <a:pt x="0" y="304774"/>
                  </a:lnTo>
                  <a:lnTo>
                    <a:pt x="76212" y="304774"/>
                  </a:lnTo>
                  <a:lnTo>
                    <a:pt x="76212" y="228650"/>
                  </a:lnTo>
                  <a:lnTo>
                    <a:pt x="76212" y="152438"/>
                  </a:lnTo>
                  <a:close/>
                </a:path>
                <a:path w="76834" h="304800">
                  <a:moveTo>
                    <a:pt x="76212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76212" y="76225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5" name="object 479"/>
            <p:cNvSpPr/>
            <p:nvPr/>
          </p:nvSpPr>
          <p:spPr>
            <a:xfrm>
              <a:off x="12810960" y="352224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152336"/>
                  </a:moveTo>
                  <a:lnTo>
                    <a:pt x="0" y="152336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36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6" name="object 480"/>
            <p:cNvSpPr/>
            <p:nvPr/>
          </p:nvSpPr>
          <p:spPr>
            <a:xfrm>
              <a:off x="12810960" y="329328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425"/>
                  </a:lnTo>
                  <a:lnTo>
                    <a:pt x="76212" y="76301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7" name="object 481"/>
            <p:cNvSpPr/>
            <p:nvPr/>
          </p:nvSpPr>
          <p:spPr>
            <a:xfrm>
              <a:off x="1281096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8" name="object 482"/>
            <p:cNvSpPr/>
            <p:nvPr/>
          </p:nvSpPr>
          <p:spPr>
            <a:xfrm>
              <a:off x="1281096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9" name="object 483"/>
            <p:cNvSpPr/>
            <p:nvPr/>
          </p:nvSpPr>
          <p:spPr>
            <a:xfrm>
              <a:off x="12810960" y="1617120"/>
              <a:ext cx="76320" cy="14475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447560"/>
                <a:gd name="textAreaBottom" fmla="*/ 1447920 h 1447560"/>
              </a:gdLst>
              <a:ahLst/>
              <a:rect l="textAreaLeft" t="textAreaTop" r="textAreaRight" b="textAreaBottom"/>
              <a:pathLst>
                <a:path w="76834" h="1447800">
                  <a:moveTo>
                    <a:pt x="76212" y="1371587"/>
                  </a:moveTo>
                  <a:lnTo>
                    <a:pt x="0" y="1371587"/>
                  </a:lnTo>
                  <a:lnTo>
                    <a:pt x="0" y="1447711"/>
                  </a:lnTo>
                  <a:lnTo>
                    <a:pt x="76212" y="1447711"/>
                  </a:lnTo>
                  <a:lnTo>
                    <a:pt x="76212" y="1371587"/>
                  </a:lnTo>
                  <a:close/>
                </a:path>
                <a:path w="76834" h="1447800">
                  <a:moveTo>
                    <a:pt x="76212" y="1219161"/>
                  </a:moveTo>
                  <a:lnTo>
                    <a:pt x="0" y="1219161"/>
                  </a:lnTo>
                  <a:lnTo>
                    <a:pt x="0" y="1295285"/>
                  </a:lnTo>
                  <a:lnTo>
                    <a:pt x="0" y="1371498"/>
                  </a:lnTo>
                  <a:lnTo>
                    <a:pt x="76212" y="1371498"/>
                  </a:lnTo>
                  <a:lnTo>
                    <a:pt x="76212" y="1295285"/>
                  </a:lnTo>
                  <a:lnTo>
                    <a:pt x="76212" y="1219161"/>
                  </a:lnTo>
                  <a:close/>
                </a:path>
                <a:path w="76834" h="1447800">
                  <a:moveTo>
                    <a:pt x="76212" y="990600"/>
                  </a:moveTo>
                  <a:lnTo>
                    <a:pt x="0" y="990600"/>
                  </a:lnTo>
                  <a:lnTo>
                    <a:pt x="0" y="1066736"/>
                  </a:lnTo>
                  <a:lnTo>
                    <a:pt x="0" y="1142949"/>
                  </a:lnTo>
                  <a:lnTo>
                    <a:pt x="0" y="1219073"/>
                  </a:lnTo>
                  <a:lnTo>
                    <a:pt x="76212" y="1219073"/>
                  </a:lnTo>
                  <a:lnTo>
                    <a:pt x="76212" y="1142949"/>
                  </a:lnTo>
                  <a:lnTo>
                    <a:pt x="76212" y="1066736"/>
                  </a:lnTo>
                  <a:lnTo>
                    <a:pt x="76212" y="990600"/>
                  </a:lnTo>
                  <a:close/>
                </a:path>
                <a:path w="76834" h="1447800">
                  <a:moveTo>
                    <a:pt x="76212" y="838174"/>
                  </a:moveTo>
                  <a:lnTo>
                    <a:pt x="0" y="838174"/>
                  </a:lnTo>
                  <a:lnTo>
                    <a:pt x="0" y="914387"/>
                  </a:lnTo>
                  <a:lnTo>
                    <a:pt x="0" y="990523"/>
                  </a:lnTo>
                  <a:lnTo>
                    <a:pt x="76212" y="990523"/>
                  </a:lnTo>
                  <a:lnTo>
                    <a:pt x="76212" y="914387"/>
                  </a:lnTo>
                  <a:lnTo>
                    <a:pt x="76212" y="838174"/>
                  </a:lnTo>
                  <a:close/>
                </a:path>
                <a:path w="76834" h="1447800">
                  <a:moveTo>
                    <a:pt x="76212" y="609625"/>
                  </a:moveTo>
                  <a:lnTo>
                    <a:pt x="0" y="609625"/>
                  </a:lnTo>
                  <a:lnTo>
                    <a:pt x="0" y="685838"/>
                  </a:lnTo>
                  <a:lnTo>
                    <a:pt x="0" y="761961"/>
                  </a:lnTo>
                  <a:lnTo>
                    <a:pt x="0" y="838098"/>
                  </a:lnTo>
                  <a:lnTo>
                    <a:pt x="76212" y="838098"/>
                  </a:lnTo>
                  <a:lnTo>
                    <a:pt x="76212" y="761961"/>
                  </a:lnTo>
                  <a:lnTo>
                    <a:pt x="76212" y="685838"/>
                  </a:lnTo>
                  <a:lnTo>
                    <a:pt x="76212" y="609625"/>
                  </a:lnTo>
                  <a:close/>
                </a:path>
                <a:path w="76834" h="1447800">
                  <a:moveTo>
                    <a:pt x="76212" y="457200"/>
                  </a:moveTo>
                  <a:lnTo>
                    <a:pt x="0" y="457200"/>
                  </a:lnTo>
                  <a:lnTo>
                    <a:pt x="0" y="533412"/>
                  </a:lnTo>
                  <a:lnTo>
                    <a:pt x="0" y="609536"/>
                  </a:lnTo>
                  <a:lnTo>
                    <a:pt x="76212" y="609536"/>
                  </a:lnTo>
                  <a:lnTo>
                    <a:pt x="76212" y="533412"/>
                  </a:lnTo>
                  <a:lnTo>
                    <a:pt x="76212" y="457200"/>
                  </a:lnTo>
                  <a:close/>
                </a:path>
                <a:path w="76834" h="1447800">
                  <a:moveTo>
                    <a:pt x="76212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0" y="380987"/>
                  </a:lnTo>
                  <a:lnTo>
                    <a:pt x="0" y="457111"/>
                  </a:lnTo>
                  <a:lnTo>
                    <a:pt x="76212" y="457111"/>
                  </a:lnTo>
                  <a:lnTo>
                    <a:pt x="76212" y="380987"/>
                  </a:lnTo>
                  <a:lnTo>
                    <a:pt x="76212" y="304850"/>
                  </a:lnTo>
                  <a:lnTo>
                    <a:pt x="76212" y="228638"/>
                  </a:lnTo>
                  <a:close/>
                </a:path>
                <a:path w="76834" h="1447800">
                  <a:moveTo>
                    <a:pt x="76212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61"/>
                  </a:lnTo>
                  <a:lnTo>
                    <a:pt x="76212" y="228561"/>
                  </a:lnTo>
                  <a:lnTo>
                    <a:pt x="76212" y="152425"/>
                  </a:lnTo>
                  <a:lnTo>
                    <a:pt x="76212" y="76301"/>
                  </a:lnTo>
                  <a:close/>
                </a:path>
                <a:path w="76834" h="14478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0" name="object 484"/>
            <p:cNvSpPr/>
            <p:nvPr/>
          </p:nvSpPr>
          <p:spPr>
            <a:xfrm>
              <a:off x="12810960" y="146484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1" name="object 485"/>
            <p:cNvSpPr/>
            <p:nvPr/>
          </p:nvSpPr>
          <p:spPr>
            <a:xfrm>
              <a:off x="1281096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2" name="object 486"/>
            <p:cNvSpPr/>
            <p:nvPr/>
          </p:nvSpPr>
          <p:spPr>
            <a:xfrm>
              <a:off x="12735000" y="420768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3" name="object 487"/>
            <p:cNvSpPr/>
            <p:nvPr/>
          </p:nvSpPr>
          <p:spPr>
            <a:xfrm>
              <a:off x="127350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4" name="object 488"/>
            <p:cNvSpPr/>
            <p:nvPr/>
          </p:nvSpPr>
          <p:spPr>
            <a:xfrm>
              <a:off x="12735000" y="375048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863"/>
                  </a:moveTo>
                  <a:lnTo>
                    <a:pt x="0" y="304863"/>
                  </a:lnTo>
                  <a:lnTo>
                    <a:pt x="0" y="380987"/>
                  </a:lnTo>
                  <a:lnTo>
                    <a:pt x="76123" y="380987"/>
                  </a:lnTo>
                  <a:lnTo>
                    <a:pt x="76123" y="304863"/>
                  </a:lnTo>
                  <a:close/>
                </a:path>
                <a:path w="76200" h="381000">
                  <a:moveTo>
                    <a:pt x="76123" y="228650"/>
                  </a:moveTo>
                  <a:lnTo>
                    <a:pt x="0" y="228650"/>
                  </a:lnTo>
                  <a:lnTo>
                    <a:pt x="0" y="304774"/>
                  </a:lnTo>
                  <a:lnTo>
                    <a:pt x="76123" y="304774"/>
                  </a:lnTo>
                  <a:lnTo>
                    <a:pt x="76123" y="228650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76123" y="76225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5" name="object 489"/>
            <p:cNvSpPr/>
            <p:nvPr/>
          </p:nvSpPr>
          <p:spPr>
            <a:xfrm>
              <a:off x="12735000" y="35982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23" y="152260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6" name="object 490"/>
            <p:cNvSpPr/>
            <p:nvPr/>
          </p:nvSpPr>
          <p:spPr>
            <a:xfrm>
              <a:off x="12735000" y="35222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7" name="object 491"/>
            <p:cNvSpPr/>
            <p:nvPr/>
          </p:nvSpPr>
          <p:spPr>
            <a:xfrm>
              <a:off x="12735000" y="329328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301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8" name="object 492"/>
            <p:cNvSpPr/>
            <p:nvPr/>
          </p:nvSpPr>
          <p:spPr>
            <a:xfrm>
              <a:off x="127350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9" name="object 493"/>
            <p:cNvSpPr/>
            <p:nvPr/>
          </p:nvSpPr>
          <p:spPr>
            <a:xfrm>
              <a:off x="127350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0" name="object 494"/>
            <p:cNvSpPr/>
            <p:nvPr/>
          </p:nvSpPr>
          <p:spPr>
            <a:xfrm>
              <a:off x="12735000" y="1769760"/>
              <a:ext cx="75960" cy="129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294920"/>
                <a:gd name="textAreaBottom" fmla="*/ 1295280 h 1294920"/>
              </a:gdLst>
              <a:ahLst/>
              <a:rect l="textAreaLeft" t="textAreaTop" r="textAreaRight" b="textAreaBottom"/>
              <a:pathLst>
                <a:path w="76200" h="1295400">
                  <a:moveTo>
                    <a:pt x="76123" y="1219161"/>
                  </a:moveTo>
                  <a:lnTo>
                    <a:pt x="0" y="1219161"/>
                  </a:lnTo>
                  <a:lnTo>
                    <a:pt x="0" y="1295285"/>
                  </a:lnTo>
                  <a:lnTo>
                    <a:pt x="76123" y="1295285"/>
                  </a:lnTo>
                  <a:lnTo>
                    <a:pt x="76123" y="1219161"/>
                  </a:lnTo>
                  <a:close/>
                </a:path>
                <a:path w="76200" h="1295400">
                  <a:moveTo>
                    <a:pt x="76123" y="1066736"/>
                  </a:moveTo>
                  <a:lnTo>
                    <a:pt x="0" y="1066736"/>
                  </a:lnTo>
                  <a:lnTo>
                    <a:pt x="0" y="1142860"/>
                  </a:lnTo>
                  <a:lnTo>
                    <a:pt x="0" y="1219073"/>
                  </a:lnTo>
                  <a:lnTo>
                    <a:pt x="76123" y="1219073"/>
                  </a:lnTo>
                  <a:lnTo>
                    <a:pt x="76123" y="1142860"/>
                  </a:lnTo>
                  <a:lnTo>
                    <a:pt x="76123" y="1066736"/>
                  </a:lnTo>
                  <a:close/>
                </a:path>
                <a:path w="76200" h="1295400">
                  <a:moveTo>
                    <a:pt x="76123" y="838174"/>
                  </a:moveTo>
                  <a:lnTo>
                    <a:pt x="0" y="838174"/>
                  </a:lnTo>
                  <a:lnTo>
                    <a:pt x="0" y="914311"/>
                  </a:lnTo>
                  <a:lnTo>
                    <a:pt x="0" y="990523"/>
                  </a:lnTo>
                  <a:lnTo>
                    <a:pt x="0" y="1066647"/>
                  </a:lnTo>
                  <a:lnTo>
                    <a:pt x="76123" y="1066647"/>
                  </a:lnTo>
                  <a:lnTo>
                    <a:pt x="76123" y="990523"/>
                  </a:lnTo>
                  <a:lnTo>
                    <a:pt x="76123" y="914311"/>
                  </a:lnTo>
                  <a:lnTo>
                    <a:pt x="76123" y="838174"/>
                  </a:lnTo>
                  <a:close/>
                </a:path>
                <a:path w="76200" h="1295400">
                  <a:moveTo>
                    <a:pt x="76123" y="685749"/>
                  </a:moveTo>
                  <a:lnTo>
                    <a:pt x="0" y="685749"/>
                  </a:lnTo>
                  <a:lnTo>
                    <a:pt x="0" y="761961"/>
                  </a:lnTo>
                  <a:lnTo>
                    <a:pt x="0" y="838098"/>
                  </a:lnTo>
                  <a:lnTo>
                    <a:pt x="76123" y="838098"/>
                  </a:lnTo>
                  <a:lnTo>
                    <a:pt x="76123" y="761961"/>
                  </a:lnTo>
                  <a:lnTo>
                    <a:pt x="76123" y="685749"/>
                  </a:lnTo>
                  <a:close/>
                </a:path>
                <a:path w="76200" h="1295400">
                  <a:moveTo>
                    <a:pt x="76123" y="457200"/>
                  </a:moveTo>
                  <a:lnTo>
                    <a:pt x="0" y="457200"/>
                  </a:lnTo>
                  <a:lnTo>
                    <a:pt x="0" y="533412"/>
                  </a:lnTo>
                  <a:lnTo>
                    <a:pt x="0" y="609536"/>
                  </a:lnTo>
                  <a:lnTo>
                    <a:pt x="0" y="685673"/>
                  </a:lnTo>
                  <a:lnTo>
                    <a:pt x="76123" y="685673"/>
                  </a:lnTo>
                  <a:lnTo>
                    <a:pt x="76123" y="609536"/>
                  </a:lnTo>
                  <a:lnTo>
                    <a:pt x="76123" y="533412"/>
                  </a:lnTo>
                  <a:lnTo>
                    <a:pt x="76123" y="457200"/>
                  </a:lnTo>
                  <a:close/>
                </a:path>
                <a:path w="76200" h="1295400">
                  <a:moveTo>
                    <a:pt x="76123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0" y="457111"/>
                  </a:lnTo>
                  <a:lnTo>
                    <a:pt x="76123" y="457111"/>
                  </a:lnTo>
                  <a:lnTo>
                    <a:pt x="76123" y="380987"/>
                  </a:lnTo>
                  <a:lnTo>
                    <a:pt x="76123" y="304774"/>
                  </a:lnTo>
                  <a:close/>
                </a:path>
                <a:path w="76200" h="1295400">
                  <a:moveTo>
                    <a:pt x="76123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23" y="304685"/>
                  </a:lnTo>
                  <a:lnTo>
                    <a:pt x="76123" y="228561"/>
                  </a:lnTo>
                  <a:lnTo>
                    <a:pt x="76123" y="152425"/>
                  </a:lnTo>
                  <a:lnTo>
                    <a:pt x="76123" y="76212"/>
                  </a:lnTo>
                  <a:close/>
                </a:path>
                <a:path w="76200" h="12954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1" name="object 495"/>
            <p:cNvSpPr/>
            <p:nvPr/>
          </p:nvSpPr>
          <p:spPr>
            <a:xfrm>
              <a:off x="12735000" y="146484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23" y="228638"/>
                  </a:moveTo>
                  <a:lnTo>
                    <a:pt x="0" y="228638"/>
                  </a:lnTo>
                  <a:lnTo>
                    <a:pt x="0" y="304761"/>
                  </a:lnTo>
                  <a:lnTo>
                    <a:pt x="76123" y="304761"/>
                  </a:lnTo>
                  <a:lnTo>
                    <a:pt x="76123" y="228638"/>
                  </a:lnTo>
                  <a:close/>
                </a:path>
                <a:path w="76200" h="3048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048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2" name="object 496"/>
            <p:cNvSpPr/>
            <p:nvPr/>
          </p:nvSpPr>
          <p:spPr>
            <a:xfrm>
              <a:off x="127350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3" name="object 497"/>
            <p:cNvSpPr/>
            <p:nvPr/>
          </p:nvSpPr>
          <p:spPr>
            <a:xfrm>
              <a:off x="12658680" y="420768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4" name="object 498"/>
            <p:cNvSpPr/>
            <p:nvPr/>
          </p:nvSpPr>
          <p:spPr>
            <a:xfrm>
              <a:off x="1265868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5" name="object 499"/>
            <p:cNvSpPr/>
            <p:nvPr/>
          </p:nvSpPr>
          <p:spPr>
            <a:xfrm>
              <a:off x="12658680" y="375048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36" y="304863"/>
                  </a:moveTo>
                  <a:lnTo>
                    <a:pt x="0" y="304863"/>
                  </a:lnTo>
                  <a:lnTo>
                    <a:pt x="0" y="380987"/>
                  </a:lnTo>
                  <a:lnTo>
                    <a:pt x="76136" y="380987"/>
                  </a:lnTo>
                  <a:lnTo>
                    <a:pt x="76136" y="304863"/>
                  </a:lnTo>
                  <a:close/>
                </a:path>
                <a:path w="76200" h="381000">
                  <a:moveTo>
                    <a:pt x="76136" y="228650"/>
                  </a:moveTo>
                  <a:lnTo>
                    <a:pt x="0" y="228650"/>
                  </a:lnTo>
                  <a:lnTo>
                    <a:pt x="0" y="304774"/>
                  </a:lnTo>
                  <a:lnTo>
                    <a:pt x="76136" y="304774"/>
                  </a:lnTo>
                  <a:lnTo>
                    <a:pt x="76136" y="228650"/>
                  </a:lnTo>
                  <a:close/>
                </a:path>
                <a:path w="76200" h="381000">
                  <a:moveTo>
                    <a:pt x="76136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76136" y="76225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6" name="object 500"/>
            <p:cNvSpPr/>
            <p:nvPr/>
          </p:nvSpPr>
          <p:spPr>
            <a:xfrm>
              <a:off x="12658680" y="35982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36" y="152260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7" name="object 501"/>
            <p:cNvSpPr/>
            <p:nvPr/>
          </p:nvSpPr>
          <p:spPr>
            <a:xfrm>
              <a:off x="12658680" y="35222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8" name="object 502"/>
            <p:cNvSpPr/>
            <p:nvPr/>
          </p:nvSpPr>
          <p:spPr>
            <a:xfrm>
              <a:off x="12658680" y="329328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301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9" name="object 503"/>
            <p:cNvSpPr/>
            <p:nvPr/>
          </p:nvSpPr>
          <p:spPr>
            <a:xfrm>
              <a:off x="1265868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0" name="object 504"/>
            <p:cNvSpPr/>
            <p:nvPr/>
          </p:nvSpPr>
          <p:spPr>
            <a:xfrm>
              <a:off x="1265868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1" name="object 505"/>
            <p:cNvSpPr/>
            <p:nvPr/>
          </p:nvSpPr>
          <p:spPr>
            <a:xfrm>
              <a:off x="1265868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2" name="object 506"/>
            <p:cNvSpPr/>
            <p:nvPr/>
          </p:nvSpPr>
          <p:spPr>
            <a:xfrm>
              <a:off x="12658680" y="1464840"/>
              <a:ext cx="75960" cy="1523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23520"/>
                <a:gd name="textAreaBottom" fmla="*/ 1523880 h 1523520"/>
              </a:gdLst>
              <a:ahLst/>
              <a:rect l="textAreaLeft" t="textAreaTop" r="textAreaRight" b="textAreaBottom"/>
              <a:pathLst>
                <a:path w="76200" h="1524000">
                  <a:moveTo>
                    <a:pt x="76136" y="1371498"/>
                  </a:moveTo>
                  <a:lnTo>
                    <a:pt x="0" y="1371498"/>
                  </a:lnTo>
                  <a:lnTo>
                    <a:pt x="0" y="1447622"/>
                  </a:lnTo>
                  <a:lnTo>
                    <a:pt x="0" y="1523834"/>
                  </a:lnTo>
                  <a:lnTo>
                    <a:pt x="76136" y="1523834"/>
                  </a:lnTo>
                  <a:lnTo>
                    <a:pt x="76136" y="1447622"/>
                  </a:lnTo>
                  <a:lnTo>
                    <a:pt x="76136" y="1371498"/>
                  </a:lnTo>
                  <a:close/>
                </a:path>
                <a:path w="76200" h="1524000">
                  <a:moveTo>
                    <a:pt x="76136" y="1142936"/>
                  </a:moveTo>
                  <a:lnTo>
                    <a:pt x="0" y="1142936"/>
                  </a:lnTo>
                  <a:lnTo>
                    <a:pt x="0" y="1219073"/>
                  </a:lnTo>
                  <a:lnTo>
                    <a:pt x="0" y="1295285"/>
                  </a:lnTo>
                  <a:lnTo>
                    <a:pt x="0" y="1371409"/>
                  </a:lnTo>
                  <a:lnTo>
                    <a:pt x="76136" y="1371409"/>
                  </a:lnTo>
                  <a:lnTo>
                    <a:pt x="76136" y="1295285"/>
                  </a:lnTo>
                  <a:lnTo>
                    <a:pt x="76136" y="1219073"/>
                  </a:lnTo>
                  <a:lnTo>
                    <a:pt x="76136" y="1142936"/>
                  </a:lnTo>
                  <a:close/>
                </a:path>
                <a:path w="76200" h="1524000">
                  <a:moveTo>
                    <a:pt x="76136" y="990511"/>
                  </a:moveTo>
                  <a:lnTo>
                    <a:pt x="0" y="990511"/>
                  </a:lnTo>
                  <a:lnTo>
                    <a:pt x="0" y="1066723"/>
                  </a:lnTo>
                  <a:lnTo>
                    <a:pt x="0" y="1142860"/>
                  </a:lnTo>
                  <a:lnTo>
                    <a:pt x="76136" y="1142860"/>
                  </a:lnTo>
                  <a:lnTo>
                    <a:pt x="76136" y="1066723"/>
                  </a:lnTo>
                  <a:lnTo>
                    <a:pt x="76136" y="990511"/>
                  </a:lnTo>
                  <a:close/>
                </a:path>
                <a:path w="76200" h="1524000">
                  <a:moveTo>
                    <a:pt x="76136" y="761961"/>
                  </a:moveTo>
                  <a:lnTo>
                    <a:pt x="0" y="761961"/>
                  </a:lnTo>
                  <a:lnTo>
                    <a:pt x="0" y="838174"/>
                  </a:lnTo>
                  <a:lnTo>
                    <a:pt x="0" y="914298"/>
                  </a:lnTo>
                  <a:lnTo>
                    <a:pt x="0" y="990434"/>
                  </a:lnTo>
                  <a:lnTo>
                    <a:pt x="76136" y="990434"/>
                  </a:lnTo>
                  <a:lnTo>
                    <a:pt x="76136" y="914298"/>
                  </a:lnTo>
                  <a:lnTo>
                    <a:pt x="76136" y="838174"/>
                  </a:lnTo>
                  <a:lnTo>
                    <a:pt x="76136" y="761961"/>
                  </a:lnTo>
                  <a:close/>
                </a:path>
                <a:path w="76200" h="1524000">
                  <a:moveTo>
                    <a:pt x="76136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73"/>
                  </a:lnTo>
                  <a:lnTo>
                    <a:pt x="76136" y="761873"/>
                  </a:lnTo>
                  <a:lnTo>
                    <a:pt x="76136" y="685749"/>
                  </a:lnTo>
                  <a:lnTo>
                    <a:pt x="76136" y="609536"/>
                  </a:lnTo>
                  <a:close/>
                </a:path>
                <a:path w="76200" h="1524000">
                  <a:moveTo>
                    <a:pt x="76136" y="380974"/>
                  </a:moveTo>
                  <a:lnTo>
                    <a:pt x="0" y="380974"/>
                  </a:lnTo>
                  <a:lnTo>
                    <a:pt x="0" y="457187"/>
                  </a:lnTo>
                  <a:lnTo>
                    <a:pt x="0" y="533323"/>
                  </a:lnTo>
                  <a:lnTo>
                    <a:pt x="0" y="609447"/>
                  </a:lnTo>
                  <a:lnTo>
                    <a:pt x="76136" y="609447"/>
                  </a:lnTo>
                  <a:lnTo>
                    <a:pt x="76136" y="533323"/>
                  </a:lnTo>
                  <a:lnTo>
                    <a:pt x="76136" y="457187"/>
                  </a:lnTo>
                  <a:lnTo>
                    <a:pt x="76136" y="380974"/>
                  </a:lnTo>
                  <a:close/>
                </a:path>
                <a:path w="76200" h="1524000">
                  <a:moveTo>
                    <a:pt x="76136" y="228638"/>
                  </a:moveTo>
                  <a:lnTo>
                    <a:pt x="0" y="228638"/>
                  </a:lnTo>
                  <a:lnTo>
                    <a:pt x="0" y="304761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61"/>
                  </a:lnTo>
                  <a:lnTo>
                    <a:pt x="76136" y="228638"/>
                  </a:lnTo>
                  <a:close/>
                </a:path>
                <a:path w="76200" h="15240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15240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3" name="object 507"/>
            <p:cNvSpPr/>
            <p:nvPr/>
          </p:nvSpPr>
          <p:spPr>
            <a:xfrm>
              <a:off x="1265868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4" name="object 508"/>
            <p:cNvSpPr/>
            <p:nvPr/>
          </p:nvSpPr>
          <p:spPr>
            <a:xfrm>
              <a:off x="12582360" y="420768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5" name="object 509"/>
            <p:cNvSpPr/>
            <p:nvPr/>
          </p:nvSpPr>
          <p:spPr>
            <a:xfrm>
              <a:off x="1258236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6" name="object 510"/>
            <p:cNvSpPr/>
            <p:nvPr/>
          </p:nvSpPr>
          <p:spPr>
            <a:xfrm>
              <a:off x="12582360" y="375048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863"/>
                  </a:moveTo>
                  <a:lnTo>
                    <a:pt x="0" y="304863"/>
                  </a:lnTo>
                  <a:lnTo>
                    <a:pt x="0" y="380987"/>
                  </a:lnTo>
                  <a:lnTo>
                    <a:pt x="76212" y="380987"/>
                  </a:lnTo>
                  <a:lnTo>
                    <a:pt x="76212" y="304863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225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7" name="object 511"/>
            <p:cNvSpPr/>
            <p:nvPr/>
          </p:nvSpPr>
          <p:spPr>
            <a:xfrm>
              <a:off x="12582360" y="359820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212" y="152260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8" name="object 512"/>
            <p:cNvSpPr/>
            <p:nvPr/>
          </p:nvSpPr>
          <p:spPr>
            <a:xfrm>
              <a:off x="12582360" y="35222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9" name="object 513"/>
            <p:cNvSpPr/>
            <p:nvPr/>
          </p:nvSpPr>
          <p:spPr>
            <a:xfrm>
              <a:off x="12582360" y="3217320"/>
              <a:ext cx="76320" cy="3045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834" h="304800">
                  <a:moveTo>
                    <a:pt x="76212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212" y="304685"/>
                  </a:lnTo>
                  <a:lnTo>
                    <a:pt x="76212" y="228561"/>
                  </a:lnTo>
                  <a:lnTo>
                    <a:pt x="76212" y="152438"/>
                  </a:lnTo>
                  <a:close/>
                </a:path>
                <a:path w="76834" h="304800">
                  <a:moveTo>
                    <a:pt x="76212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136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0" name="object 514"/>
            <p:cNvSpPr/>
            <p:nvPr/>
          </p:nvSpPr>
          <p:spPr>
            <a:xfrm>
              <a:off x="1258236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1" name="object 515"/>
            <p:cNvSpPr/>
            <p:nvPr/>
          </p:nvSpPr>
          <p:spPr>
            <a:xfrm>
              <a:off x="1258236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2" name="object 516"/>
            <p:cNvSpPr/>
            <p:nvPr/>
          </p:nvSpPr>
          <p:spPr>
            <a:xfrm>
              <a:off x="1258236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3" name="object 517"/>
            <p:cNvSpPr/>
            <p:nvPr/>
          </p:nvSpPr>
          <p:spPr>
            <a:xfrm>
              <a:off x="12582360" y="1464840"/>
              <a:ext cx="76320" cy="1523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23520"/>
                <a:gd name="textAreaBottom" fmla="*/ 1523880 h 1523520"/>
              </a:gdLst>
              <a:ahLst/>
              <a:rect l="textAreaLeft" t="textAreaTop" r="textAreaRight" b="textAreaBottom"/>
              <a:pathLst>
                <a:path w="76834" h="1524000">
                  <a:moveTo>
                    <a:pt x="76212" y="1371498"/>
                  </a:moveTo>
                  <a:lnTo>
                    <a:pt x="0" y="1371498"/>
                  </a:lnTo>
                  <a:lnTo>
                    <a:pt x="0" y="1447622"/>
                  </a:lnTo>
                  <a:lnTo>
                    <a:pt x="0" y="1523834"/>
                  </a:lnTo>
                  <a:lnTo>
                    <a:pt x="76212" y="1523834"/>
                  </a:lnTo>
                  <a:lnTo>
                    <a:pt x="76212" y="1447622"/>
                  </a:lnTo>
                  <a:lnTo>
                    <a:pt x="76212" y="1371498"/>
                  </a:lnTo>
                  <a:close/>
                </a:path>
                <a:path w="76834" h="1524000">
                  <a:moveTo>
                    <a:pt x="76212" y="1142936"/>
                  </a:moveTo>
                  <a:lnTo>
                    <a:pt x="0" y="1142936"/>
                  </a:lnTo>
                  <a:lnTo>
                    <a:pt x="0" y="1219073"/>
                  </a:lnTo>
                  <a:lnTo>
                    <a:pt x="0" y="1295285"/>
                  </a:lnTo>
                  <a:lnTo>
                    <a:pt x="0" y="1371409"/>
                  </a:lnTo>
                  <a:lnTo>
                    <a:pt x="76212" y="1371409"/>
                  </a:lnTo>
                  <a:lnTo>
                    <a:pt x="76212" y="1295285"/>
                  </a:lnTo>
                  <a:lnTo>
                    <a:pt x="76212" y="1219073"/>
                  </a:lnTo>
                  <a:lnTo>
                    <a:pt x="76212" y="1142936"/>
                  </a:lnTo>
                  <a:close/>
                </a:path>
                <a:path w="76834" h="1524000">
                  <a:moveTo>
                    <a:pt x="76212" y="990511"/>
                  </a:moveTo>
                  <a:lnTo>
                    <a:pt x="0" y="990511"/>
                  </a:lnTo>
                  <a:lnTo>
                    <a:pt x="0" y="1066723"/>
                  </a:lnTo>
                  <a:lnTo>
                    <a:pt x="0" y="1142860"/>
                  </a:lnTo>
                  <a:lnTo>
                    <a:pt x="76212" y="1142860"/>
                  </a:lnTo>
                  <a:lnTo>
                    <a:pt x="76212" y="1066723"/>
                  </a:lnTo>
                  <a:lnTo>
                    <a:pt x="76212" y="990511"/>
                  </a:lnTo>
                  <a:close/>
                </a:path>
                <a:path w="76834" h="1524000">
                  <a:moveTo>
                    <a:pt x="76212" y="761961"/>
                  </a:moveTo>
                  <a:lnTo>
                    <a:pt x="0" y="761961"/>
                  </a:lnTo>
                  <a:lnTo>
                    <a:pt x="0" y="838174"/>
                  </a:lnTo>
                  <a:lnTo>
                    <a:pt x="0" y="914298"/>
                  </a:lnTo>
                  <a:lnTo>
                    <a:pt x="0" y="990434"/>
                  </a:lnTo>
                  <a:lnTo>
                    <a:pt x="76212" y="990434"/>
                  </a:lnTo>
                  <a:lnTo>
                    <a:pt x="76212" y="914298"/>
                  </a:lnTo>
                  <a:lnTo>
                    <a:pt x="76212" y="838174"/>
                  </a:lnTo>
                  <a:lnTo>
                    <a:pt x="76212" y="761961"/>
                  </a:lnTo>
                  <a:close/>
                </a:path>
                <a:path w="76834" h="15240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73"/>
                  </a:lnTo>
                  <a:lnTo>
                    <a:pt x="76212" y="761873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1524000">
                  <a:moveTo>
                    <a:pt x="76212" y="380974"/>
                  </a:moveTo>
                  <a:lnTo>
                    <a:pt x="0" y="380974"/>
                  </a:lnTo>
                  <a:lnTo>
                    <a:pt x="0" y="457187"/>
                  </a:lnTo>
                  <a:lnTo>
                    <a:pt x="0" y="533323"/>
                  </a:lnTo>
                  <a:lnTo>
                    <a:pt x="0" y="609447"/>
                  </a:lnTo>
                  <a:lnTo>
                    <a:pt x="76212" y="609447"/>
                  </a:lnTo>
                  <a:lnTo>
                    <a:pt x="76212" y="533323"/>
                  </a:lnTo>
                  <a:lnTo>
                    <a:pt x="76212" y="457187"/>
                  </a:lnTo>
                  <a:lnTo>
                    <a:pt x="76212" y="380974"/>
                  </a:lnTo>
                  <a:close/>
                </a:path>
                <a:path w="76834" h="1524000">
                  <a:moveTo>
                    <a:pt x="76212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61"/>
                  </a:lnTo>
                  <a:close/>
                </a:path>
                <a:path w="76834" h="15240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15240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4" name="object 518"/>
            <p:cNvSpPr/>
            <p:nvPr/>
          </p:nvSpPr>
          <p:spPr>
            <a:xfrm>
              <a:off x="1258236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5" name="object 519"/>
            <p:cNvSpPr/>
            <p:nvPr/>
          </p:nvSpPr>
          <p:spPr>
            <a:xfrm>
              <a:off x="12506400" y="420768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6" name="object 520"/>
            <p:cNvSpPr/>
            <p:nvPr/>
          </p:nvSpPr>
          <p:spPr>
            <a:xfrm>
              <a:off x="125064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7" name="object 521"/>
            <p:cNvSpPr/>
            <p:nvPr/>
          </p:nvSpPr>
          <p:spPr>
            <a:xfrm>
              <a:off x="12506400" y="38268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36" y="228638"/>
                  </a:moveTo>
                  <a:lnTo>
                    <a:pt x="0" y="228638"/>
                  </a:lnTo>
                  <a:lnTo>
                    <a:pt x="0" y="304761"/>
                  </a:lnTo>
                  <a:lnTo>
                    <a:pt x="76136" y="304761"/>
                  </a:lnTo>
                  <a:lnTo>
                    <a:pt x="76136" y="228638"/>
                  </a:lnTo>
                  <a:close/>
                </a:path>
                <a:path w="76200" h="304800">
                  <a:moveTo>
                    <a:pt x="76136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212"/>
                  </a:lnTo>
                  <a:close/>
                </a:path>
                <a:path w="76200" h="3048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8" name="object 522"/>
            <p:cNvSpPr/>
            <p:nvPr/>
          </p:nvSpPr>
          <p:spPr>
            <a:xfrm>
              <a:off x="12506400" y="359820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152336"/>
                  </a:moveTo>
                  <a:lnTo>
                    <a:pt x="0" y="152336"/>
                  </a:lnTo>
                  <a:lnTo>
                    <a:pt x="0" y="228561"/>
                  </a:lnTo>
                  <a:lnTo>
                    <a:pt x="76136" y="228561"/>
                  </a:lnTo>
                  <a:lnTo>
                    <a:pt x="76136" y="152336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36" y="152260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9" name="object 523"/>
            <p:cNvSpPr/>
            <p:nvPr/>
          </p:nvSpPr>
          <p:spPr>
            <a:xfrm>
              <a:off x="12506400" y="35222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0" name="object 524"/>
            <p:cNvSpPr/>
            <p:nvPr/>
          </p:nvSpPr>
          <p:spPr>
            <a:xfrm>
              <a:off x="12506400" y="32173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36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36" y="304685"/>
                  </a:lnTo>
                  <a:lnTo>
                    <a:pt x="76136" y="228561"/>
                  </a:lnTo>
                  <a:lnTo>
                    <a:pt x="76136" y="152438"/>
                  </a:lnTo>
                  <a:close/>
                </a:path>
                <a:path w="76200" h="304800">
                  <a:moveTo>
                    <a:pt x="76136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136" y="152349"/>
                  </a:lnTo>
                  <a:lnTo>
                    <a:pt x="76136" y="76136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1" name="object 525"/>
            <p:cNvSpPr/>
            <p:nvPr/>
          </p:nvSpPr>
          <p:spPr>
            <a:xfrm>
              <a:off x="125064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2" name="object 526"/>
            <p:cNvSpPr/>
            <p:nvPr/>
          </p:nvSpPr>
          <p:spPr>
            <a:xfrm>
              <a:off x="125064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3" name="object 527"/>
            <p:cNvSpPr/>
            <p:nvPr/>
          </p:nvSpPr>
          <p:spPr>
            <a:xfrm>
              <a:off x="1250640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4" name="object 528"/>
            <p:cNvSpPr/>
            <p:nvPr/>
          </p:nvSpPr>
          <p:spPr>
            <a:xfrm>
              <a:off x="1250640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5" name="object 529"/>
            <p:cNvSpPr/>
            <p:nvPr/>
          </p:nvSpPr>
          <p:spPr>
            <a:xfrm>
              <a:off x="1250640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36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36" y="914311"/>
                  </a:lnTo>
                  <a:lnTo>
                    <a:pt x="76136" y="838098"/>
                  </a:lnTo>
                  <a:lnTo>
                    <a:pt x="76136" y="761961"/>
                  </a:lnTo>
                  <a:close/>
                </a:path>
                <a:path w="76200" h="914400">
                  <a:moveTo>
                    <a:pt x="76136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36" y="761885"/>
                  </a:lnTo>
                  <a:lnTo>
                    <a:pt x="76136" y="685749"/>
                  </a:lnTo>
                  <a:lnTo>
                    <a:pt x="76136" y="609536"/>
                  </a:lnTo>
                  <a:close/>
                </a:path>
                <a:path w="76200" h="914400">
                  <a:moveTo>
                    <a:pt x="76136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36" y="609460"/>
                  </a:lnTo>
                  <a:lnTo>
                    <a:pt x="76136" y="533323"/>
                  </a:lnTo>
                  <a:lnTo>
                    <a:pt x="76136" y="457200"/>
                  </a:lnTo>
                  <a:lnTo>
                    <a:pt x="76136" y="380987"/>
                  </a:lnTo>
                  <a:close/>
                </a:path>
                <a:path w="76200" h="914400">
                  <a:moveTo>
                    <a:pt x="76136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74"/>
                  </a:lnTo>
                  <a:lnTo>
                    <a:pt x="76136" y="228561"/>
                  </a:lnTo>
                  <a:close/>
                </a:path>
                <a:path w="76200" h="914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36" y="228473"/>
                  </a:lnTo>
                  <a:lnTo>
                    <a:pt x="76136" y="152349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6" name="object 530"/>
            <p:cNvSpPr/>
            <p:nvPr/>
          </p:nvSpPr>
          <p:spPr>
            <a:xfrm>
              <a:off x="1250640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36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61"/>
                  </a:lnTo>
                  <a:close/>
                </a:path>
                <a:path w="76200" h="3810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3810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7" name="object 531"/>
            <p:cNvSpPr/>
            <p:nvPr/>
          </p:nvSpPr>
          <p:spPr>
            <a:xfrm>
              <a:off x="125064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8" name="object 532"/>
            <p:cNvSpPr/>
            <p:nvPr/>
          </p:nvSpPr>
          <p:spPr>
            <a:xfrm>
              <a:off x="12430080" y="420768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9" name="object 533"/>
            <p:cNvSpPr/>
            <p:nvPr/>
          </p:nvSpPr>
          <p:spPr>
            <a:xfrm>
              <a:off x="12430080" y="40554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0" name="object 534"/>
            <p:cNvSpPr/>
            <p:nvPr/>
          </p:nvSpPr>
          <p:spPr>
            <a:xfrm>
              <a:off x="12430080" y="382680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1" name="object 535"/>
            <p:cNvSpPr/>
            <p:nvPr/>
          </p:nvSpPr>
          <p:spPr>
            <a:xfrm>
              <a:off x="1243008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2" name="object 536"/>
            <p:cNvSpPr/>
            <p:nvPr/>
          </p:nvSpPr>
          <p:spPr>
            <a:xfrm>
              <a:off x="1243008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3" name="object 537"/>
            <p:cNvSpPr/>
            <p:nvPr/>
          </p:nvSpPr>
          <p:spPr>
            <a:xfrm>
              <a:off x="1243008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4" name="object 538"/>
            <p:cNvSpPr/>
            <p:nvPr/>
          </p:nvSpPr>
          <p:spPr>
            <a:xfrm>
              <a:off x="12430080" y="35222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5" name="object 539"/>
            <p:cNvSpPr/>
            <p:nvPr/>
          </p:nvSpPr>
          <p:spPr>
            <a:xfrm>
              <a:off x="12430080" y="32173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36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36" y="304685"/>
                  </a:lnTo>
                  <a:lnTo>
                    <a:pt x="76136" y="228561"/>
                  </a:lnTo>
                  <a:lnTo>
                    <a:pt x="76136" y="152438"/>
                  </a:lnTo>
                  <a:close/>
                </a:path>
                <a:path w="76200" h="304800">
                  <a:moveTo>
                    <a:pt x="76136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136" y="152349"/>
                  </a:lnTo>
                  <a:lnTo>
                    <a:pt x="76136" y="76136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6" name="object 540"/>
            <p:cNvSpPr/>
            <p:nvPr/>
          </p:nvSpPr>
          <p:spPr>
            <a:xfrm>
              <a:off x="1243008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7" name="object 541"/>
            <p:cNvSpPr/>
            <p:nvPr/>
          </p:nvSpPr>
          <p:spPr>
            <a:xfrm>
              <a:off x="1243008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8" name="object 542"/>
            <p:cNvSpPr/>
            <p:nvPr/>
          </p:nvSpPr>
          <p:spPr>
            <a:xfrm>
              <a:off x="1243008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9" name="object 543"/>
            <p:cNvSpPr/>
            <p:nvPr/>
          </p:nvSpPr>
          <p:spPr>
            <a:xfrm>
              <a:off x="1243008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0" name="object 544"/>
            <p:cNvSpPr/>
            <p:nvPr/>
          </p:nvSpPr>
          <p:spPr>
            <a:xfrm>
              <a:off x="1243008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36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36" y="914311"/>
                  </a:lnTo>
                  <a:lnTo>
                    <a:pt x="76136" y="838098"/>
                  </a:lnTo>
                  <a:lnTo>
                    <a:pt x="76136" y="761961"/>
                  </a:lnTo>
                  <a:close/>
                </a:path>
                <a:path w="76200" h="914400">
                  <a:moveTo>
                    <a:pt x="76136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36" y="761885"/>
                  </a:lnTo>
                  <a:lnTo>
                    <a:pt x="76136" y="685749"/>
                  </a:lnTo>
                  <a:lnTo>
                    <a:pt x="76136" y="609536"/>
                  </a:lnTo>
                  <a:close/>
                </a:path>
                <a:path w="76200" h="914400">
                  <a:moveTo>
                    <a:pt x="76136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36" y="609460"/>
                  </a:lnTo>
                  <a:lnTo>
                    <a:pt x="76136" y="533323"/>
                  </a:lnTo>
                  <a:lnTo>
                    <a:pt x="76136" y="457200"/>
                  </a:lnTo>
                  <a:lnTo>
                    <a:pt x="76136" y="380987"/>
                  </a:lnTo>
                  <a:close/>
                </a:path>
                <a:path w="76200" h="914400">
                  <a:moveTo>
                    <a:pt x="76136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74"/>
                  </a:lnTo>
                  <a:lnTo>
                    <a:pt x="76136" y="228561"/>
                  </a:lnTo>
                  <a:close/>
                </a:path>
                <a:path w="76200" h="914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36" y="228473"/>
                  </a:lnTo>
                  <a:lnTo>
                    <a:pt x="76136" y="152349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1" name="object 545"/>
            <p:cNvSpPr/>
            <p:nvPr/>
          </p:nvSpPr>
          <p:spPr>
            <a:xfrm>
              <a:off x="1243008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36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61"/>
                  </a:lnTo>
                  <a:close/>
                </a:path>
                <a:path w="76200" h="3810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3810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2" name="object 546"/>
            <p:cNvSpPr/>
            <p:nvPr/>
          </p:nvSpPr>
          <p:spPr>
            <a:xfrm>
              <a:off x="12353760" y="1388520"/>
              <a:ext cx="151920" cy="2819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819160"/>
                <a:gd name="textAreaBottom" fmla="*/ 2819520 h 2819160"/>
              </a:gdLst>
              <a:ahLst/>
              <a:rect l="textAreaLeft" t="textAreaTop" r="textAreaRight" b="textAreaBottom"/>
              <a:pathLst>
                <a:path w="152400" h="2819400">
                  <a:moveTo>
                    <a:pt x="76212" y="2666873"/>
                  </a:moveTo>
                  <a:lnTo>
                    <a:pt x="0" y="2666873"/>
                  </a:lnTo>
                  <a:lnTo>
                    <a:pt x="0" y="2742996"/>
                  </a:lnTo>
                  <a:lnTo>
                    <a:pt x="0" y="2819209"/>
                  </a:lnTo>
                  <a:lnTo>
                    <a:pt x="76212" y="2819209"/>
                  </a:lnTo>
                  <a:lnTo>
                    <a:pt x="76212" y="2742996"/>
                  </a:lnTo>
                  <a:lnTo>
                    <a:pt x="76212" y="2666873"/>
                  </a:lnTo>
                  <a:close/>
                </a:path>
                <a:path w="152400" h="2819400">
                  <a:moveTo>
                    <a:pt x="76212" y="2514447"/>
                  </a:moveTo>
                  <a:lnTo>
                    <a:pt x="0" y="2514447"/>
                  </a:lnTo>
                  <a:lnTo>
                    <a:pt x="0" y="2590660"/>
                  </a:lnTo>
                  <a:lnTo>
                    <a:pt x="0" y="2666784"/>
                  </a:lnTo>
                  <a:lnTo>
                    <a:pt x="76212" y="2666784"/>
                  </a:lnTo>
                  <a:lnTo>
                    <a:pt x="76212" y="2590660"/>
                  </a:lnTo>
                  <a:lnTo>
                    <a:pt x="76212" y="2514447"/>
                  </a:lnTo>
                  <a:close/>
                </a:path>
                <a:path w="152400" h="2819400">
                  <a:moveTo>
                    <a:pt x="76212" y="2438235"/>
                  </a:moveTo>
                  <a:lnTo>
                    <a:pt x="0" y="2438235"/>
                  </a:lnTo>
                  <a:lnTo>
                    <a:pt x="0" y="2514358"/>
                  </a:lnTo>
                  <a:lnTo>
                    <a:pt x="76212" y="2514358"/>
                  </a:lnTo>
                  <a:lnTo>
                    <a:pt x="76212" y="2438235"/>
                  </a:lnTo>
                  <a:close/>
                </a:path>
                <a:path w="152400" h="2819400">
                  <a:moveTo>
                    <a:pt x="152349" y="0"/>
                  </a:moveTo>
                  <a:lnTo>
                    <a:pt x="76212" y="0"/>
                  </a:lnTo>
                  <a:lnTo>
                    <a:pt x="76212" y="76212"/>
                  </a:lnTo>
                  <a:lnTo>
                    <a:pt x="152349" y="76212"/>
                  </a:lnTo>
                  <a:lnTo>
                    <a:pt x="152349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3" name="object 547"/>
            <p:cNvSpPr/>
            <p:nvPr/>
          </p:nvSpPr>
          <p:spPr>
            <a:xfrm>
              <a:off x="1235376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4" name="object 548"/>
            <p:cNvSpPr/>
            <p:nvPr/>
          </p:nvSpPr>
          <p:spPr>
            <a:xfrm>
              <a:off x="12353760" y="36745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5" name="object 549"/>
            <p:cNvSpPr/>
            <p:nvPr/>
          </p:nvSpPr>
          <p:spPr>
            <a:xfrm>
              <a:off x="1235376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6" name="object 550"/>
            <p:cNvSpPr/>
            <p:nvPr/>
          </p:nvSpPr>
          <p:spPr>
            <a:xfrm>
              <a:off x="12353760" y="35222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7" name="object 551"/>
            <p:cNvSpPr/>
            <p:nvPr/>
          </p:nvSpPr>
          <p:spPr>
            <a:xfrm>
              <a:off x="12353760" y="3217320"/>
              <a:ext cx="76320" cy="3045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834" h="304800">
                  <a:moveTo>
                    <a:pt x="76212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212" y="304685"/>
                  </a:lnTo>
                  <a:lnTo>
                    <a:pt x="76212" y="228561"/>
                  </a:lnTo>
                  <a:lnTo>
                    <a:pt x="76212" y="152438"/>
                  </a:lnTo>
                  <a:close/>
                </a:path>
                <a:path w="76834" h="304800">
                  <a:moveTo>
                    <a:pt x="76212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136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8" name="object 552"/>
            <p:cNvSpPr/>
            <p:nvPr/>
          </p:nvSpPr>
          <p:spPr>
            <a:xfrm>
              <a:off x="1235376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9" name="object 553"/>
            <p:cNvSpPr/>
            <p:nvPr/>
          </p:nvSpPr>
          <p:spPr>
            <a:xfrm>
              <a:off x="1235376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0" name="object 554"/>
            <p:cNvSpPr/>
            <p:nvPr/>
          </p:nvSpPr>
          <p:spPr>
            <a:xfrm>
              <a:off x="1235376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1" name="object 555"/>
            <p:cNvSpPr/>
            <p:nvPr/>
          </p:nvSpPr>
          <p:spPr>
            <a:xfrm>
              <a:off x="12353760" y="276012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2" name="object 556"/>
            <p:cNvSpPr/>
            <p:nvPr/>
          </p:nvSpPr>
          <p:spPr>
            <a:xfrm>
              <a:off x="12353760" y="1845720"/>
              <a:ext cx="76320" cy="9140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834" h="914400">
                  <a:moveTo>
                    <a:pt x="76212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212" y="914311"/>
                  </a:lnTo>
                  <a:lnTo>
                    <a:pt x="76212" y="838098"/>
                  </a:lnTo>
                  <a:lnTo>
                    <a:pt x="76212" y="761961"/>
                  </a:lnTo>
                  <a:close/>
                </a:path>
                <a:path w="76834" h="9144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212" y="761885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914400">
                  <a:moveTo>
                    <a:pt x="76212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212" y="609460"/>
                  </a:lnTo>
                  <a:lnTo>
                    <a:pt x="76212" y="533323"/>
                  </a:lnTo>
                  <a:lnTo>
                    <a:pt x="76212" y="457200"/>
                  </a:lnTo>
                  <a:lnTo>
                    <a:pt x="76212" y="380987"/>
                  </a:lnTo>
                  <a:close/>
                </a:path>
                <a:path w="76834" h="914400">
                  <a:moveTo>
                    <a:pt x="76212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74"/>
                  </a:lnTo>
                  <a:lnTo>
                    <a:pt x="76212" y="228561"/>
                  </a:lnTo>
                  <a:close/>
                </a:path>
                <a:path w="76834" h="914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49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3" name="object 557"/>
            <p:cNvSpPr/>
            <p:nvPr/>
          </p:nvSpPr>
          <p:spPr>
            <a:xfrm>
              <a:off x="12353760" y="146484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61"/>
                  </a:lnTo>
                  <a:close/>
                </a:path>
                <a:path w="76834" h="3810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object 558"/>
            <p:cNvSpPr/>
            <p:nvPr/>
          </p:nvSpPr>
          <p:spPr>
            <a:xfrm>
              <a:off x="1235376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5" name="object 559"/>
            <p:cNvSpPr/>
            <p:nvPr/>
          </p:nvSpPr>
          <p:spPr>
            <a:xfrm>
              <a:off x="122778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6" name="object 560"/>
            <p:cNvSpPr/>
            <p:nvPr/>
          </p:nvSpPr>
          <p:spPr>
            <a:xfrm>
              <a:off x="1227780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7" name="object 561"/>
            <p:cNvSpPr/>
            <p:nvPr/>
          </p:nvSpPr>
          <p:spPr>
            <a:xfrm>
              <a:off x="1227780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8" name="object 562"/>
            <p:cNvSpPr/>
            <p:nvPr/>
          </p:nvSpPr>
          <p:spPr>
            <a:xfrm>
              <a:off x="1227780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9" name="object 563"/>
            <p:cNvSpPr/>
            <p:nvPr/>
          </p:nvSpPr>
          <p:spPr>
            <a:xfrm>
              <a:off x="1227780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0" name="object 564"/>
            <p:cNvSpPr/>
            <p:nvPr/>
          </p:nvSpPr>
          <p:spPr>
            <a:xfrm>
              <a:off x="1227780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1" name="object 565"/>
            <p:cNvSpPr/>
            <p:nvPr/>
          </p:nvSpPr>
          <p:spPr>
            <a:xfrm>
              <a:off x="12277800" y="35222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2" name="object 566"/>
            <p:cNvSpPr/>
            <p:nvPr/>
          </p:nvSpPr>
          <p:spPr>
            <a:xfrm>
              <a:off x="12277800" y="32173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23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23" y="304685"/>
                  </a:lnTo>
                  <a:lnTo>
                    <a:pt x="76123" y="228561"/>
                  </a:lnTo>
                  <a:lnTo>
                    <a:pt x="76123" y="152438"/>
                  </a:lnTo>
                  <a:close/>
                </a:path>
                <a:path w="76200" h="3048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object 567"/>
            <p:cNvSpPr/>
            <p:nvPr/>
          </p:nvSpPr>
          <p:spPr>
            <a:xfrm>
              <a:off x="122778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4" name="object 568"/>
            <p:cNvSpPr/>
            <p:nvPr/>
          </p:nvSpPr>
          <p:spPr>
            <a:xfrm>
              <a:off x="122778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5" name="object 569"/>
            <p:cNvSpPr/>
            <p:nvPr/>
          </p:nvSpPr>
          <p:spPr>
            <a:xfrm>
              <a:off x="1227780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6" name="object 570"/>
            <p:cNvSpPr/>
            <p:nvPr/>
          </p:nvSpPr>
          <p:spPr>
            <a:xfrm>
              <a:off x="1227780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7" name="object 571"/>
            <p:cNvSpPr/>
            <p:nvPr/>
          </p:nvSpPr>
          <p:spPr>
            <a:xfrm>
              <a:off x="1227780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23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23" y="914311"/>
                  </a:lnTo>
                  <a:lnTo>
                    <a:pt x="76123" y="838098"/>
                  </a:lnTo>
                  <a:lnTo>
                    <a:pt x="76123" y="761961"/>
                  </a:lnTo>
                  <a:close/>
                </a:path>
                <a:path w="76200" h="914400">
                  <a:moveTo>
                    <a:pt x="76123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23" y="761885"/>
                  </a:lnTo>
                  <a:lnTo>
                    <a:pt x="76123" y="685749"/>
                  </a:lnTo>
                  <a:lnTo>
                    <a:pt x="76123" y="609536"/>
                  </a:lnTo>
                  <a:close/>
                </a:path>
                <a:path w="76200" h="914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914400">
                  <a:moveTo>
                    <a:pt x="76123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74"/>
                  </a:lnTo>
                  <a:lnTo>
                    <a:pt x="76123" y="228561"/>
                  </a:lnTo>
                  <a:close/>
                </a:path>
                <a:path w="76200" h="914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object 572"/>
            <p:cNvSpPr/>
            <p:nvPr/>
          </p:nvSpPr>
          <p:spPr>
            <a:xfrm>
              <a:off x="1227780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61"/>
                  </a:lnTo>
                  <a:close/>
                </a:path>
                <a:path w="76200" h="3810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9" name="object 573"/>
            <p:cNvSpPr/>
            <p:nvPr/>
          </p:nvSpPr>
          <p:spPr>
            <a:xfrm>
              <a:off x="122778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0" name="object 574"/>
            <p:cNvSpPr/>
            <p:nvPr/>
          </p:nvSpPr>
          <p:spPr>
            <a:xfrm>
              <a:off x="1220148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1" name="object 575"/>
            <p:cNvSpPr/>
            <p:nvPr/>
          </p:nvSpPr>
          <p:spPr>
            <a:xfrm>
              <a:off x="1220148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2" name="object 576"/>
            <p:cNvSpPr/>
            <p:nvPr/>
          </p:nvSpPr>
          <p:spPr>
            <a:xfrm>
              <a:off x="12201480" y="382680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object 577"/>
            <p:cNvSpPr/>
            <p:nvPr/>
          </p:nvSpPr>
          <p:spPr>
            <a:xfrm>
              <a:off x="12201480" y="35982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23" y="152260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4" name="object 578"/>
            <p:cNvSpPr/>
            <p:nvPr/>
          </p:nvSpPr>
          <p:spPr>
            <a:xfrm>
              <a:off x="12201480" y="321732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76123" y="380987"/>
                  </a:lnTo>
                  <a:lnTo>
                    <a:pt x="76123" y="304774"/>
                  </a:lnTo>
                  <a:close/>
                </a:path>
                <a:path w="76200" h="381000">
                  <a:moveTo>
                    <a:pt x="76123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23" y="304685"/>
                  </a:lnTo>
                  <a:lnTo>
                    <a:pt x="76123" y="228561"/>
                  </a:lnTo>
                  <a:lnTo>
                    <a:pt x="76123" y="152438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5" name="object 579"/>
            <p:cNvSpPr/>
            <p:nvPr/>
          </p:nvSpPr>
          <p:spPr>
            <a:xfrm>
              <a:off x="1220148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6" name="object 580"/>
            <p:cNvSpPr/>
            <p:nvPr/>
          </p:nvSpPr>
          <p:spPr>
            <a:xfrm>
              <a:off x="1220148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7" name="object 581"/>
            <p:cNvSpPr/>
            <p:nvPr/>
          </p:nvSpPr>
          <p:spPr>
            <a:xfrm>
              <a:off x="1220148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8" name="object 582"/>
            <p:cNvSpPr/>
            <p:nvPr/>
          </p:nvSpPr>
          <p:spPr>
            <a:xfrm>
              <a:off x="1220148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9" name="object 583"/>
            <p:cNvSpPr/>
            <p:nvPr/>
          </p:nvSpPr>
          <p:spPr>
            <a:xfrm>
              <a:off x="1220148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23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23" y="914311"/>
                  </a:lnTo>
                  <a:lnTo>
                    <a:pt x="76123" y="838098"/>
                  </a:lnTo>
                  <a:lnTo>
                    <a:pt x="76123" y="761961"/>
                  </a:lnTo>
                  <a:close/>
                </a:path>
                <a:path w="76200" h="914400">
                  <a:moveTo>
                    <a:pt x="76123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23" y="761885"/>
                  </a:lnTo>
                  <a:lnTo>
                    <a:pt x="76123" y="685749"/>
                  </a:lnTo>
                  <a:lnTo>
                    <a:pt x="76123" y="609536"/>
                  </a:lnTo>
                  <a:close/>
                </a:path>
                <a:path w="76200" h="914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914400">
                  <a:moveTo>
                    <a:pt x="76123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74"/>
                  </a:lnTo>
                  <a:lnTo>
                    <a:pt x="76123" y="228561"/>
                  </a:lnTo>
                  <a:close/>
                </a:path>
                <a:path w="76200" h="914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object 584"/>
            <p:cNvSpPr/>
            <p:nvPr/>
          </p:nvSpPr>
          <p:spPr>
            <a:xfrm>
              <a:off x="1220148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61"/>
                  </a:lnTo>
                  <a:close/>
                </a:path>
                <a:path w="76200" h="3810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1" name="object 585"/>
            <p:cNvSpPr/>
            <p:nvPr/>
          </p:nvSpPr>
          <p:spPr>
            <a:xfrm>
              <a:off x="1220148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2" name="object 586"/>
            <p:cNvSpPr/>
            <p:nvPr/>
          </p:nvSpPr>
          <p:spPr>
            <a:xfrm>
              <a:off x="1212552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3" name="object 587"/>
            <p:cNvSpPr/>
            <p:nvPr/>
          </p:nvSpPr>
          <p:spPr>
            <a:xfrm>
              <a:off x="1212552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4" name="object 588"/>
            <p:cNvSpPr/>
            <p:nvPr/>
          </p:nvSpPr>
          <p:spPr>
            <a:xfrm>
              <a:off x="1212552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5" name="object 589"/>
            <p:cNvSpPr/>
            <p:nvPr/>
          </p:nvSpPr>
          <p:spPr>
            <a:xfrm>
              <a:off x="1212552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6" name="object 590"/>
            <p:cNvSpPr/>
            <p:nvPr/>
          </p:nvSpPr>
          <p:spPr>
            <a:xfrm>
              <a:off x="12125520" y="36745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7" name="object 591"/>
            <p:cNvSpPr/>
            <p:nvPr/>
          </p:nvSpPr>
          <p:spPr>
            <a:xfrm>
              <a:off x="1212552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8" name="object 592"/>
            <p:cNvSpPr/>
            <p:nvPr/>
          </p:nvSpPr>
          <p:spPr>
            <a:xfrm>
              <a:off x="12125520" y="321732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76212" y="380987"/>
                  </a:lnTo>
                  <a:lnTo>
                    <a:pt x="76212" y="304774"/>
                  </a:lnTo>
                  <a:close/>
                </a:path>
                <a:path w="76834" h="381000">
                  <a:moveTo>
                    <a:pt x="76212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212" y="304685"/>
                  </a:lnTo>
                  <a:lnTo>
                    <a:pt x="76212" y="228561"/>
                  </a:lnTo>
                  <a:lnTo>
                    <a:pt x="76212" y="152438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136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9" name="object 593"/>
            <p:cNvSpPr/>
            <p:nvPr/>
          </p:nvSpPr>
          <p:spPr>
            <a:xfrm>
              <a:off x="1212552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0" name="object 594"/>
            <p:cNvSpPr/>
            <p:nvPr/>
          </p:nvSpPr>
          <p:spPr>
            <a:xfrm>
              <a:off x="1212552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1" name="object 595"/>
            <p:cNvSpPr/>
            <p:nvPr/>
          </p:nvSpPr>
          <p:spPr>
            <a:xfrm>
              <a:off x="1212552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2" name="object 596"/>
            <p:cNvSpPr/>
            <p:nvPr/>
          </p:nvSpPr>
          <p:spPr>
            <a:xfrm>
              <a:off x="12125520" y="276012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object 597"/>
            <p:cNvSpPr/>
            <p:nvPr/>
          </p:nvSpPr>
          <p:spPr>
            <a:xfrm>
              <a:off x="12125520" y="1845720"/>
              <a:ext cx="76320" cy="9140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834" h="914400">
                  <a:moveTo>
                    <a:pt x="76212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212" y="914311"/>
                  </a:lnTo>
                  <a:lnTo>
                    <a:pt x="76212" y="838098"/>
                  </a:lnTo>
                  <a:lnTo>
                    <a:pt x="76212" y="761961"/>
                  </a:lnTo>
                  <a:close/>
                </a:path>
                <a:path w="76834" h="9144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212" y="761885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914400">
                  <a:moveTo>
                    <a:pt x="76212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212" y="609460"/>
                  </a:lnTo>
                  <a:lnTo>
                    <a:pt x="76212" y="533323"/>
                  </a:lnTo>
                  <a:lnTo>
                    <a:pt x="76212" y="457200"/>
                  </a:lnTo>
                  <a:lnTo>
                    <a:pt x="76212" y="380987"/>
                  </a:lnTo>
                  <a:close/>
                </a:path>
                <a:path w="76834" h="914400">
                  <a:moveTo>
                    <a:pt x="76212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74"/>
                  </a:lnTo>
                  <a:lnTo>
                    <a:pt x="76212" y="228561"/>
                  </a:lnTo>
                  <a:close/>
                </a:path>
                <a:path w="76834" h="914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49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4" name="object 598"/>
            <p:cNvSpPr/>
            <p:nvPr/>
          </p:nvSpPr>
          <p:spPr>
            <a:xfrm>
              <a:off x="12125520" y="146484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61"/>
                  </a:lnTo>
                  <a:close/>
                </a:path>
                <a:path w="76834" h="3810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5" name="object 599"/>
            <p:cNvSpPr/>
            <p:nvPr/>
          </p:nvSpPr>
          <p:spPr>
            <a:xfrm>
              <a:off x="1212552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6" name="object 600"/>
            <p:cNvSpPr/>
            <p:nvPr/>
          </p:nvSpPr>
          <p:spPr>
            <a:xfrm>
              <a:off x="120492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7" name="object 601"/>
            <p:cNvSpPr/>
            <p:nvPr/>
          </p:nvSpPr>
          <p:spPr>
            <a:xfrm>
              <a:off x="1204920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8" name="object 602"/>
            <p:cNvSpPr/>
            <p:nvPr/>
          </p:nvSpPr>
          <p:spPr>
            <a:xfrm>
              <a:off x="1204920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9" name="object 603"/>
            <p:cNvSpPr/>
            <p:nvPr/>
          </p:nvSpPr>
          <p:spPr>
            <a:xfrm>
              <a:off x="1204920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0" name="object 604"/>
            <p:cNvSpPr/>
            <p:nvPr/>
          </p:nvSpPr>
          <p:spPr>
            <a:xfrm>
              <a:off x="1204920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1" name="object 605"/>
            <p:cNvSpPr/>
            <p:nvPr/>
          </p:nvSpPr>
          <p:spPr>
            <a:xfrm>
              <a:off x="1204920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2" name="object 606"/>
            <p:cNvSpPr/>
            <p:nvPr/>
          </p:nvSpPr>
          <p:spPr>
            <a:xfrm>
              <a:off x="12049200" y="321732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76123" y="380987"/>
                  </a:lnTo>
                  <a:lnTo>
                    <a:pt x="76123" y="304774"/>
                  </a:lnTo>
                  <a:close/>
                </a:path>
                <a:path w="76200" h="381000">
                  <a:moveTo>
                    <a:pt x="76123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23" y="304685"/>
                  </a:lnTo>
                  <a:lnTo>
                    <a:pt x="76123" y="228561"/>
                  </a:lnTo>
                  <a:lnTo>
                    <a:pt x="76123" y="152438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3" name="object 607"/>
            <p:cNvSpPr/>
            <p:nvPr/>
          </p:nvSpPr>
          <p:spPr>
            <a:xfrm>
              <a:off x="120492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object 608"/>
            <p:cNvSpPr/>
            <p:nvPr/>
          </p:nvSpPr>
          <p:spPr>
            <a:xfrm>
              <a:off x="120492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5" name="object 609"/>
            <p:cNvSpPr/>
            <p:nvPr/>
          </p:nvSpPr>
          <p:spPr>
            <a:xfrm>
              <a:off x="1204920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6" name="object 610"/>
            <p:cNvSpPr/>
            <p:nvPr/>
          </p:nvSpPr>
          <p:spPr>
            <a:xfrm>
              <a:off x="1204920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7" name="object 611"/>
            <p:cNvSpPr/>
            <p:nvPr/>
          </p:nvSpPr>
          <p:spPr>
            <a:xfrm>
              <a:off x="1204920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23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23" y="914311"/>
                  </a:lnTo>
                  <a:lnTo>
                    <a:pt x="76123" y="838098"/>
                  </a:lnTo>
                  <a:lnTo>
                    <a:pt x="76123" y="761961"/>
                  </a:lnTo>
                  <a:close/>
                </a:path>
                <a:path w="76200" h="914400">
                  <a:moveTo>
                    <a:pt x="76123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23" y="761885"/>
                  </a:lnTo>
                  <a:lnTo>
                    <a:pt x="76123" y="685749"/>
                  </a:lnTo>
                  <a:lnTo>
                    <a:pt x="76123" y="609536"/>
                  </a:lnTo>
                  <a:close/>
                </a:path>
                <a:path w="76200" h="914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914400">
                  <a:moveTo>
                    <a:pt x="76123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74"/>
                  </a:lnTo>
                  <a:lnTo>
                    <a:pt x="76123" y="228561"/>
                  </a:lnTo>
                  <a:close/>
                </a:path>
                <a:path w="76200" h="914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8" name="object 612"/>
            <p:cNvSpPr/>
            <p:nvPr/>
          </p:nvSpPr>
          <p:spPr>
            <a:xfrm>
              <a:off x="1204920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61"/>
                  </a:lnTo>
                  <a:close/>
                </a:path>
                <a:path w="76200" h="3810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9" name="object 613"/>
            <p:cNvSpPr/>
            <p:nvPr/>
          </p:nvSpPr>
          <p:spPr>
            <a:xfrm>
              <a:off x="120492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0" name="object 614"/>
            <p:cNvSpPr/>
            <p:nvPr/>
          </p:nvSpPr>
          <p:spPr>
            <a:xfrm>
              <a:off x="1197288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1" name="object 615"/>
            <p:cNvSpPr/>
            <p:nvPr/>
          </p:nvSpPr>
          <p:spPr>
            <a:xfrm>
              <a:off x="1197288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object 616"/>
            <p:cNvSpPr/>
            <p:nvPr/>
          </p:nvSpPr>
          <p:spPr>
            <a:xfrm>
              <a:off x="1197288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3" name="object 617"/>
            <p:cNvSpPr/>
            <p:nvPr/>
          </p:nvSpPr>
          <p:spPr>
            <a:xfrm>
              <a:off x="11972880" y="38268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4" name="object 618"/>
            <p:cNvSpPr/>
            <p:nvPr/>
          </p:nvSpPr>
          <p:spPr>
            <a:xfrm>
              <a:off x="11972880" y="359820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212" y="152260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5" name="object 619"/>
            <p:cNvSpPr/>
            <p:nvPr/>
          </p:nvSpPr>
          <p:spPr>
            <a:xfrm>
              <a:off x="11972880" y="321732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76212" y="380987"/>
                  </a:lnTo>
                  <a:lnTo>
                    <a:pt x="76212" y="304774"/>
                  </a:lnTo>
                  <a:close/>
                </a:path>
                <a:path w="76834" h="381000">
                  <a:moveTo>
                    <a:pt x="76212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212" y="304685"/>
                  </a:lnTo>
                  <a:lnTo>
                    <a:pt x="76212" y="228561"/>
                  </a:lnTo>
                  <a:lnTo>
                    <a:pt x="76212" y="152438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212" y="152349"/>
                  </a:lnTo>
                  <a:lnTo>
                    <a:pt x="76212" y="76136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object 620"/>
            <p:cNvSpPr/>
            <p:nvPr/>
          </p:nvSpPr>
          <p:spPr>
            <a:xfrm>
              <a:off x="1197288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7" name="object 621"/>
            <p:cNvSpPr/>
            <p:nvPr/>
          </p:nvSpPr>
          <p:spPr>
            <a:xfrm>
              <a:off x="1197288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8" name="object 622"/>
            <p:cNvSpPr/>
            <p:nvPr/>
          </p:nvSpPr>
          <p:spPr>
            <a:xfrm>
              <a:off x="1197288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9" name="object 623"/>
            <p:cNvSpPr/>
            <p:nvPr/>
          </p:nvSpPr>
          <p:spPr>
            <a:xfrm>
              <a:off x="11972880" y="276012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0" name="object 624"/>
            <p:cNvSpPr/>
            <p:nvPr/>
          </p:nvSpPr>
          <p:spPr>
            <a:xfrm>
              <a:off x="11972880" y="1845720"/>
              <a:ext cx="76320" cy="9140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834" h="914400">
                  <a:moveTo>
                    <a:pt x="76212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212" y="914311"/>
                  </a:lnTo>
                  <a:lnTo>
                    <a:pt x="76212" y="838098"/>
                  </a:lnTo>
                  <a:lnTo>
                    <a:pt x="76212" y="761961"/>
                  </a:lnTo>
                  <a:close/>
                </a:path>
                <a:path w="76834" h="9144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212" y="761885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914400">
                  <a:moveTo>
                    <a:pt x="76212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212" y="609460"/>
                  </a:lnTo>
                  <a:lnTo>
                    <a:pt x="76212" y="533323"/>
                  </a:lnTo>
                  <a:lnTo>
                    <a:pt x="76212" y="457200"/>
                  </a:lnTo>
                  <a:lnTo>
                    <a:pt x="76212" y="380987"/>
                  </a:lnTo>
                  <a:close/>
                </a:path>
                <a:path w="76834" h="914400">
                  <a:moveTo>
                    <a:pt x="76212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74"/>
                  </a:lnTo>
                  <a:lnTo>
                    <a:pt x="76212" y="228561"/>
                  </a:lnTo>
                  <a:close/>
                </a:path>
                <a:path w="76834" h="914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49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1" name="object 625"/>
            <p:cNvSpPr/>
            <p:nvPr/>
          </p:nvSpPr>
          <p:spPr>
            <a:xfrm>
              <a:off x="11972880" y="146484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61"/>
                  </a:lnTo>
                  <a:close/>
                </a:path>
                <a:path w="76834" h="3810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2" name="object 626"/>
            <p:cNvSpPr/>
            <p:nvPr/>
          </p:nvSpPr>
          <p:spPr>
            <a:xfrm>
              <a:off x="1197288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3" name="object 627"/>
            <p:cNvSpPr/>
            <p:nvPr/>
          </p:nvSpPr>
          <p:spPr>
            <a:xfrm>
              <a:off x="118969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4" name="object 628"/>
            <p:cNvSpPr/>
            <p:nvPr/>
          </p:nvSpPr>
          <p:spPr>
            <a:xfrm>
              <a:off x="1189692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5" name="object 629"/>
            <p:cNvSpPr/>
            <p:nvPr/>
          </p:nvSpPr>
          <p:spPr>
            <a:xfrm>
              <a:off x="1189692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6" name="object 630"/>
            <p:cNvSpPr/>
            <p:nvPr/>
          </p:nvSpPr>
          <p:spPr>
            <a:xfrm>
              <a:off x="1189692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7" name="object 631"/>
            <p:cNvSpPr/>
            <p:nvPr/>
          </p:nvSpPr>
          <p:spPr>
            <a:xfrm>
              <a:off x="1189692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8" name="object 632"/>
            <p:cNvSpPr/>
            <p:nvPr/>
          </p:nvSpPr>
          <p:spPr>
            <a:xfrm>
              <a:off x="1189692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9" name="object 633"/>
            <p:cNvSpPr/>
            <p:nvPr/>
          </p:nvSpPr>
          <p:spPr>
            <a:xfrm>
              <a:off x="1189692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36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36" y="304850"/>
                  </a:lnTo>
                  <a:lnTo>
                    <a:pt x="76136" y="228638"/>
                  </a:lnTo>
                  <a:close/>
                </a:path>
                <a:path w="76200" h="305435">
                  <a:moveTo>
                    <a:pt x="76136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301"/>
                  </a:lnTo>
                  <a:close/>
                </a:path>
                <a:path w="76200" h="305435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0" name="object 634"/>
            <p:cNvSpPr/>
            <p:nvPr/>
          </p:nvSpPr>
          <p:spPr>
            <a:xfrm>
              <a:off x="1189692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1" name="object 635"/>
            <p:cNvSpPr/>
            <p:nvPr/>
          </p:nvSpPr>
          <p:spPr>
            <a:xfrm>
              <a:off x="1189692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2" name="object 636"/>
            <p:cNvSpPr/>
            <p:nvPr/>
          </p:nvSpPr>
          <p:spPr>
            <a:xfrm>
              <a:off x="1189692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3" name="object 637"/>
            <p:cNvSpPr/>
            <p:nvPr/>
          </p:nvSpPr>
          <p:spPr>
            <a:xfrm>
              <a:off x="1189692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4" name="object 638"/>
            <p:cNvSpPr/>
            <p:nvPr/>
          </p:nvSpPr>
          <p:spPr>
            <a:xfrm>
              <a:off x="1189692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36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36" y="914311"/>
                  </a:lnTo>
                  <a:lnTo>
                    <a:pt x="76136" y="838098"/>
                  </a:lnTo>
                  <a:lnTo>
                    <a:pt x="76136" y="761961"/>
                  </a:lnTo>
                  <a:close/>
                </a:path>
                <a:path w="76200" h="914400">
                  <a:moveTo>
                    <a:pt x="76136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36" y="761885"/>
                  </a:lnTo>
                  <a:lnTo>
                    <a:pt x="76136" y="685749"/>
                  </a:lnTo>
                  <a:lnTo>
                    <a:pt x="76136" y="609536"/>
                  </a:lnTo>
                  <a:close/>
                </a:path>
                <a:path w="76200" h="914400">
                  <a:moveTo>
                    <a:pt x="76136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36" y="609460"/>
                  </a:lnTo>
                  <a:lnTo>
                    <a:pt x="76136" y="533323"/>
                  </a:lnTo>
                  <a:lnTo>
                    <a:pt x="76136" y="457200"/>
                  </a:lnTo>
                  <a:lnTo>
                    <a:pt x="76136" y="380987"/>
                  </a:lnTo>
                  <a:close/>
                </a:path>
                <a:path w="76200" h="914400">
                  <a:moveTo>
                    <a:pt x="76136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74"/>
                  </a:lnTo>
                  <a:lnTo>
                    <a:pt x="76136" y="228561"/>
                  </a:lnTo>
                  <a:close/>
                </a:path>
                <a:path w="76200" h="914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36" y="228473"/>
                  </a:lnTo>
                  <a:lnTo>
                    <a:pt x="76136" y="152349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5" name="object 639"/>
            <p:cNvSpPr/>
            <p:nvPr/>
          </p:nvSpPr>
          <p:spPr>
            <a:xfrm>
              <a:off x="1189692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36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61"/>
                  </a:lnTo>
                  <a:close/>
                </a:path>
                <a:path w="76200" h="3810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3810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6" name="object 640"/>
            <p:cNvSpPr/>
            <p:nvPr/>
          </p:nvSpPr>
          <p:spPr>
            <a:xfrm>
              <a:off x="1189692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7" name="object 641"/>
            <p:cNvSpPr/>
            <p:nvPr/>
          </p:nvSpPr>
          <p:spPr>
            <a:xfrm>
              <a:off x="118206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8" name="object 642"/>
            <p:cNvSpPr/>
            <p:nvPr/>
          </p:nvSpPr>
          <p:spPr>
            <a:xfrm>
              <a:off x="1182060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9" name="object 643"/>
            <p:cNvSpPr/>
            <p:nvPr/>
          </p:nvSpPr>
          <p:spPr>
            <a:xfrm>
              <a:off x="1182060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0" name="object 644"/>
            <p:cNvSpPr/>
            <p:nvPr/>
          </p:nvSpPr>
          <p:spPr>
            <a:xfrm>
              <a:off x="1182060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1" name="object 645"/>
            <p:cNvSpPr/>
            <p:nvPr/>
          </p:nvSpPr>
          <p:spPr>
            <a:xfrm>
              <a:off x="1182060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2" name="object 646"/>
            <p:cNvSpPr/>
            <p:nvPr/>
          </p:nvSpPr>
          <p:spPr>
            <a:xfrm>
              <a:off x="1182060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3" name="object 647"/>
            <p:cNvSpPr/>
            <p:nvPr/>
          </p:nvSpPr>
          <p:spPr>
            <a:xfrm>
              <a:off x="1182060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4" name="object 648"/>
            <p:cNvSpPr/>
            <p:nvPr/>
          </p:nvSpPr>
          <p:spPr>
            <a:xfrm>
              <a:off x="1182060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36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36" y="304850"/>
                  </a:lnTo>
                  <a:lnTo>
                    <a:pt x="76136" y="228638"/>
                  </a:lnTo>
                  <a:close/>
                </a:path>
                <a:path w="76200" h="305435">
                  <a:moveTo>
                    <a:pt x="76136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301"/>
                  </a:lnTo>
                  <a:close/>
                </a:path>
                <a:path w="76200" h="305435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5" name="object 649"/>
            <p:cNvSpPr/>
            <p:nvPr/>
          </p:nvSpPr>
          <p:spPr>
            <a:xfrm>
              <a:off x="118206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6" name="object 650"/>
            <p:cNvSpPr/>
            <p:nvPr/>
          </p:nvSpPr>
          <p:spPr>
            <a:xfrm>
              <a:off x="118206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7" name="object 651"/>
            <p:cNvSpPr/>
            <p:nvPr/>
          </p:nvSpPr>
          <p:spPr>
            <a:xfrm>
              <a:off x="1182060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7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8" name="object 652"/>
            <p:cNvSpPr/>
            <p:nvPr/>
          </p:nvSpPr>
          <p:spPr>
            <a:xfrm>
              <a:off x="1182060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9" name="object 653"/>
            <p:cNvSpPr/>
            <p:nvPr/>
          </p:nvSpPr>
          <p:spPr>
            <a:xfrm>
              <a:off x="1182060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36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36" y="914311"/>
                  </a:lnTo>
                  <a:lnTo>
                    <a:pt x="76136" y="838098"/>
                  </a:lnTo>
                  <a:lnTo>
                    <a:pt x="76136" y="761961"/>
                  </a:lnTo>
                  <a:close/>
                </a:path>
                <a:path w="76200" h="914400">
                  <a:moveTo>
                    <a:pt x="76136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36" y="761885"/>
                  </a:lnTo>
                  <a:lnTo>
                    <a:pt x="76136" y="685749"/>
                  </a:lnTo>
                  <a:lnTo>
                    <a:pt x="76136" y="609536"/>
                  </a:lnTo>
                  <a:close/>
                </a:path>
                <a:path w="76200" h="914400">
                  <a:moveTo>
                    <a:pt x="76136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36" y="609460"/>
                  </a:lnTo>
                  <a:lnTo>
                    <a:pt x="76136" y="533323"/>
                  </a:lnTo>
                  <a:lnTo>
                    <a:pt x="76136" y="457200"/>
                  </a:lnTo>
                  <a:lnTo>
                    <a:pt x="76136" y="380987"/>
                  </a:lnTo>
                  <a:close/>
                </a:path>
                <a:path w="76200" h="914400">
                  <a:moveTo>
                    <a:pt x="76136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74"/>
                  </a:lnTo>
                  <a:lnTo>
                    <a:pt x="76136" y="228561"/>
                  </a:lnTo>
                  <a:close/>
                </a:path>
                <a:path w="76200" h="914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36" y="228473"/>
                  </a:lnTo>
                  <a:lnTo>
                    <a:pt x="76136" y="152349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0" name="object 654"/>
            <p:cNvSpPr/>
            <p:nvPr/>
          </p:nvSpPr>
          <p:spPr>
            <a:xfrm>
              <a:off x="1182060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36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61"/>
                  </a:lnTo>
                  <a:close/>
                </a:path>
                <a:path w="76200" h="3810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3810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object 655"/>
            <p:cNvSpPr/>
            <p:nvPr/>
          </p:nvSpPr>
          <p:spPr>
            <a:xfrm>
              <a:off x="118206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7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7" y="0"/>
                  </a:lnTo>
                  <a:lnTo>
                    <a:pt x="76127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2" name="object 656"/>
            <p:cNvSpPr/>
            <p:nvPr/>
          </p:nvSpPr>
          <p:spPr>
            <a:xfrm>
              <a:off x="1174428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3" name="object 657"/>
            <p:cNvSpPr/>
            <p:nvPr/>
          </p:nvSpPr>
          <p:spPr>
            <a:xfrm>
              <a:off x="1174428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4" name="object 658"/>
            <p:cNvSpPr/>
            <p:nvPr/>
          </p:nvSpPr>
          <p:spPr>
            <a:xfrm>
              <a:off x="1174428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5" name="object 659"/>
            <p:cNvSpPr/>
            <p:nvPr/>
          </p:nvSpPr>
          <p:spPr>
            <a:xfrm>
              <a:off x="11744280" y="38268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6" name="object 660"/>
            <p:cNvSpPr/>
            <p:nvPr/>
          </p:nvSpPr>
          <p:spPr>
            <a:xfrm>
              <a:off x="1174428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7" name="object 661"/>
            <p:cNvSpPr/>
            <p:nvPr/>
          </p:nvSpPr>
          <p:spPr>
            <a:xfrm>
              <a:off x="1174428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8" name="object 662"/>
            <p:cNvSpPr/>
            <p:nvPr/>
          </p:nvSpPr>
          <p:spPr>
            <a:xfrm>
              <a:off x="11744280" y="3293280"/>
              <a:ext cx="76320" cy="304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834" h="305435">
                  <a:moveTo>
                    <a:pt x="76212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212" y="304850"/>
                  </a:lnTo>
                  <a:lnTo>
                    <a:pt x="76212" y="228638"/>
                  </a:lnTo>
                  <a:close/>
                </a:path>
                <a:path w="76834" h="305435">
                  <a:moveTo>
                    <a:pt x="76212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425"/>
                  </a:lnTo>
                  <a:lnTo>
                    <a:pt x="76212" y="76301"/>
                  </a:lnTo>
                  <a:close/>
                </a:path>
                <a:path w="76834" h="305435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9" name="object 663"/>
            <p:cNvSpPr/>
            <p:nvPr/>
          </p:nvSpPr>
          <p:spPr>
            <a:xfrm>
              <a:off x="1174428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0" name="object 664"/>
            <p:cNvSpPr/>
            <p:nvPr/>
          </p:nvSpPr>
          <p:spPr>
            <a:xfrm>
              <a:off x="1174428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1" name="object 665"/>
            <p:cNvSpPr/>
            <p:nvPr/>
          </p:nvSpPr>
          <p:spPr>
            <a:xfrm>
              <a:off x="1174428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2" name="object 666"/>
            <p:cNvSpPr/>
            <p:nvPr/>
          </p:nvSpPr>
          <p:spPr>
            <a:xfrm>
              <a:off x="11744280" y="276012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3" name="object 667"/>
            <p:cNvSpPr/>
            <p:nvPr/>
          </p:nvSpPr>
          <p:spPr>
            <a:xfrm>
              <a:off x="11744280" y="1845720"/>
              <a:ext cx="76320" cy="9140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834" h="914400">
                  <a:moveTo>
                    <a:pt x="76212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212" y="914311"/>
                  </a:lnTo>
                  <a:lnTo>
                    <a:pt x="76212" y="838098"/>
                  </a:lnTo>
                  <a:lnTo>
                    <a:pt x="76212" y="761961"/>
                  </a:lnTo>
                  <a:close/>
                </a:path>
                <a:path w="76834" h="9144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212" y="761885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914400">
                  <a:moveTo>
                    <a:pt x="76212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212" y="609460"/>
                  </a:lnTo>
                  <a:lnTo>
                    <a:pt x="76212" y="533323"/>
                  </a:lnTo>
                  <a:lnTo>
                    <a:pt x="76212" y="457200"/>
                  </a:lnTo>
                  <a:lnTo>
                    <a:pt x="76212" y="380987"/>
                  </a:lnTo>
                  <a:close/>
                </a:path>
                <a:path w="76834" h="914400">
                  <a:moveTo>
                    <a:pt x="76212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74"/>
                  </a:lnTo>
                  <a:lnTo>
                    <a:pt x="76212" y="228561"/>
                  </a:lnTo>
                  <a:close/>
                </a:path>
                <a:path w="76834" h="914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49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4" name="object 668"/>
            <p:cNvSpPr/>
            <p:nvPr/>
          </p:nvSpPr>
          <p:spPr>
            <a:xfrm>
              <a:off x="11744280" y="146484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61"/>
                  </a:lnTo>
                  <a:close/>
                </a:path>
                <a:path w="76834" h="3810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5" name="object 669"/>
            <p:cNvSpPr/>
            <p:nvPr/>
          </p:nvSpPr>
          <p:spPr>
            <a:xfrm>
              <a:off x="1174428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6" name="object 670"/>
            <p:cNvSpPr/>
            <p:nvPr/>
          </p:nvSpPr>
          <p:spPr>
            <a:xfrm>
              <a:off x="116683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7" name="object 671"/>
            <p:cNvSpPr/>
            <p:nvPr/>
          </p:nvSpPr>
          <p:spPr>
            <a:xfrm>
              <a:off x="1166832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8" name="object 672"/>
            <p:cNvSpPr/>
            <p:nvPr/>
          </p:nvSpPr>
          <p:spPr>
            <a:xfrm>
              <a:off x="11668320" y="382680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9" name="object 673"/>
            <p:cNvSpPr/>
            <p:nvPr/>
          </p:nvSpPr>
          <p:spPr>
            <a:xfrm>
              <a:off x="11668320" y="35982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23" y="152260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0" name="object 674"/>
            <p:cNvSpPr/>
            <p:nvPr/>
          </p:nvSpPr>
          <p:spPr>
            <a:xfrm>
              <a:off x="1166832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23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23" y="304850"/>
                  </a:lnTo>
                  <a:lnTo>
                    <a:pt x="76123" y="228638"/>
                  </a:lnTo>
                  <a:close/>
                </a:path>
                <a:path w="76200" h="305435">
                  <a:moveTo>
                    <a:pt x="76123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301"/>
                  </a:lnTo>
                  <a:close/>
                </a:path>
                <a:path w="76200" h="305435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1" name="object 675"/>
            <p:cNvSpPr/>
            <p:nvPr/>
          </p:nvSpPr>
          <p:spPr>
            <a:xfrm>
              <a:off x="1166832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" name="object 676"/>
            <p:cNvSpPr/>
            <p:nvPr/>
          </p:nvSpPr>
          <p:spPr>
            <a:xfrm>
              <a:off x="1166832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3" name="object 677"/>
            <p:cNvSpPr/>
            <p:nvPr/>
          </p:nvSpPr>
          <p:spPr>
            <a:xfrm>
              <a:off x="1166832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4" name="object 678"/>
            <p:cNvSpPr/>
            <p:nvPr/>
          </p:nvSpPr>
          <p:spPr>
            <a:xfrm>
              <a:off x="1166832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5" name="object 679"/>
            <p:cNvSpPr/>
            <p:nvPr/>
          </p:nvSpPr>
          <p:spPr>
            <a:xfrm>
              <a:off x="1166832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23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23" y="914311"/>
                  </a:lnTo>
                  <a:lnTo>
                    <a:pt x="76123" y="838098"/>
                  </a:lnTo>
                  <a:lnTo>
                    <a:pt x="76123" y="761961"/>
                  </a:lnTo>
                  <a:close/>
                </a:path>
                <a:path w="76200" h="914400">
                  <a:moveTo>
                    <a:pt x="76123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23" y="761885"/>
                  </a:lnTo>
                  <a:lnTo>
                    <a:pt x="76123" y="685749"/>
                  </a:lnTo>
                  <a:lnTo>
                    <a:pt x="76123" y="609536"/>
                  </a:lnTo>
                  <a:close/>
                </a:path>
                <a:path w="76200" h="914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914400">
                  <a:moveTo>
                    <a:pt x="76123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74"/>
                  </a:lnTo>
                  <a:lnTo>
                    <a:pt x="76123" y="228561"/>
                  </a:lnTo>
                  <a:close/>
                </a:path>
                <a:path w="76200" h="914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6" name="object 680"/>
            <p:cNvSpPr/>
            <p:nvPr/>
          </p:nvSpPr>
          <p:spPr>
            <a:xfrm>
              <a:off x="1166832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61"/>
                  </a:lnTo>
                  <a:close/>
                </a:path>
                <a:path w="76200" h="3810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7" name="object 681"/>
            <p:cNvSpPr/>
            <p:nvPr/>
          </p:nvSpPr>
          <p:spPr>
            <a:xfrm>
              <a:off x="1166832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8" name="object 682"/>
            <p:cNvSpPr/>
            <p:nvPr/>
          </p:nvSpPr>
          <p:spPr>
            <a:xfrm>
              <a:off x="115920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9" name="object 683"/>
            <p:cNvSpPr/>
            <p:nvPr/>
          </p:nvSpPr>
          <p:spPr>
            <a:xfrm>
              <a:off x="1159200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0" name="object 684"/>
            <p:cNvSpPr/>
            <p:nvPr/>
          </p:nvSpPr>
          <p:spPr>
            <a:xfrm>
              <a:off x="1159200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1" name="object 685"/>
            <p:cNvSpPr/>
            <p:nvPr/>
          </p:nvSpPr>
          <p:spPr>
            <a:xfrm>
              <a:off x="1159200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2" name="object 686"/>
            <p:cNvSpPr/>
            <p:nvPr/>
          </p:nvSpPr>
          <p:spPr>
            <a:xfrm>
              <a:off x="1159200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3" name="object 687"/>
            <p:cNvSpPr/>
            <p:nvPr/>
          </p:nvSpPr>
          <p:spPr>
            <a:xfrm>
              <a:off x="1159200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4" name="object 688"/>
            <p:cNvSpPr/>
            <p:nvPr/>
          </p:nvSpPr>
          <p:spPr>
            <a:xfrm>
              <a:off x="1159200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23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23" y="304850"/>
                  </a:lnTo>
                  <a:lnTo>
                    <a:pt x="76123" y="228638"/>
                  </a:lnTo>
                  <a:close/>
                </a:path>
                <a:path w="76200" h="305435">
                  <a:moveTo>
                    <a:pt x="76123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301"/>
                  </a:lnTo>
                  <a:close/>
                </a:path>
                <a:path w="76200" h="305435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5" name="object 689"/>
            <p:cNvSpPr/>
            <p:nvPr/>
          </p:nvSpPr>
          <p:spPr>
            <a:xfrm>
              <a:off x="115920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6" name="object 690"/>
            <p:cNvSpPr/>
            <p:nvPr/>
          </p:nvSpPr>
          <p:spPr>
            <a:xfrm>
              <a:off x="115920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7" name="object 691"/>
            <p:cNvSpPr/>
            <p:nvPr/>
          </p:nvSpPr>
          <p:spPr>
            <a:xfrm>
              <a:off x="1159200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8" name="object 692"/>
            <p:cNvSpPr/>
            <p:nvPr/>
          </p:nvSpPr>
          <p:spPr>
            <a:xfrm>
              <a:off x="1159200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9" name="object 693"/>
            <p:cNvSpPr/>
            <p:nvPr/>
          </p:nvSpPr>
          <p:spPr>
            <a:xfrm>
              <a:off x="1159200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23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23" y="914311"/>
                  </a:lnTo>
                  <a:lnTo>
                    <a:pt x="76123" y="838098"/>
                  </a:lnTo>
                  <a:lnTo>
                    <a:pt x="76123" y="761961"/>
                  </a:lnTo>
                  <a:close/>
                </a:path>
                <a:path w="76200" h="914400">
                  <a:moveTo>
                    <a:pt x="76123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23" y="761885"/>
                  </a:lnTo>
                  <a:lnTo>
                    <a:pt x="76123" y="685749"/>
                  </a:lnTo>
                  <a:lnTo>
                    <a:pt x="76123" y="609536"/>
                  </a:lnTo>
                  <a:close/>
                </a:path>
                <a:path w="76200" h="914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914400">
                  <a:moveTo>
                    <a:pt x="76123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76123" y="304774"/>
                  </a:lnTo>
                  <a:lnTo>
                    <a:pt x="76123" y="228561"/>
                  </a:lnTo>
                  <a:close/>
                </a:path>
                <a:path w="76200" h="914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0" name="object 694"/>
            <p:cNvSpPr/>
            <p:nvPr/>
          </p:nvSpPr>
          <p:spPr>
            <a:xfrm>
              <a:off x="1159200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61"/>
                  </a:lnTo>
                  <a:close/>
                </a:path>
                <a:path w="76200" h="3810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1" name="object 695"/>
            <p:cNvSpPr/>
            <p:nvPr/>
          </p:nvSpPr>
          <p:spPr>
            <a:xfrm>
              <a:off x="115920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2" name="object 696"/>
            <p:cNvSpPr/>
            <p:nvPr/>
          </p:nvSpPr>
          <p:spPr>
            <a:xfrm>
              <a:off x="1151568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3" name="object 697"/>
            <p:cNvSpPr/>
            <p:nvPr/>
          </p:nvSpPr>
          <p:spPr>
            <a:xfrm>
              <a:off x="1151568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4" name="object 698"/>
            <p:cNvSpPr/>
            <p:nvPr/>
          </p:nvSpPr>
          <p:spPr>
            <a:xfrm>
              <a:off x="1151568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5" name="object 699"/>
            <p:cNvSpPr/>
            <p:nvPr/>
          </p:nvSpPr>
          <p:spPr>
            <a:xfrm>
              <a:off x="11515680" y="38268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6" name="object 700"/>
            <p:cNvSpPr/>
            <p:nvPr/>
          </p:nvSpPr>
          <p:spPr>
            <a:xfrm>
              <a:off x="1151568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7" name="object 701"/>
            <p:cNvSpPr/>
            <p:nvPr/>
          </p:nvSpPr>
          <p:spPr>
            <a:xfrm>
              <a:off x="1151568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8" name="object 702"/>
            <p:cNvSpPr/>
            <p:nvPr/>
          </p:nvSpPr>
          <p:spPr>
            <a:xfrm>
              <a:off x="11515680" y="3293280"/>
              <a:ext cx="76320" cy="304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834" h="305435">
                  <a:moveTo>
                    <a:pt x="76212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212" y="304850"/>
                  </a:lnTo>
                  <a:lnTo>
                    <a:pt x="76212" y="228638"/>
                  </a:lnTo>
                  <a:close/>
                </a:path>
                <a:path w="76834" h="305435">
                  <a:moveTo>
                    <a:pt x="76212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425"/>
                  </a:lnTo>
                  <a:lnTo>
                    <a:pt x="76212" y="76301"/>
                  </a:lnTo>
                  <a:close/>
                </a:path>
                <a:path w="76834" h="305435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9" name="object 703"/>
            <p:cNvSpPr/>
            <p:nvPr/>
          </p:nvSpPr>
          <p:spPr>
            <a:xfrm>
              <a:off x="1151568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0" name="object 704"/>
            <p:cNvSpPr/>
            <p:nvPr/>
          </p:nvSpPr>
          <p:spPr>
            <a:xfrm>
              <a:off x="1151568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1" name="object 705"/>
            <p:cNvSpPr/>
            <p:nvPr/>
          </p:nvSpPr>
          <p:spPr>
            <a:xfrm>
              <a:off x="1151568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2" name="object 706"/>
            <p:cNvSpPr/>
            <p:nvPr/>
          </p:nvSpPr>
          <p:spPr>
            <a:xfrm>
              <a:off x="11515680" y="276012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3" name="object 707"/>
            <p:cNvSpPr/>
            <p:nvPr/>
          </p:nvSpPr>
          <p:spPr>
            <a:xfrm>
              <a:off x="11515680" y="1845720"/>
              <a:ext cx="76320" cy="9140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834" h="914400">
                  <a:moveTo>
                    <a:pt x="76212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212" y="914311"/>
                  </a:lnTo>
                  <a:lnTo>
                    <a:pt x="76212" y="838098"/>
                  </a:lnTo>
                  <a:lnTo>
                    <a:pt x="76212" y="761961"/>
                  </a:lnTo>
                  <a:close/>
                </a:path>
                <a:path w="76834" h="9144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212" y="761885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914400">
                  <a:moveTo>
                    <a:pt x="76212" y="457200"/>
                  </a:move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212" y="609460"/>
                  </a:lnTo>
                  <a:lnTo>
                    <a:pt x="76212" y="533323"/>
                  </a:lnTo>
                  <a:lnTo>
                    <a:pt x="76212" y="457200"/>
                  </a:lnTo>
                  <a:close/>
                </a:path>
                <a:path w="76834" h="914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49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4" name="object 708"/>
            <p:cNvSpPr/>
            <p:nvPr/>
          </p:nvSpPr>
          <p:spPr>
            <a:xfrm>
              <a:off x="11515680" y="1464840"/>
              <a:ext cx="76320" cy="380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834" h="381000">
                  <a:moveTo>
                    <a:pt x="76212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61"/>
                  </a:lnTo>
                  <a:close/>
                </a:path>
                <a:path w="76834" h="3810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3810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5" name="object 709"/>
            <p:cNvSpPr/>
            <p:nvPr/>
          </p:nvSpPr>
          <p:spPr>
            <a:xfrm>
              <a:off x="11515680" y="13885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4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6" name="object 710"/>
            <p:cNvSpPr/>
            <p:nvPr/>
          </p:nvSpPr>
          <p:spPr>
            <a:xfrm>
              <a:off x="114397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7" name="object 711"/>
            <p:cNvSpPr/>
            <p:nvPr/>
          </p:nvSpPr>
          <p:spPr>
            <a:xfrm>
              <a:off x="1143972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8" name="object 712"/>
            <p:cNvSpPr/>
            <p:nvPr/>
          </p:nvSpPr>
          <p:spPr>
            <a:xfrm>
              <a:off x="1143972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9" name="object 713"/>
            <p:cNvSpPr/>
            <p:nvPr/>
          </p:nvSpPr>
          <p:spPr>
            <a:xfrm>
              <a:off x="1143972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0" name="object 714"/>
            <p:cNvSpPr/>
            <p:nvPr/>
          </p:nvSpPr>
          <p:spPr>
            <a:xfrm>
              <a:off x="11439720" y="359820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23" y="152260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1" name="object 715"/>
            <p:cNvSpPr/>
            <p:nvPr/>
          </p:nvSpPr>
          <p:spPr>
            <a:xfrm>
              <a:off x="1143972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23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23" y="304850"/>
                  </a:lnTo>
                  <a:lnTo>
                    <a:pt x="76123" y="228638"/>
                  </a:lnTo>
                  <a:close/>
                </a:path>
                <a:path w="76200" h="305435">
                  <a:moveTo>
                    <a:pt x="76123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301"/>
                  </a:lnTo>
                  <a:close/>
                </a:path>
                <a:path w="76200" h="305435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2" name="object 716"/>
            <p:cNvSpPr/>
            <p:nvPr/>
          </p:nvSpPr>
          <p:spPr>
            <a:xfrm>
              <a:off x="1143972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3" name="object 717"/>
            <p:cNvSpPr/>
            <p:nvPr/>
          </p:nvSpPr>
          <p:spPr>
            <a:xfrm>
              <a:off x="1143972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4" name="object 718"/>
            <p:cNvSpPr/>
            <p:nvPr/>
          </p:nvSpPr>
          <p:spPr>
            <a:xfrm>
              <a:off x="1143972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5" name="object 719"/>
            <p:cNvSpPr/>
            <p:nvPr/>
          </p:nvSpPr>
          <p:spPr>
            <a:xfrm>
              <a:off x="1143972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6" name="object 720"/>
            <p:cNvSpPr/>
            <p:nvPr/>
          </p:nvSpPr>
          <p:spPr>
            <a:xfrm>
              <a:off x="1143972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23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23" y="914311"/>
                  </a:lnTo>
                  <a:lnTo>
                    <a:pt x="76123" y="838098"/>
                  </a:lnTo>
                  <a:lnTo>
                    <a:pt x="76123" y="761961"/>
                  </a:lnTo>
                  <a:close/>
                </a:path>
                <a:path w="76200" h="914400">
                  <a:moveTo>
                    <a:pt x="76123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23" y="761885"/>
                  </a:lnTo>
                  <a:lnTo>
                    <a:pt x="76123" y="685749"/>
                  </a:lnTo>
                  <a:lnTo>
                    <a:pt x="76123" y="609536"/>
                  </a:lnTo>
                  <a:close/>
                </a:path>
                <a:path w="76200" h="914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23" y="609460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914400">
                  <a:moveTo>
                    <a:pt x="76123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76123" y="304774"/>
                  </a:lnTo>
                  <a:lnTo>
                    <a:pt x="76123" y="228561"/>
                  </a:lnTo>
                  <a:close/>
                </a:path>
                <a:path w="76200" h="914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23" y="228473"/>
                  </a:lnTo>
                  <a:lnTo>
                    <a:pt x="76123" y="152349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7" name="object 721"/>
            <p:cNvSpPr/>
            <p:nvPr/>
          </p:nvSpPr>
          <p:spPr>
            <a:xfrm>
              <a:off x="11439720" y="146484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61"/>
                  </a:moveTo>
                  <a:lnTo>
                    <a:pt x="0" y="304761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61"/>
                  </a:lnTo>
                  <a:close/>
                </a:path>
                <a:path w="76200" h="3810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8" name="object 722"/>
            <p:cNvSpPr/>
            <p:nvPr/>
          </p:nvSpPr>
          <p:spPr>
            <a:xfrm>
              <a:off x="1143972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9" name="object 723"/>
            <p:cNvSpPr/>
            <p:nvPr/>
          </p:nvSpPr>
          <p:spPr>
            <a:xfrm>
              <a:off x="1136340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0" name="object 724"/>
            <p:cNvSpPr/>
            <p:nvPr/>
          </p:nvSpPr>
          <p:spPr>
            <a:xfrm>
              <a:off x="1136340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1" name="object 725"/>
            <p:cNvSpPr/>
            <p:nvPr/>
          </p:nvSpPr>
          <p:spPr>
            <a:xfrm>
              <a:off x="1136340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2" name="object 726"/>
            <p:cNvSpPr/>
            <p:nvPr/>
          </p:nvSpPr>
          <p:spPr>
            <a:xfrm>
              <a:off x="1136340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3" name="object 727"/>
            <p:cNvSpPr/>
            <p:nvPr/>
          </p:nvSpPr>
          <p:spPr>
            <a:xfrm>
              <a:off x="1136340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4" name="object 728"/>
            <p:cNvSpPr/>
            <p:nvPr/>
          </p:nvSpPr>
          <p:spPr>
            <a:xfrm>
              <a:off x="1136340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5" name="object 729"/>
            <p:cNvSpPr/>
            <p:nvPr/>
          </p:nvSpPr>
          <p:spPr>
            <a:xfrm>
              <a:off x="1136340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6" name="object 730"/>
            <p:cNvSpPr/>
            <p:nvPr/>
          </p:nvSpPr>
          <p:spPr>
            <a:xfrm>
              <a:off x="1136340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36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36" y="304850"/>
                  </a:lnTo>
                  <a:lnTo>
                    <a:pt x="76136" y="228638"/>
                  </a:lnTo>
                  <a:close/>
                </a:path>
                <a:path w="76200" h="305435">
                  <a:moveTo>
                    <a:pt x="76136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301"/>
                  </a:lnTo>
                  <a:close/>
                </a:path>
                <a:path w="76200" h="305435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7" name="object 731"/>
            <p:cNvSpPr/>
            <p:nvPr/>
          </p:nvSpPr>
          <p:spPr>
            <a:xfrm>
              <a:off x="11363400" y="32173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8" name="object 732"/>
            <p:cNvSpPr/>
            <p:nvPr/>
          </p:nvSpPr>
          <p:spPr>
            <a:xfrm>
              <a:off x="1136340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9" name="object 733"/>
            <p:cNvSpPr/>
            <p:nvPr/>
          </p:nvSpPr>
          <p:spPr>
            <a:xfrm>
              <a:off x="1136340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0" name="object 734"/>
            <p:cNvSpPr/>
            <p:nvPr/>
          </p:nvSpPr>
          <p:spPr>
            <a:xfrm>
              <a:off x="1136340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1" name="object 735"/>
            <p:cNvSpPr/>
            <p:nvPr/>
          </p:nvSpPr>
          <p:spPr>
            <a:xfrm>
              <a:off x="11363400" y="276012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36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336"/>
                  </a:lnTo>
                  <a:lnTo>
                    <a:pt x="76136" y="76212"/>
                  </a:lnTo>
                  <a:close/>
                </a:path>
                <a:path w="76200" h="2286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2" name="object 736"/>
            <p:cNvSpPr/>
            <p:nvPr/>
          </p:nvSpPr>
          <p:spPr>
            <a:xfrm>
              <a:off x="11363400" y="1845720"/>
              <a:ext cx="75960" cy="91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200" h="914400">
                  <a:moveTo>
                    <a:pt x="76136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136" y="914311"/>
                  </a:lnTo>
                  <a:lnTo>
                    <a:pt x="76136" y="838098"/>
                  </a:lnTo>
                  <a:lnTo>
                    <a:pt x="76136" y="761961"/>
                  </a:lnTo>
                  <a:close/>
                </a:path>
                <a:path w="76200" h="914400">
                  <a:moveTo>
                    <a:pt x="76136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136" y="761885"/>
                  </a:lnTo>
                  <a:lnTo>
                    <a:pt x="76136" y="685749"/>
                  </a:lnTo>
                  <a:lnTo>
                    <a:pt x="76136" y="609536"/>
                  </a:lnTo>
                  <a:close/>
                </a:path>
                <a:path w="76200" h="914400">
                  <a:moveTo>
                    <a:pt x="76136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136" y="609460"/>
                  </a:lnTo>
                  <a:lnTo>
                    <a:pt x="76136" y="533323"/>
                  </a:lnTo>
                  <a:lnTo>
                    <a:pt x="76136" y="457200"/>
                  </a:lnTo>
                  <a:lnTo>
                    <a:pt x="76136" y="380987"/>
                  </a:lnTo>
                  <a:close/>
                </a:path>
                <a:path w="76200" h="914400">
                  <a:moveTo>
                    <a:pt x="76136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36" y="380898"/>
                  </a:lnTo>
                  <a:lnTo>
                    <a:pt x="76136" y="304774"/>
                  </a:lnTo>
                  <a:lnTo>
                    <a:pt x="76136" y="228561"/>
                  </a:lnTo>
                  <a:close/>
                </a:path>
                <a:path w="76200" h="914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136" y="228473"/>
                  </a:lnTo>
                  <a:lnTo>
                    <a:pt x="76136" y="152349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3" name="object 737"/>
            <p:cNvSpPr/>
            <p:nvPr/>
          </p:nvSpPr>
          <p:spPr>
            <a:xfrm>
              <a:off x="11363400" y="154116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200" h="304800">
                  <a:moveTo>
                    <a:pt x="76136" y="228549"/>
                  </a:moveTo>
                  <a:lnTo>
                    <a:pt x="0" y="228549"/>
                  </a:lnTo>
                  <a:lnTo>
                    <a:pt x="0" y="304685"/>
                  </a:lnTo>
                  <a:lnTo>
                    <a:pt x="76136" y="304685"/>
                  </a:lnTo>
                  <a:lnTo>
                    <a:pt x="76136" y="228549"/>
                  </a:lnTo>
                  <a:close/>
                </a:path>
                <a:path w="76200" h="304800">
                  <a:moveTo>
                    <a:pt x="76136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36" y="76123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4" name="object 738"/>
            <p:cNvSpPr/>
            <p:nvPr/>
          </p:nvSpPr>
          <p:spPr>
            <a:xfrm>
              <a:off x="11363400" y="13885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4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5" name="object 739"/>
            <p:cNvSpPr/>
            <p:nvPr/>
          </p:nvSpPr>
          <p:spPr>
            <a:xfrm>
              <a:off x="1128708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6" name="object 740"/>
            <p:cNvSpPr/>
            <p:nvPr/>
          </p:nvSpPr>
          <p:spPr>
            <a:xfrm>
              <a:off x="1128708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7" name="object 741"/>
            <p:cNvSpPr/>
            <p:nvPr/>
          </p:nvSpPr>
          <p:spPr>
            <a:xfrm>
              <a:off x="1128708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8" name="object 742"/>
            <p:cNvSpPr/>
            <p:nvPr/>
          </p:nvSpPr>
          <p:spPr>
            <a:xfrm>
              <a:off x="11287080" y="38268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9" name="object 743"/>
            <p:cNvSpPr/>
            <p:nvPr/>
          </p:nvSpPr>
          <p:spPr>
            <a:xfrm>
              <a:off x="1128708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0" name="object 744"/>
            <p:cNvSpPr/>
            <p:nvPr/>
          </p:nvSpPr>
          <p:spPr>
            <a:xfrm>
              <a:off x="11287080" y="36745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1" name="object 745"/>
            <p:cNvSpPr/>
            <p:nvPr/>
          </p:nvSpPr>
          <p:spPr>
            <a:xfrm>
              <a:off x="1128708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2" name="object 746"/>
            <p:cNvSpPr/>
            <p:nvPr/>
          </p:nvSpPr>
          <p:spPr>
            <a:xfrm>
              <a:off x="11287080" y="3293280"/>
              <a:ext cx="76320" cy="304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834" h="305435">
                  <a:moveTo>
                    <a:pt x="76212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212" y="304850"/>
                  </a:lnTo>
                  <a:lnTo>
                    <a:pt x="76212" y="228638"/>
                  </a:lnTo>
                  <a:close/>
                </a:path>
                <a:path w="76834" h="305435">
                  <a:moveTo>
                    <a:pt x="76212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425"/>
                  </a:lnTo>
                  <a:lnTo>
                    <a:pt x="76212" y="76301"/>
                  </a:lnTo>
                  <a:close/>
                </a:path>
                <a:path w="76834" h="305435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3" name="object 747"/>
            <p:cNvSpPr/>
            <p:nvPr/>
          </p:nvSpPr>
          <p:spPr>
            <a:xfrm>
              <a:off x="11287080" y="32173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4" name="object 748"/>
            <p:cNvSpPr/>
            <p:nvPr/>
          </p:nvSpPr>
          <p:spPr>
            <a:xfrm>
              <a:off x="1128708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5" name="object 749"/>
            <p:cNvSpPr/>
            <p:nvPr/>
          </p:nvSpPr>
          <p:spPr>
            <a:xfrm>
              <a:off x="1128708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6" name="object 750"/>
            <p:cNvSpPr/>
            <p:nvPr/>
          </p:nvSpPr>
          <p:spPr>
            <a:xfrm>
              <a:off x="1128708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7" name="object 751"/>
            <p:cNvSpPr/>
            <p:nvPr/>
          </p:nvSpPr>
          <p:spPr>
            <a:xfrm>
              <a:off x="11287080" y="276012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336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8" name="object 752"/>
            <p:cNvSpPr/>
            <p:nvPr/>
          </p:nvSpPr>
          <p:spPr>
            <a:xfrm>
              <a:off x="11287080" y="1845720"/>
              <a:ext cx="76320" cy="9140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76834" h="914400">
                  <a:moveTo>
                    <a:pt x="76212" y="761961"/>
                  </a:moveTo>
                  <a:lnTo>
                    <a:pt x="0" y="761961"/>
                  </a:lnTo>
                  <a:lnTo>
                    <a:pt x="0" y="838098"/>
                  </a:lnTo>
                  <a:lnTo>
                    <a:pt x="0" y="914311"/>
                  </a:lnTo>
                  <a:lnTo>
                    <a:pt x="76212" y="914311"/>
                  </a:lnTo>
                  <a:lnTo>
                    <a:pt x="76212" y="838098"/>
                  </a:lnTo>
                  <a:lnTo>
                    <a:pt x="76212" y="761961"/>
                  </a:lnTo>
                  <a:close/>
                </a:path>
                <a:path w="76834" h="914400">
                  <a:moveTo>
                    <a:pt x="76212" y="609536"/>
                  </a:moveTo>
                  <a:lnTo>
                    <a:pt x="0" y="609536"/>
                  </a:lnTo>
                  <a:lnTo>
                    <a:pt x="0" y="685749"/>
                  </a:lnTo>
                  <a:lnTo>
                    <a:pt x="0" y="761885"/>
                  </a:lnTo>
                  <a:lnTo>
                    <a:pt x="76212" y="761885"/>
                  </a:lnTo>
                  <a:lnTo>
                    <a:pt x="76212" y="685749"/>
                  </a:lnTo>
                  <a:lnTo>
                    <a:pt x="76212" y="609536"/>
                  </a:lnTo>
                  <a:close/>
                </a:path>
                <a:path w="76834" h="914400">
                  <a:moveTo>
                    <a:pt x="76212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0" y="609460"/>
                  </a:lnTo>
                  <a:lnTo>
                    <a:pt x="76212" y="609460"/>
                  </a:lnTo>
                  <a:lnTo>
                    <a:pt x="76212" y="533323"/>
                  </a:lnTo>
                  <a:lnTo>
                    <a:pt x="76212" y="457200"/>
                  </a:lnTo>
                  <a:lnTo>
                    <a:pt x="76212" y="380987"/>
                  </a:lnTo>
                  <a:close/>
                </a:path>
                <a:path w="76834" h="914400">
                  <a:moveTo>
                    <a:pt x="76212" y="228561"/>
                  </a:moveTo>
                  <a:lnTo>
                    <a:pt x="0" y="228561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212" y="380898"/>
                  </a:lnTo>
                  <a:lnTo>
                    <a:pt x="76212" y="304774"/>
                  </a:lnTo>
                  <a:lnTo>
                    <a:pt x="76212" y="228561"/>
                  </a:lnTo>
                  <a:close/>
                </a:path>
                <a:path w="76834" h="914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49"/>
                  </a:lnTo>
                  <a:lnTo>
                    <a:pt x="0" y="228473"/>
                  </a:lnTo>
                  <a:lnTo>
                    <a:pt x="76212" y="228473"/>
                  </a:lnTo>
                  <a:lnTo>
                    <a:pt x="76212" y="152349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2de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9" name="object 753"/>
            <p:cNvSpPr/>
            <p:nvPr/>
          </p:nvSpPr>
          <p:spPr>
            <a:xfrm>
              <a:off x="11287080" y="176976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0" name="object 754"/>
            <p:cNvSpPr/>
            <p:nvPr/>
          </p:nvSpPr>
          <p:spPr>
            <a:xfrm>
              <a:off x="11287080" y="146484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1" name="object 755"/>
            <p:cNvSpPr/>
            <p:nvPr/>
          </p:nvSpPr>
          <p:spPr>
            <a:xfrm>
              <a:off x="112111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2" name="object 756"/>
            <p:cNvSpPr/>
            <p:nvPr/>
          </p:nvSpPr>
          <p:spPr>
            <a:xfrm>
              <a:off x="1121112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3" name="object 757"/>
            <p:cNvSpPr/>
            <p:nvPr/>
          </p:nvSpPr>
          <p:spPr>
            <a:xfrm>
              <a:off x="1121112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36" y="152336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4" name="object 758"/>
            <p:cNvSpPr/>
            <p:nvPr/>
          </p:nvSpPr>
          <p:spPr>
            <a:xfrm>
              <a:off x="1121112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5" name="object 759"/>
            <p:cNvSpPr/>
            <p:nvPr/>
          </p:nvSpPr>
          <p:spPr>
            <a:xfrm>
              <a:off x="1121112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6" name="object 760"/>
            <p:cNvSpPr/>
            <p:nvPr/>
          </p:nvSpPr>
          <p:spPr>
            <a:xfrm>
              <a:off x="1121112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7" name="object 761"/>
            <p:cNvSpPr/>
            <p:nvPr/>
          </p:nvSpPr>
          <p:spPr>
            <a:xfrm>
              <a:off x="1121112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8" name="object 762"/>
            <p:cNvSpPr/>
            <p:nvPr/>
          </p:nvSpPr>
          <p:spPr>
            <a:xfrm>
              <a:off x="11211120" y="3293280"/>
              <a:ext cx="75960" cy="304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200" h="305435">
                  <a:moveTo>
                    <a:pt x="76136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136" y="304850"/>
                  </a:lnTo>
                  <a:lnTo>
                    <a:pt x="76136" y="228638"/>
                  </a:lnTo>
                  <a:close/>
                </a:path>
                <a:path w="76200" h="305435">
                  <a:moveTo>
                    <a:pt x="76136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36" y="228549"/>
                  </a:lnTo>
                  <a:lnTo>
                    <a:pt x="76136" y="152425"/>
                  </a:lnTo>
                  <a:lnTo>
                    <a:pt x="76136" y="76301"/>
                  </a:lnTo>
                  <a:close/>
                </a:path>
                <a:path w="76200" h="305435">
                  <a:moveTo>
                    <a:pt x="76136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136" y="76212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9" name="object 763"/>
            <p:cNvSpPr/>
            <p:nvPr/>
          </p:nvSpPr>
          <p:spPr>
            <a:xfrm>
              <a:off x="11211120" y="32173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0" name="object 764"/>
            <p:cNvSpPr/>
            <p:nvPr/>
          </p:nvSpPr>
          <p:spPr>
            <a:xfrm>
              <a:off x="1121112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1" name="object 765"/>
            <p:cNvSpPr/>
            <p:nvPr/>
          </p:nvSpPr>
          <p:spPr>
            <a:xfrm>
              <a:off x="1121112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2" name="object 766"/>
            <p:cNvSpPr/>
            <p:nvPr/>
          </p:nvSpPr>
          <p:spPr>
            <a:xfrm>
              <a:off x="11211120" y="29887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3" name="object 767"/>
            <p:cNvSpPr/>
            <p:nvPr/>
          </p:nvSpPr>
          <p:spPr>
            <a:xfrm>
              <a:off x="11211120" y="1769760"/>
              <a:ext cx="75960" cy="1218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218960"/>
                <a:gd name="textAreaBottom" fmla="*/ 1219320 h 1218960"/>
              </a:gdLst>
              <a:ahLst/>
              <a:rect l="textAreaLeft" t="textAreaTop" r="textAreaRight" b="textAreaBottom"/>
              <a:pathLst>
                <a:path w="76200" h="1219200">
                  <a:moveTo>
                    <a:pt x="76136" y="1066736"/>
                  </a:moveTo>
                  <a:lnTo>
                    <a:pt x="0" y="1066736"/>
                  </a:lnTo>
                  <a:lnTo>
                    <a:pt x="0" y="1142860"/>
                  </a:lnTo>
                  <a:lnTo>
                    <a:pt x="0" y="1219073"/>
                  </a:lnTo>
                  <a:lnTo>
                    <a:pt x="76136" y="1219073"/>
                  </a:lnTo>
                  <a:lnTo>
                    <a:pt x="76136" y="1142860"/>
                  </a:lnTo>
                  <a:lnTo>
                    <a:pt x="76136" y="1066736"/>
                  </a:lnTo>
                  <a:close/>
                </a:path>
                <a:path w="76200" h="1219200">
                  <a:moveTo>
                    <a:pt x="76136" y="838174"/>
                  </a:moveTo>
                  <a:lnTo>
                    <a:pt x="0" y="838174"/>
                  </a:lnTo>
                  <a:lnTo>
                    <a:pt x="0" y="914311"/>
                  </a:lnTo>
                  <a:lnTo>
                    <a:pt x="0" y="990523"/>
                  </a:lnTo>
                  <a:lnTo>
                    <a:pt x="0" y="1066647"/>
                  </a:lnTo>
                  <a:lnTo>
                    <a:pt x="76136" y="1066647"/>
                  </a:lnTo>
                  <a:lnTo>
                    <a:pt x="76136" y="990523"/>
                  </a:lnTo>
                  <a:lnTo>
                    <a:pt x="76136" y="914311"/>
                  </a:lnTo>
                  <a:lnTo>
                    <a:pt x="76136" y="838174"/>
                  </a:lnTo>
                  <a:close/>
                </a:path>
                <a:path w="76200" h="1219200">
                  <a:moveTo>
                    <a:pt x="76136" y="685749"/>
                  </a:moveTo>
                  <a:lnTo>
                    <a:pt x="0" y="685749"/>
                  </a:lnTo>
                  <a:lnTo>
                    <a:pt x="0" y="761961"/>
                  </a:lnTo>
                  <a:lnTo>
                    <a:pt x="0" y="838098"/>
                  </a:lnTo>
                  <a:lnTo>
                    <a:pt x="76136" y="838098"/>
                  </a:lnTo>
                  <a:lnTo>
                    <a:pt x="76136" y="761961"/>
                  </a:lnTo>
                  <a:lnTo>
                    <a:pt x="76136" y="685749"/>
                  </a:lnTo>
                  <a:close/>
                </a:path>
                <a:path w="76200" h="1219200">
                  <a:moveTo>
                    <a:pt x="76136" y="457200"/>
                  </a:moveTo>
                  <a:lnTo>
                    <a:pt x="0" y="457200"/>
                  </a:lnTo>
                  <a:lnTo>
                    <a:pt x="0" y="533412"/>
                  </a:lnTo>
                  <a:lnTo>
                    <a:pt x="0" y="609536"/>
                  </a:lnTo>
                  <a:lnTo>
                    <a:pt x="0" y="685673"/>
                  </a:lnTo>
                  <a:lnTo>
                    <a:pt x="76136" y="685673"/>
                  </a:lnTo>
                  <a:lnTo>
                    <a:pt x="76136" y="609536"/>
                  </a:lnTo>
                  <a:lnTo>
                    <a:pt x="76136" y="533412"/>
                  </a:lnTo>
                  <a:lnTo>
                    <a:pt x="76136" y="457200"/>
                  </a:lnTo>
                  <a:close/>
                </a:path>
                <a:path w="76200" h="1219200">
                  <a:moveTo>
                    <a:pt x="76136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0" y="457111"/>
                  </a:lnTo>
                  <a:lnTo>
                    <a:pt x="76136" y="457111"/>
                  </a:lnTo>
                  <a:lnTo>
                    <a:pt x="76136" y="380987"/>
                  </a:lnTo>
                  <a:lnTo>
                    <a:pt x="76136" y="304774"/>
                  </a:lnTo>
                  <a:close/>
                </a:path>
                <a:path w="76200" h="1219200">
                  <a:moveTo>
                    <a:pt x="76136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36" y="304685"/>
                  </a:lnTo>
                  <a:lnTo>
                    <a:pt x="76136" y="228561"/>
                  </a:lnTo>
                  <a:lnTo>
                    <a:pt x="76136" y="152425"/>
                  </a:lnTo>
                  <a:lnTo>
                    <a:pt x="76136" y="76212"/>
                  </a:lnTo>
                  <a:close/>
                </a:path>
                <a:path w="76200" h="1219200">
                  <a:moveTo>
                    <a:pt x="76136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76136" y="76136"/>
                  </a:lnTo>
                  <a:lnTo>
                    <a:pt x="7613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4" name="object 768"/>
            <p:cNvSpPr/>
            <p:nvPr/>
          </p:nvSpPr>
          <p:spPr>
            <a:xfrm>
              <a:off x="11211120" y="154116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5" name="object 769"/>
            <p:cNvSpPr/>
            <p:nvPr/>
          </p:nvSpPr>
          <p:spPr>
            <a:xfrm>
              <a:off x="1113480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6" name="object 770"/>
            <p:cNvSpPr/>
            <p:nvPr/>
          </p:nvSpPr>
          <p:spPr>
            <a:xfrm>
              <a:off x="1113480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7" name="object 771"/>
            <p:cNvSpPr/>
            <p:nvPr/>
          </p:nvSpPr>
          <p:spPr>
            <a:xfrm>
              <a:off x="11134800" y="3826800"/>
              <a:ext cx="76320" cy="228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834" h="228600">
                  <a:moveTo>
                    <a:pt x="76212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425"/>
                  </a:lnTo>
                  <a:lnTo>
                    <a:pt x="76212" y="76212"/>
                  </a:lnTo>
                  <a:close/>
                </a:path>
                <a:path w="76834" h="2286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8" name="object 772"/>
            <p:cNvSpPr/>
            <p:nvPr/>
          </p:nvSpPr>
          <p:spPr>
            <a:xfrm>
              <a:off x="1113480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9" name="object 773"/>
            <p:cNvSpPr/>
            <p:nvPr/>
          </p:nvSpPr>
          <p:spPr>
            <a:xfrm>
              <a:off x="11134800" y="359820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212" y="152260"/>
                  </a:lnTo>
                  <a:lnTo>
                    <a:pt x="76212" y="76123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0" name="object 774"/>
            <p:cNvSpPr/>
            <p:nvPr/>
          </p:nvSpPr>
          <p:spPr>
            <a:xfrm>
              <a:off x="11134800" y="3293280"/>
              <a:ext cx="76320" cy="304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920"/>
                <a:gd name="textAreaBottom" fmla="*/ 305280 h 304920"/>
              </a:gdLst>
              <a:ahLst/>
              <a:rect l="textAreaLeft" t="textAreaTop" r="textAreaRight" b="textAreaBottom"/>
              <a:pathLst>
                <a:path w="76834" h="305435">
                  <a:moveTo>
                    <a:pt x="76212" y="228638"/>
                  </a:moveTo>
                  <a:lnTo>
                    <a:pt x="0" y="228638"/>
                  </a:lnTo>
                  <a:lnTo>
                    <a:pt x="0" y="304850"/>
                  </a:lnTo>
                  <a:lnTo>
                    <a:pt x="76212" y="304850"/>
                  </a:lnTo>
                  <a:lnTo>
                    <a:pt x="76212" y="228638"/>
                  </a:lnTo>
                  <a:close/>
                </a:path>
                <a:path w="76834" h="305435">
                  <a:moveTo>
                    <a:pt x="76212" y="76301"/>
                  </a:moveTo>
                  <a:lnTo>
                    <a:pt x="0" y="76301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212" y="228549"/>
                  </a:lnTo>
                  <a:lnTo>
                    <a:pt x="76212" y="152425"/>
                  </a:lnTo>
                  <a:lnTo>
                    <a:pt x="76212" y="76301"/>
                  </a:lnTo>
                  <a:close/>
                </a:path>
                <a:path w="76834" h="305435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1" name="object 775"/>
            <p:cNvSpPr/>
            <p:nvPr/>
          </p:nvSpPr>
          <p:spPr>
            <a:xfrm>
              <a:off x="11134800" y="32173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2" name="object 776"/>
            <p:cNvSpPr/>
            <p:nvPr/>
          </p:nvSpPr>
          <p:spPr>
            <a:xfrm>
              <a:off x="11134800" y="31410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3" name="object 777"/>
            <p:cNvSpPr/>
            <p:nvPr/>
          </p:nvSpPr>
          <p:spPr>
            <a:xfrm>
              <a:off x="11134800" y="306504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4" name="object 778"/>
            <p:cNvSpPr/>
            <p:nvPr/>
          </p:nvSpPr>
          <p:spPr>
            <a:xfrm>
              <a:off x="11134800" y="29887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5" name="object 779"/>
            <p:cNvSpPr/>
            <p:nvPr/>
          </p:nvSpPr>
          <p:spPr>
            <a:xfrm>
              <a:off x="11134800" y="2683800"/>
              <a:ext cx="76320" cy="3045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76834" h="304800">
                  <a:moveTo>
                    <a:pt x="76212" y="152425"/>
                  </a:moveTo>
                  <a:lnTo>
                    <a:pt x="0" y="152425"/>
                  </a:lnTo>
                  <a:lnTo>
                    <a:pt x="0" y="228549"/>
                  </a:lnTo>
                  <a:lnTo>
                    <a:pt x="0" y="304761"/>
                  </a:lnTo>
                  <a:lnTo>
                    <a:pt x="76212" y="304761"/>
                  </a:lnTo>
                  <a:lnTo>
                    <a:pt x="76212" y="228549"/>
                  </a:lnTo>
                  <a:lnTo>
                    <a:pt x="76212" y="152425"/>
                  </a:lnTo>
                  <a:close/>
                </a:path>
                <a:path w="76834" h="3048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6" name="object 780"/>
            <p:cNvSpPr/>
            <p:nvPr/>
          </p:nvSpPr>
          <p:spPr>
            <a:xfrm>
              <a:off x="11134800" y="16171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7" name="object 781"/>
            <p:cNvSpPr/>
            <p:nvPr/>
          </p:nvSpPr>
          <p:spPr>
            <a:xfrm>
              <a:off x="1105848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8" name="object 782"/>
            <p:cNvSpPr/>
            <p:nvPr/>
          </p:nvSpPr>
          <p:spPr>
            <a:xfrm>
              <a:off x="1105848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9" name="object 783"/>
            <p:cNvSpPr/>
            <p:nvPr/>
          </p:nvSpPr>
          <p:spPr>
            <a:xfrm>
              <a:off x="1105848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0" name="object 784"/>
            <p:cNvSpPr/>
            <p:nvPr/>
          </p:nvSpPr>
          <p:spPr>
            <a:xfrm>
              <a:off x="1105848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1" name="object 785"/>
            <p:cNvSpPr/>
            <p:nvPr/>
          </p:nvSpPr>
          <p:spPr>
            <a:xfrm>
              <a:off x="1105848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object 786"/>
            <p:cNvSpPr/>
            <p:nvPr/>
          </p:nvSpPr>
          <p:spPr>
            <a:xfrm>
              <a:off x="1105848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3" name="object 787"/>
            <p:cNvSpPr/>
            <p:nvPr/>
          </p:nvSpPr>
          <p:spPr>
            <a:xfrm>
              <a:off x="11058480" y="35982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4" name="object 788"/>
            <p:cNvSpPr/>
            <p:nvPr/>
          </p:nvSpPr>
          <p:spPr>
            <a:xfrm>
              <a:off x="11058480" y="3217320"/>
              <a:ext cx="75960" cy="380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80520"/>
                <a:gd name="textAreaBottom" fmla="*/ 380880 h 380520"/>
              </a:gdLst>
              <a:ahLst/>
              <a:rect l="textAreaLeft" t="textAreaTop" r="textAreaRight" b="textAreaBottom"/>
              <a:pathLst>
                <a:path w="76200" h="381000">
                  <a:moveTo>
                    <a:pt x="76123" y="304774"/>
                  </a:moveTo>
                  <a:lnTo>
                    <a:pt x="0" y="304774"/>
                  </a:lnTo>
                  <a:lnTo>
                    <a:pt x="0" y="380987"/>
                  </a:lnTo>
                  <a:lnTo>
                    <a:pt x="76123" y="380987"/>
                  </a:lnTo>
                  <a:lnTo>
                    <a:pt x="76123" y="304774"/>
                  </a:lnTo>
                  <a:close/>
                </a:path>
                <a:path w="76200" h="381000">
                  <a:moveTo>
                    <a:pt x="76123" y="152438"/>
                  </a:moveTo>
                  <a:lnTo>
                    <a:pt x="0" y="152438"/>
                  </a:lnTo>
                  <a:lnTo>
                    <a:pt x="0" y="228561"/>
                  </a:lnTo>
                  <a:lnTo>
                    <a:pt x="0" y="304685"/>
                  </a:lnTo>
                  <a:lnTo>
                    <a:pt x="76123" y="304685"/>
                  </a:lnTo>
                  <a:lnTo>
                    <a:pt x="76123" y="228561"/>
                  </a:lnTo>
                  <a:lnTo>
                    <a:pt x="76123" y="152438"/>
                  </a:lnTo>
                  <a:close/>
                </a:path>
                <a:path w="76200" h="3810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0" y="152349"/>
                  </a:lnTo>
                  <a:lnTo>
                    <a:pt x="76123" y="152349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5" name="object 789"/>
            <p:cNvSpPr/>
            <p:nvPr/>
          </p:nvSpPr>
          <p:spPr>
            <a:xfrm>
              <a:off x="11058480" y="31410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6" name="object 790"/>
            <p:cNvSpPr/>
            <p:nvPr/>
          </p:nvSpPr>
          <p:spPr>
            <a:xfrm>
              <a:off x="11058480" y="306504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7" name="object 791"/>
            <p:cNvSpPr/>
            <p:nvPr/>
          </p:nvSpPr>
          <p:spPr>
            <a:xfrm>
              <a:off x="11058480" y="1693440"/>
              <a:ext cx="75960" cy="1371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371240"/>
                <a:gd name="textAreaBottom" fmla="*/ 1371600 h 1371240"/>
              </a:gdLst>
              <a:ahLst/>
              <a:rect l="textAreaLeft" t="textAreaTop" r="textAreaRight" b="textAreaBottom"/>
              <a:pathLst>
                <a:path w="76200" h="1371600">
                  <a:moveTo>
                    <a:pt x="76123" y="1295285"/>
                  </a:moveTo>
                  <a:lnTo>
                    <a:pt x="0" y="1295285"/>
                  </a:lnTo>
                  <a:lnTo>
                    <a:pt x="0" y="1371409"/>
                  </a:lnTo>
                  <a:lnTo>
                    <a:pt x="76123" y="1371409"/>
                  </a:lnTo>
                  <a:lnTo>
                    <a:pt x="76123" y="1295285"/>
                  </a:lnTo>
                  <a:close/>
                </a:path>
                <a:path w="76200" h="1371600">
                  <a:moveTo>
                    <a:pt x="76123" y="1142860"/>
                  </a:moveTo>
                  <a:lnTo>
                    <a:pt x="0" y="1142860"/>
                  </a:lnTo>
                  <a:lnTo>
                    <a:pt x="0" y="1218984"/>
                  </a:lnTo>
                  <a:lnTo>
                    <a:pt x="0" y="1295196"/>
                  </a:lnTo>
                  <a:lnTo>
                    <a:pt x="76123" y="1295196"/>
                  </a:lnTo>
                  <a:lnTo>
                    <a:pt x="76123" y="1218984"/>
                  </a:lnTo>
                  <a:lnTo>
                    <a:pt x="76123" y="1142860"/>
                  </a:lnTo>
                  <a:close/>
                </a:path>
                <a:path w="76200" h="1371600">
                  <a:moveTo>
                    <a:pt x="76123" y="914298"/>
                  </a:moveTo>
                  <a:lnTo>
                    <a:pt x="0" y="914298"/>
                  </a:lnTo>
                  <a:lnTo>
                    <a:pt x="0" y="990434"/>
                  </a:lnTo>
                  <a:lnTo>
                    <a:pt x="0" y="1066647"/>
                  </a:lnTo>
                  <a:lnTo>
                    <a:pt x="0" y="1142771"/>
                  </a:lnTo>
                  <a:lnTo>
                    <a:pt x="76123" y="1142771"/>
                  </a:lnTo>
                  <a:lnTo>
                    <a:pt x="76123" y="1066647"/>
                  </a:lnTo>
                  <a:lnTo>
                    <a:pt x="76123" y="990434"/>
                  </a:lnTo>
                  <a:lnTo>
                    <a:pt x="76123" y="914298"/>
                  </a:lnTo>
                  <a:close/>
                </a:path>
                <a:path w="76200" h="1371600">
                  <a:moveTo>
                    <a:pt x="76123" y="761873"/>
                  </a:moveTo>
                  <a:lnTo>
                    <a:pt x="0" y="761873"/>
                  </a:lnTo>
                  <a:lnTo>
                    <a:pt x="0" y="838085"/>
                  </a:lnTo>
                  <a:lnTo>
                    <a:pt x="0" y="914222"/>
                  </a:lnTo>
                  <a:lnTo>
                    <a:pt x="76123" y="914222"/>
                  </a:lnTo>
                  <a:lnTo>
                    <a:pt x="76123" y="838085"/>
                  </a:lnTo>
                  <a:lnTo>
                    <a:pt x="76123" y="761873"/>
                  </a:lnTo>
                  <a:close/>
                </a:path>
                <a:path w="76200" h="1371600">
                  <a:moveTo>
                    <a:pt x="76123" y="533323"/>
                  </a:moveTo>
                  <a:lnTo>
                    <a:pt x="0" y="533323"/>
                  </a:lnTo>
                  <a:lnTo>
                    <a:pt x="0" y="609536"/>
                  </a:lnTo>
                  <a:lnTo>
                    <a:pt x="0" y="685660"/>
                  </a:lnTo>
                  <a:lnTo>
                    <a:pt x="0" y="761796"/>
                  </a:lnTo>
                  <a:lnTo>
                    <a:pt x="76123" y="761796"/>
                  </a:lnTo>
                  <a:lnTo>
                    <a:pt x="76123" y="685660"/>
                  </a:lnTo>
                  <a:lnTo>
                    <a:pt x="76123" y="609536"/>
                  </a:lnTo>
                  <a:lnTo>
                    <a:pt x="76123" y="533323"/>
                  </a:lnTo>
                  <a:close/>
                </a:path>
                <a:path w="76200" h="1371600">
                  <a:moveTo>
                    <a:pt x="76123" y="380898"/>
                  </a:moveTo>
                  <a:lnTo>
                    <a:pt x="0" y="380898"/>
                  </a:lnTo>
                  <a:lnTo>
                    <a:pt x="0" y="457111"/>
                  </a:lnTo>
                  <a:lnTo>
                    <a:pt x="0" y="533234"/>
                  </a:lnTo>
                  <a:lnTo>
                    <a:pt x="76123" y="533234"/>
                  </a:lnTo>
                  <a:lnTo>
                    <a:pt x="76123" y="457111"/>
                  </a:lnTo>
                  <a:lnTo>
                    <a:pt x="76123" y="380898"/>
                  </a:lnTo>
                  <a:close/>
                </a:path>
                <a:path w="76200" h="1371600">
                  <a:moveTo>
                    <a:pt x="76123" y="152336"/>
                  </a:moveTo>
                  <a:lnTo>
                    <a:pt x="0" y="152336"/>
                  </a:lnTo>
                  <a:lnTo>
                    <a:pt x="0" y="228549"/>
                  </a:lnTo>
                  <a:lnTo>
                    <a:pt x="0" y="304685"/>
                  </a:lnTo>
                  <a:lnTo>
                    <a:pt x="0" y="380809"/>
                  </a:lnTo>
                  <a:lnTo>
                    <a:pt x="76123" y="380809"/>
                  </a:lnTo>
                  <a:lnTo>
                    <a:pt x="76123" y="304685"/>
                  </a:lnTo>
                  <a:lnTo>
                    <a:pt x="76123" y="228549"/>
                  </a:lnTo>
                  <a:lnTo>
                    <a:pt x="76123" y="152336"/>
                  </a:lnTo>
                  <a:close/>
                </a:path>
                <a:path w="76200" h="1371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0" y="152260"/>
                  </a:lnTo>
                  <a:lnTo>
                    <a:pt x="76123" y="152260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8" name="object 792"/>
            <p:cNvSpPr/>
            <p:nvPr/>
          </p:nvSpPr>
          <p:spPr>
            <a:xfrm>
              <a:off x="109825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9" name="object 793"/>
            <p:cNvSpPr/>
            <p:nvPr/>
          </p:nvSpPr>
          <p:spPr>
            <a:xfrm>
              <a:off x="1098252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0" name="object 794"/>
            <p:cNvSpPr/>
            <p:nvPr/>
          </p:nvSpPr>
          <p:spPr>
            <a:xfrm>
              <a:off x="1098252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1" name="object 795"/>
            <p:cNvSpPr/>
            <p:nvPr/>
          </p:nvSpPr>
          <p:spPr>
            <a:xfrm>
              <a:off x="1098252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2" name="object 796"/>
            <p:cNvSpPr/>
            <p:nvPr/>
          </p:nvSpPr>
          <p:spPr>
            <a:xfrm>
              <a:off x="1098252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3" name="object 797"/>
            <p:cNvSpPr/>
            <p:nvPr/>
          </p:nvSpPr>
          <p:spPr>
            <a:xfrm>
              <a:off x="1098252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4" name="object 798"/>
            <p:cNvSpPr/>
            <p:nvPr/>
          </p:nvSpPr>
          <p:spPr>
            <a:xfrm>
              <a:off x="10982520" y="3141000"/>
              <a:ext cx="75960" cy="5331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33160"/>
                <a:gd name="textAreaBottom" fmla="*/ 533520 h 533160"/>
              </a:gdLst>
              <a:ahLst/>
              <a:rect l="textAreaLeft" t="textAreaTop" r="textAreaRight" b="textAreaBottom"/>
              <a:pathLst>
                <a:path w="76200" h="533400">
                  <a:moveTo>
                    <a:pt x="76123" y="380987"/>
                  </a:moveTo>
                  <a:lnTo>
                    <a:pt x="0" y="380987"/>
                  </a:lnTo>
                  <a:lnTo>
                    <a:pt x="0" y="457200"/>
                  </a:lnTo>
                  <a:lnTo>
                    <a:pt x="0" y="533323"/>
                  </a:lnTo>
                  <a:lnTo>
                    <a:pt x="76123" y="533323"/>
                  </a:lnTo>
                  <a:lnTo>
                    <a:pt x="76123" y="457200"/>
                  </a:lnTo>
                  <a:lnTo>
                    <a:pt x="76123" y="380987"/>
                  </a:lnTo>
                  <a:close/>
                </a:path>
                <a:path w="76200" h="533400">
                  <a:moveTo>
                    <a:pt x="76123" y="228650"/>
                  </a:moveTo>
                  <a:lnTo>
                    <a:pt x="0" y="228650"/>
                  </a:lnTo>
                  <a:lnTo>
                    <a:pt x="0" y="304774"/>
                  </a:lnTo>
                  <a:lnTo>
                    <a:pt x="0" y="380898"/>
                  </a:lnTo>
                  <a:lnTo>
                    <a:pt x="76123" y="380898"/>
                  </a:lnTo>
                  <a:lnTo>
                    <a:pt x="76123" y="304774"/>
                  </a:lnTo>
                  <a:lnTo>
                    <a:pt x="76123" y="228650"/>
                  </a:lnTo>
                  <a:close/>
                </a:path>
                <a:path w="76200" h="533400">
                  <a:moveTo>
                    <a:pt x="76123" y="76212"/>
                  </a:moveTo>
                  <a:lnTo>
                    <a:pt x="0" y="76212"/>
                  </a:lnTo>
                  <a:lnTo>
                    <a:pt x="0" y="152349"/>
                  </a:lnTo>
                  <a:lnTo>
                    <a:pt x="0" y="228561"/>
                  </a:lnTo>
                  <a:lnTo>
                    <a:pt x="76123" y="228561"/>
                  </a:lnTo>
                  <a:lnTo>
                    <a:pt x="76123" y="152349"/>
                  </a:lnTo>
                  <a:lnTo>
                    <a:pt x="76123" y="76212"/>
                  </a:lnTo>
                  <a:close/>
                </a:path>
                <a:path w="76200" h="533400">
                  <a:moveTo>
                    <a:pt x="76123" y="0"/>
                  </a:moveTo>
                  <a:lnTo>
                    <a:pt x="0" y="0"/>
                  </a:lnTo>
                  <a:lnTo>
                    <a:pt x="0" y="76136"/>
                  </a:lnTo>
                  <a:lnTo>
                    <a:pt x="76123" y="76136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5" name="object 799"/>
            <p:cNvSpPr/>
            <p:nvPr/>
          </p:nvSpPr>
          <p:spPr>
            <a:xfrm>
              <a:off x="1090620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6" name="object 800"/>
            <p:cNvSpPr/>
            <p:nvPr/>
          </p:nvSpPr>
          <p:spPr>
            <a:xfrm>
              <a:off x="1090620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7" name="object 801"/>
            <p:cNvSpPr/>
            <p:nvPr/>
          </p:nvSpPr>
          <p:spPr>
            <a:xfrm>
              <a:off x="1090620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8" name="object 802"/>
            <p:cNvSpPr/>
            <p:nvPr/>
          </p:nvSpPr>
          <p:spPr>
            <a:xfrm>
              <a:off x="10906200" y="38268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9" name="object 803"/>
            <p:cNvSpPr/>
            <p:nvPr/>
          </p:nvSpPr>
          <p:spPr>
            <a:xfrm>
              <a:off x="10906200" y="375048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0" name="object 804"/>
            <p:cNvSpPr/>
            <p:nvPr/>
          </p:nvSpPr>
          <p:spPr>
            <a:xfrm>
              <a:off x="10906200" y="367452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1" name="object 805"/>
            <p:cNvSpPr/>
            <p:nvPr/>
          </p:nvSpPr>
          <p:spPr>
            <a:xfrm>
              <a:off x="10906200" y="35982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2" name="object 806"/>
            <p:cNvSpPr/>
            <p:nvPr/>
          </p:nvSpPr>
          <p:spPr>
            <a:xfrm>
              <a:off x="1083024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3" name="object 807"/>
            <p:cNvSpPr/>
            <p:nvPr/>
          </p:nvSpPr>
          <p:spPr>
            <a:xfrm>
              <a:off x="1083024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4" name="object 808"/>
            <p:cNvSpPr/>
            <p:nvPr/>
          </p:nvSpPr>
          <p:spPr>
            <a:xfrm>
              <a:off x="10830240" y="3826800"/>
              <a:ext cx="75960" cy="228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76200" h="228600">
                  <a:moveTo>
                    <a:pt x="76123" y="76212"/>
                  </a:moveTo>
                  <a:lnTo>
                    <a:pt x="0" y="76212"/>
                  </a:lnTo>
                  <a:lnTo>
                    <a:pt x="0" y="152425"/>
                  </a:lnTo>
                  <a:lnTo>
                    <a:pt x="0" y="228549"/>
                  </a:lnTo>
                  <a:lnTo>
                    <a:pt x="76123" y="228549"/>
                  </a:lnTo>
                  <a:lnTo>
                    <a:pt x="76123" y="152425"/>
                  </a:lnTo>
                  <a:lnTo>
                    <a:pt x="76123" y="76212"/>
                  </a:lnTo>
                  <a:close/>
                </a:path>
                <a:path w="76200" h="228600">
                  <a:moveTo>
                    <a:pt x="76123" y="0"/>
                  </a:moveTo>
                  <a:lnTo>
                    <a:pt x="0" y="0"/>
                  </a:lnTo>
                  <a:lnTo>
                    <a:pt x="0" y="76123"/>
                  </a:lnTo>
                  <a:lnTo>
                    <a:pt x="76123" y="76123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5" name="object 809"/>
            <p:cNvSpPr/>
            <p:nvPr/>
          </p:nvSpPr>
          <p:spPr>
            <a:xfrm>
              <a:off x="1083024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6" name="object 810"/>
            <p:cNvSpPr/>
            <p:nvPr/>
          </p:nvSpPr>
          <p:spPr>
            <a:xfrm>
              <a:off x="10830240" y="367452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7" name="object 811"/>
            <p:cNvSpPr/>
            <p:nvPr/>
          </p:nvSpPr>
          <p:spPr>
            <a:xfrm>
              <a:off x="1075392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8" name="object 812"/>
            <p:cNvSpPr/>
            <p:nvPr/>
          </p:nvSpPr>
          <p:spPr>
            <a:xfrm>
              <a:off x="1075392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9" name="object 813"/>
            <p:cNvSpPr/>
            <p:nvPr/>
          </p:nvSpPr>
          <p:spPr>
            <a:xfrm>
              <a:off x="10753920" y="3903120"/>
              <a:ext cx="75960" cy="151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200" h="152400">
                  <a:moveTo>
                    <a:pt x="76123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0" name="object 814"/>
            <p:cNvSpPr/>
            <p:nvPr/>
          </p:nvSpPr>
          <p:spPr>
            <a:xfrm>
              <a:off x="10753920" y="38268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1" name="object 815"/>
            <p:cNvSpPr/>
            <p:nvPr/>
          </p:nvSpPr>
          <p:spPr>
            <a:xfrm>
              <a:off x="10753920" y="375048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2" name="object 816"/>
            <p:cNvSpPr/>
            <p:nvPr/>
          </p:nvSpPr>
          <p:spPr>
            <a:xfrm>
              <a:off x="10677600" y="4131720"/>
              <a:ext cx="76320" cy="763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834" h="76835">
                  <a:moveTo>
                    <a:pt x="76213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3" name="object 817"/>
            <p:cNvSpPr/>
            <p:nvPr/>
          </p:nvSpPr>
          <p:spPr>
            <a:xfrm>
              <a:off x="10677600" y="40554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4" name="object 818"/>
            <p:cNvSpPr/>
            <p:nvPr/>
          </p:nvSpPr>
          <p:spPr>
            <a:xfrm>
              <a:off x="10677600" y="3903120"/>
              <a:ext cx="76320" cy="1519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76834" h="152400">
                  <a:moveTo>
                    <a:pt x="76212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0" y="152336"/>
                  </a:lnTo>
                  <a:lnTo>
                    <a:pt x="76212" y="152336"/>
                  </a:lnTo>
                  <a:lnTo>
                    <a:pt x="76212" y="76212"/>
                  </a:lnTo>
                  <a:lnTo>
                    <a:pt x="76212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5" name="object 819"/>
            <p:cNvSpPr/>
            <p:nvPr/>
          </p:nvSpPr>
          <p:spPr>
            <a:xfrm>
              <a:off x="10677600" y="38268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834" h="76200">
                  <a:moveTo>
                    <a:pt x="76213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213" y="0"/>
                  </a:lnTo>
                  <a:lnTo>
                    <a:pt x="76213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6" name="object 820"/>
            <p:cNvSpPr/>
            <p:nvPr/>
          </p:nvSpPr>
          <p:spPr>
            <a:xfrm>
              <a:off x="10601280" y="4131720"/>
              <a:ext cx="75960" cy="76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320"/>
                <a:gd name="textAreaBottom" fmla="*/ 76680 h 76320"/>
              </a:gdLst>
              <a:ahLst/>
              <a:rect l="textAreaLeft" t="textAreaTop" r="textAreaRight" b="textAreaBottom"/>
              <a:pathLst>
                <a:path w="76200" h="76835">
                  <a:moveTo>
                    <a:pt x="76128" y="76213"/>
                  </a:moveTo>
                  <a:lnTo>
                    <a:pt x="0" y="76213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21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7" name="object 821"/>
            <p:cNvSpPr/>
            <p:nvPr/>
          </p:nvSpPr>
          <p:spPr>
            <a:xfrm>
              <a:off x="10601280" y="4055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8" name="object 822"/>
            <p:cNvSpPr/>
            <p:nvPr/>
          </p:nvSpPr>
          <p:spPr>
            <a:xfrm>
              <a:off x="10601280" y="397944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76200" h="76200">
                  <a:moveTo>
                    <a:pt x="76128" y="76128"/>
                  </a:moveTo>
                  <a:lnTo>
                    <a:pt x="0" y="76128"/>
                  </a:lnTo>
                  <a:lnTo>
                    <a:pt x="0" y="0"/>
                  </a:lnTo>
                  <a:lnTo>
                    <a:pt x="76128" y="0"/>
                  </a:lnTo>
                  <a:lnTo>
                    <a:pt x="76128" y="7612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9" name="object 823"/>
            <p:cNvSpPr/>
            <p:nvPr/>
          </p:nvSpPr>
          <p:spPr>
            <a:xfrm>
              <a:off x="10525320" y="3903120"/>
              <a:ext cx="151920" cy="304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04560"/>
                <a:gd name="textAreaBottom" fmla="*/ 304920 h 304560"/>
              </a:gdLst>
              <a:ahLst/>
              <a:rect l="textAreaLeft" t="textAreaTop" r="textAreaRight" b="textAreaBottom"/>
              <a:pathLst>
                <a:path w="152400" h="304800">
                  <a:moveTo>
                    <a:pt x="76123" y="152425"/>
                  </a:moveTo>
                  <a:lnTo>
                    <a:pt x="0" y="152425"/>
                  </a:lnTo>
                  <a:lnTo>
                    <a:pt x="0" y="228549"/>
                  </a:lnTo>
                  <a:lnTo>
                    <a:pt x="0" y="304761"/>
                  </a:lnTo>
                  <a:lnTo>
                    <a:pt x="76123" y="304761"/>
                  </a:lnTo>
                  <a:lnTo>
                    <a:pt x="76123" y="228549"/>
                  </a:lnTo>
                  <a:lnTo>
                    <a:pt x="76123" y="152425"/>
                  </a:lnTo>
                  <a:close/>
                </a:path>
                <a:path w="152400" h="304800">
                  <a:moveTo>
                    <a:pt x="76123" y="76212"/>
                  </a:moveTo>
                  <a:lnTo>
                    <a:pt x="0" y="76212"/>
                  </a:lnTo>
                  <a:lnTo>
                    <a:pt x="0" y="152336"/>
                  </a:lnTo>
                  <a:lnTo>
                    <a:pt x="76123" y="152336"/>
                  </a:lnTo>
                  <a:lnTo>
                    <a:pt x="76123" y="76212"/>
                  </a:lnTo>
                  <a:close/>
                </a:path>
                <a:path w="152400" h="304800">
                  <a:moveTo>
                    <a:pt x="152260" y="0"/>
                  </a:moveTo>
                  <a:lnTo>
                    <a:pt x="76123" y="0"/>
                  </a:lnTo>
                  <a:lnTo>
                    <a:pt x="76123" y="76212"/>
                  </a:lnTo>
                  <a:lnTo>
                    <a:pt x="152260" y="76212"/>
                  </a:lnTo>
                  <a:lnTo>
                    <a:pt x="15226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0" name="object 824"/>
            <p:cNvSpPr/>
            <p:nvPr/>
          </p:nvSpPr>
          <p:spPr>
            <a:xfrm>
              <a:off x="10278000" y="6845400"/>
              <a:ext cx="2130840" cy="2131200"/>
            </a:xfrm>
            <a:custGeom>
              <a:avLst/>
              <a:gdLst>
                <a:gd name="textAreaLeft" fmla="*/ 0 w 2130840"/>
                <a:gd name="textAreaRight" fmla="*/ 2131200 w 2130840"/>
                <a:gd name="textAreaTop" fmla="*/ 0 h 2131200"/>
                <a:gd name="textAreaBottom" fmla="*/ 2131560 h 2131200"/>
              </a:gdLst>
              <a:ahLst/>
              <a:rect l="textAreaLeft" t="textAreaTop" r="textAreaRight" b="textAreaBottom"/>
              <a:pathLst>
                <a:path w="2131059" h="2131695">
                  <a:moveTo>
                    <a:pt x="2130818" y="1440929"/>
                  </a:moveTo>
                  <a:lnTo>
                    <a:pt x="2041994" y="1301496"/>
                  </a:lnTo>
                  <a:lnTo>
                    <a:pt x="1997570" y="1231785"/>
                  </a:lnTo>
                  <a:lnTo>
                    <a:pt x="2067191" y="1187424"/>
                  </a:lnTo>
                  <a:lnTo>
                    <a:pt x="1978355" y="1047991"/>
                  </a:lnTo>
                  <a:lnTo>
                    <a:pt x="1889518" y="908570"/>
                  </a:lnTo>
                  <a:lnTo>
                    <a:pt x="1959140" y="864209"/>
                  </a:lnTo>
                  <a:lnTo>
                    <a:pt x="1914715" y="794499"/>
                  </a:lnTo>
                  <a:lnTo>
                    <a:pt x="1870303" y="724776"/>
                  </a:lnTo>
                  <a:lnTo>
                    <a:pt x="1825205" y="653986"/>
                  </a:lnTo>
                  <a:lnTo>
                    <a:pt x="1736369" y="514565"/>
                  </a:lnTo>
                  <a:lnTo>
                    <a:pt x="1691944" y="444842"/>
                  </a:lnTo>
                  <a:lnTo>
                    <a:pt x="1622336" y="489204"/>
                  </a:lnTo>
                  <a:lnTo>
                    <a:pt x="1577924" y="419481"/>
                  </a:lnTo>
                  <a:lnTo>
                    <a:pt x="1489087" y="280047"/>
                  </a:lnTo>
                  <a:lnTo>
                    <a:pt x="1419466" y="324408"/>
                  </a:lnTo>
                  <a:lnTo>
                    <a:pt x="1375054" y="254685"/>
                  </a:lnTo>
                  <a:lnTo>
                    <a:pt x="1305433" y="299046"/>
                  </a:lnTo>
                  <a:lnTo>
                    <a:pt x="1261021" y="229323"/>
                  </a:lnTo>
                  <a:lnTo>
                    <a:pt x="1121791" y="318033"/>
                  </a:lnTo>
                  <a:lnTo>
                    <a:pt x="1077379" y="248323"/>
                  </a:lnTo>
                  <a:lnTo>
                    <a:pt x="868527" y="381381"/>
                  </a:lnTo>
                  <a:lnTo>
                    <a:pt x="824115" y="311658"/>
                  </a:lnTo>
                  <a:lnTo>
                    <a:pt x="684885" y="400367"/>
                  </a:lnTo>
                  <a:lnTo>
                    <a:pt x="729284" y="470090"/>
                  </a:lnTo>
                  <a:lnTo>
                    <a:pt x="659688" y="514438"/>
                  </a:lnTo>
                  <a:lnTo>
                    <a:pt x="615264" y="444715"/>
                  </a:lnTo>
                  <a:lnTo>
                    <a:pt x="348081" y="25361"/>
                  </a:lnTo>
                  <a:lnTo>
                    <a:pt x="278460" y="69710"/>
                  </a:lnTo>
                  <a:lnTo>
                    <a:pt x="234048" y="0"/>
                  </a:lnTo>
                  <a:lnTo>
                    <a:pt x="25209" y="133057"/>
                  </a:lnTo>
                  <a:lnTo>
                    <a:pt x="69608" y="202768"/>
                  </a:lnTo>
                  <a:lnTo>
                    <a:pt x="0" y="247116"/>
                  </a:lnTo>
                  <a:lnTo>
                    <a:pt x="267195" y="666483"/>
                  </a:lnTo>
                  <a:lnTo>
                    <a:pt x="311607" y="736206"/>
                  </a:lnTo>
                  <a:lnTo>
                    <a:pt x="356019" y="805916"/>
                  </a:lnTo>
                  <a:lnTo>
                    <a:pt x="400443" y="875626"/>
                  </a:lnTo>
                  <a:lnTo>
                    <a:pt x="444855" y="945349"/>
                  </a:lnTo>
                  <a:lnTo>
                    <a:pt x="533692" y="1084783"/>
                  </a:lnTo>
                  <a:lnTo>
                    <a:pt x="578104" y="1154493"/>
                  </a:lnTo>
                  <a:lnTo>
                    <a:pt x="622528" y="1224203"/>
                  </a:lnTo>
                  <a:lnTo>
                    <a:pt x="552907" y="1268564"/>
                  </a:lnTo>
                  <a:lnTo>
                    <a:pt x="508495" y="1198841"/>
                  </a:lnTo>
                  <a:lnTo>
                    <a:pt x="438873" y="1243203"/>
                  </a:lnTo>
                  <a:lnTo>
                    <a:pt x="394462" y="1173480"/>
                  </a:lnTo>
                  <a:lnTo>
                    <a:pt x="116001" y="1350899"/>
                  </a:lnTo>
                  <a:lnTo>
                    <a:pt x="160413" y="1420609"/>
                  </a:lnTo>
                  <a:lnTo>
                    <a:pt x="204838" y="1490332"/>
                  </a:lnTo>
                  <a:lnTo>
                    <a:pt x="293674" y="1629752"/>
                  </a:lnTo>
                  <a:lnTo>
                    <a:pt x="363283" y="1585404"/>
                  </a:lnTo>
                  <a:lnTo>
                    <a:pt x="408381" y="1656194"/>
                  </a:lnTo>
                  <a:lnTo>
                    <a:pt x="478002" y="1611845"/>
                  </a:lnTo>
                  <a:lnTo>
                    <a:pt x="522414" y="1681556"/>
                  </a:lnTo>
                  <a:lnTo>
                    <a:pt x="592035" y="1637207"/>
                  </a:lnTo>
                  <a:lnTo>
                    <a:pt x="636447" y="1706918"/>
                  </a:lnTo>
                  <a:lnTo>
                    <a:pt x="725284" y="1846351"/>
                  </a:lnTo>
                  <a:lnTo>
                    <a:pt x="794893" y="1802003"/>
                  </a:lnTo>
                  <a:lnTo>
                    <a:pt x="883729" y="1941423"/>
                  </a:lnTo>
                  <a:lnTo>
                    <a:pt x="928141" y="2011146"/>
                  </a:lnTo>
                  <a:lnTo>
                    <a:pt x="997762" y="1966798"/>
                  </a:lnTo>
                  <a:lnTo>
                    <a:pt x="1086599" y="2106218"/>
                  </a:lnTo>
                  <a:lnTo>
                    <a:pt x="1156208" y="2061870"/>
                  </a:lnTo>
                  <a:lnTo>
                    <a:pt x="1200632" y="2131580"/>
                  </a:lnTo>
                  <a:lnTo>
                    <a:pt x="1339862" y="2042883"/>
                  </a:lnTo>
                  <a:lnTo>
                    <a:pt x="1384274" y="2112594"/>
                  </a:lnTo>
                  <a:lnTo>
                    <a:pt x="2010816" y="1713407"/>
                  </a:lnTo>
                  <a:lnTo>
                    <a:pt x="1966391" y="1643697"/>
                  </a:lnTo>
                  <a:lnTo>
                    <a:pt x="2105622" y="1554988"/>
                  </a:lnTo>
                  <a:lnTo>
                    <a:pt x="2061210" y="1485290"/>
                  </a:lnTo>
                  <a:lnTo>
                    <a:pt x="2130818" y="144092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1" name="object 825"/>
            <p:cNvSpPr/>
            <p:nvPr/>
          </p:nvSpPr>
          <p:spPr>
            <a:xfrm>
              <a:off x="10278360" y="6870600"/>
              <a:ext cx="2061360" cy="2036880"/>
            </a:xfrm>
            <a:custGeom>
              <a:avLst/>
              <a:gdLst>
                <a:gd name="textAreaLeft" fmla="*/ 0 w 2061360"/>
                <a:gd name="textAreaRight" fmla="*/ 2061720 w 2061360"/>
                <a:gd name="textAreaTop" fmla="*/ 0 h 2036880"/>
                <a:gd name="textAreaBottom" fmla="*/ 2037240 h 2036880"/>
              </a:gdLst>
              <a:ahLst/>
              <a:rect l="textAreaLeft" t="textAreaTop" r="textAreaRight" b="textAreaBottom"/>
              <a:pathLst>
                <a:path w="2061845" h="2037079">
                  <a:moveTo>
                    <a:pt x="1966567" y="1618619"/>
                  </a:moveTo>
                  <a:lnTo>
                    <a:pt x="1340031" y="2017797"/>
                  </a:lnTo>
                  <a:lnTo>
                    <a:pt x="1156327" y="2036698"/>
                  </a:lnTo>
                  <a:lnTo>
                    <a:pt x="997763" y="1941441"/>
                  </a:lnTo>
                  <a:lnTo>
                    <a:pt x="591688" y="1611316"/>
                  </a:lnTo>
                  <a:lnTo>
                    <a:pt x="363510" y="1560412"/>
                  </a:lnTo>
                  <a:lnTo>
                    <a:pt x="115998" y="1325545"/>
                  </a:lnTo>
                  <a:lnTo>
                    <a:pt x="438933" y="1217937"/>
                  </a:lnTo>
                  <a:lnTo>
                    <a:pt x="667111" y="1268842"/>
                  </a:lnTo>
                  <a:lnTo>
                    <a:pt x="692252" y="1154683"/>
                  </a:lnTo>
                  <a:lnTo>
                    <a:pt x="0" y="221765"/>
                  </a:lnTo>
                  <a:lnTo>
                    <a:pt x="348075" y="0"/>
                  </a:lnTo>
                  <a:lnTo>
                    <a:pt x="659394" y="488635"/>
                  </a:lnTo>
                  <a:lnTo>
                    <a:pt x="868239" y="355576"/>
                  </a:lnTo>
                  <a:lnTo>
                    <a:pt x="1121559" y="292322"/>
                  </a:lnTo>
                  <a:lnTo>
                    <a:pt x="1305263" y="273421"/>
                  </a:lnTo>
                  <a:lnTo>
                    <a:pt x="1419352" y="298873"/>
                  </a:lnTo>
                  <a:lnTo>
                    <a:pt x="1622390" y="463935"/>
                  </a:lnTo>
                  <a:lnTo>
                    <a:pt x="1889235" y="882766"/>
                  </a:lnTo>
                  <a:lnTo>
                    <a:pt x="1997516" y="1206339"/>
                  </a:lnTo>
                  <a:lnTo>
                    <a:pt x="2061323" y="1460108"/>
                  </a:lnTo>
                  <a:lnTo>
                    <a:pt x="1966567" y="1618619"/>
                  </a:lnTo>
                  <a:close/>
                </a:path>
              </a:pathLst>
            </a:custGeom>
            <a:solidFill>
              <a:srgbClr val="d0d3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972" name="object 826" descr=""/>
            <p:cNvPicPr/>
            <p:nvPr/>
          </p:nvPicPr>
          <p:blipFill>
            <a:blip r:embed="rId1"/>
            <a:stretch/>
          </p:blipFill>
          <p:spPr>
            <a:xfrm>
              <a:off x="10508400" y="8177400"/>
              <a:ext cx="430920" cy="304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73" name="object 827"/>
            <p:cNvSpPr/>
            <p:nvPr/>
          </p:nvSpPr>
          <p:spPr>
            <a:xfrm>
              <a:off x="11028600" y="8260920"/>
              <a:ext cx="1310760" cy="646200"/>
            </a:xfrm>
            <a:custGeom>
              <a:avLst/>
              <a:gdLst>
                <a:gd name="textAreaLeft" fmla="*/ 0 w 1310760"/>
                <a:gd name="textAreaRight" fmla="*/ 1311120 w 1310760"/>
                <a:gd name="textAreaTop" fmla="*/ 0 h 646200"/>
                <a:gd name="textAreaBottom" fmla="*/ 646560 h 646200"/>
              </a:gdLst>
              <a:ahLst/>
              <a:rect l="textAreaLeft" t="textAreaTop" r="textAreaRight" b="textAreaBottom"/>
              <a:pathLst>
                <a:path w="1311275" h="646429">
                  <a:moveTo>
                    <a:pt x="114084" y="341731"/>
                  </a:moveTo>
                  <a:lnTo>
                    <a:pt x="69608" y="271919"/>
                  </a:lnTo>
                  <a:lnTo>
                    <a:pt x="0" y="316280"/>
                  </a:lnTo>
                  <a:lnTo>
                    <a:pt x="44475" y="386080"/>
                  </a:lnTo>
                  <a:lnTo>
                    <a:pt x="114084" y="341731"/>
                  </a:lnTo>
                  <a:close/>
                </a:path>
                <a:path w="1311275" h="646429">
                  <a:moveTo>
                    <a:pt x="317131" y="506793"/>
                  </a:moveTo>
                  <a:lnTo>
                    <a:pt x="272656" y="436981"/>
                  </a:lnTo>
                  <a:lnTo>
                    <a:pt x="203034" y="481342"/>
                  </a:lnTo>
                  <a:lnTo>
                    <a:pt x="247510" y="551141"/>
                  </a:lnTo>
                  <a:lnTo>
                    <a:pt x="317131" y="506793"/>
                  </a:lnTo>
                  <a:close/>
                </a:path>
                <a:path w="1311275" h="646429">
                  <a:moveTo>
                    <a:pt x="545299" y="557695"/>
                  </a:moveTo>
                  <a:lnTo>
                    <a:pt x="500824" y="487883"/>
                  </a:lnTo>
                  <a:lnTo>
                    <a:pt x="361594" y="576592"/>
                  </a:lnTo>
                  <a:lnTo>
                    <a:pt x="406069" y="646404"/>
                  </a:lnTo>
                  <a:lnTo>
                    <a:pt x="545299" y="557695"/>
                  </a:lnTo>
                  <a:close/>
                </a:path>
                <a:path w="1311275" h="646429">
                  <a:moveTo>
                    <a:pt x="1216317" y="228320"/>
                  </a:moveTo>
                  <a:lnTo>
                    <a:pt x="1171841" y="158521"/>
                  </a:lnTo>
                  <a:lnTo>
                    <a:pt x="545299" y="557695"/>
                  </a:lnTo>
                  <a:lnTo>
                    <a:pt x="589775" y="627494"/>
                  </a:lnTo>
                  <a:lnTo>
                    <a:pt x="1216317" y="228320"/>
                  </a:lnTo>
                  <a:close/>
                </a:path>
                <a:path w="1311275" h="646429">
                  <a:moveTo>
                    <a:pt x="1311071" y="69811"/>
                  </a:moveTo>
                  <a:lnTo>
                    <a:pt x="1266596" y="0"/>
                  </a:lnTo>
                  <a:lnTo>
                    <a:pt x="1127366" y="88709"/>
                  </a:lnTo>
                  <a:lnTo>
                    <a:pt x="1171841" y="158521"/>
                  </a:lnTo>
                  <a:lnTo>
                    <a:pt x="1311071" y="69811"/>
                  </a:ln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4" name="object 828"/>
            <p:cNvSpPr/>
            <p:nvPr/>
          </p:nvSpPr>
          <p:spPr>
            <a:xfrm>
              <a:off x="10278000" y="6845400"/>
              <a:ext cx="691920" cy="1224000"/>
            </a:xfrm>
            <a:custGeom>
              <a:avLst/>
              <a:gdLst>
                <a:gd name="textAreaLeft" fmla="*/ 0 w 691920"/>
                <a:gd name="textAreaRight" fmla="*/ 692280 w 691920"/>
                <a:gd name="textAreaTop" fmla="*/ 0 h 1224000"/>
                <a:gd name="textAreaBottom" fmla="*/ 1224360 h 1224000"/>
              </a:gdLst>
              <a:ahLst/>
              <a:rect l="textAreaLeft" t="textAreaTop" r="textAreaRight" b="textAreaBottom"/>
              <a:pathLst>
                <a:path w="692150" h="1224279">
                  <a:moveTo>
                    <a:pt x="692137" y="1179855"/>
                  </a:moveTo>
                  <a:lnTo>
                    <a:pt x="69672" y="202857"/>
                  </a:lnTo>
                  <a:lnTo>
                    <a:pt x="278523" y="69799"/>
                  </a:lnTo>
                  <a:lnTo>
                    <a:pt x="234048" y="0"/>
                  </a:lnTo>
                  <a:lnTo>
                    <a:pt x="25209" y="133057"/>
                  </a:lnTo>
                  <a:lnTo>
                    <a:pt x="69608" y="202780"/>
                  </a:lnTo>
                  <a:lnTo>
                    <a:pt x="0" y="247116"/>
                  </a:lnTo>
                  <a:lnTo>
                    <a:pt x="622528" y="1224203"/>
                  </a:lnTo>
                  <a:lnTo>
                    <a:pt x="692137" y="117985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75" name="object 829" descr=""/>
            <p:cNvPicPr/>
            <p:nvPr/>
          </p:nvPicPr>
          <p:blipFill>
            <a:blip r:embed="rId2"/>
            <a:stretch/>
          </p:blipFill>
          <p:spPr>
            <a:xfrm>
              <a:off x="10830960" y="8025120"/>
              <a:ext cx="272880" cy="254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76" name="object 830"/>
            <p:cNvSpPr/>
            <p:nvPr/>
          </p:nvSpPr>
          <p:spPr>
            <a:xfrm>
              <a:off x="10556640" y="6870600"/>
              <a:ext cx="603360" cy="881640"/>
            </a:xfrm>
            <a:custGeom>
              <a:avLst/>
              <a:gdLst>
                <a:gd name="textAreaLeft" fmla="*/ 0 w 603360"/>
                <a:gd name="textAreaRight" fmla="*/ 603720 w 603360"/>
                <a:gd name="textAreaTop" fmla="*/ 0 h 881640"/>
                <a:gd name="textAreaBottom" fmla="*/ 882000 h 881640"/>
              </a:gdLst>
              <a:ahLst/>
              <a:rect l="textAreaLeft" t="textAreaTop" r="textAreaRight" b="textAreaBottom"/>
              <a:pathLst>
                <a:path w="603884" h="882015">
                  <a:moveTo>
                    <a:pt x="603300" y="837653"/>
                  </a:moveTo>
                  <a:lnTo>
                    <a:pt x="425640" y="558800"/>
                  </a:lnTo>
                  <a:lnTo>
                    <a:pt x="495249" y="514438"/>
                  </a:lnTo>
                  <a:lnTo>
                    <a:pt x="450837" y="444715"/>
                  </a:lnTo>
                  <a:lnTo>
                    <a:pt x="381228" y="489077"/>
                  </a:lnTo>
                  <a:lnTo>
                    <a:pt x="69621" y="0"/>
                  </a:lnTo>
                  <a:lnTo>
                    <a:pt x="0" y="44348"/>
                  </a:lnTo>
                  <a:lnTo>
                    <a:pt x="311607" y="533425"/>
                  </a:lnTo>
                  <a:lnTo>
                    <a:pt x="356019" y="603148"/>
                  </a:lnTo>
                  <a:lnTo>
                    <a:pt x="533692" y="882002"/>
                  </a:lnTo>
                  <a:lnTo>
                    <a:pt x="603300" y="83765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77" name="object 831" descr=""/>
            <p:cNvPicPr/>
            <p:nvPr/>
          </p:nvPicPr>
          <p:blipFill>
            <a:blip r:embed="rId3"/>
            <a:stretch/>
          </p:blipFill>
          <p:spPr>
            <a:xfrm>
              <a:off x="10962720" y="7093440"/>
              <a:ext cx="436680" cy="221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78" name="object 832"/>
            <p:cNvSpPr/>
            <p:nvPr/>
          </p:nvSpPr>
          <p:spPr>
            <a:xfrm>
              <a:off x="11190960" y="7074720"/>
              <a:ext cx="545040" cy="570600"/>
            </a:xfrm>
            <a:custGeom>
              <a:avLst/>
              <a:gdLst>
                <a:gd name="textAreaLeft" fmla="*/ 0 w 545040"/>
                <a:gd name="textAreaRight" fmla="*/ 545400 w 545040"/>
                <a:gd name="textAreaTop" fmla="*/ 0 h 570600"/>
                <a:gd name="textAreaBottom" fmla="*/ 570960 h 570600"/>
              </a:gdLst>
              <a:ahLst/>
              <a:rect l="textAreaLeft" t="textAreaTop" r="textAreaRight" b="textAreaBottom"/>
              <a:pathLst>
                <a:path w="545465" h="570865">
                  <a:moveTo>
                    <a:pt x="291706" y="525995"/>
                  </a:moveTo>
                  <a:lnTo>
                    <a:pt x="69621" y="177419"/>
                  </a:lnTo>
                  <a:lnTo>
                    <a:pt x="0" y="221767"/>
                  </a:lnTo>
                  <a:lnTo>
                    <a:pt x="222084" y="570344"/>
                  </a:lnTo>
                  <a:lnTo>
                    <a:pt x="291706" y="525995"/>
                  </a:lnTo>
                  <a:close/>
                </a:path>
                <a:path w="545465" h="570865">
                  <a:moveTo>
                    <a:pt x="544969" y="462648"/>
                  </a:moveTo>
                  <a:lnTo>
                    <a:pt x="322884" y="114071"/>
                  </a:lnTo>
                  <a:lnTo>
                    <a:pt x="392493" y="69723"/>
                  </a:lnTo>
                  <a:lnTo>
                    <a:pt x="348081" y="0"/>
                  </a:lnTo>
                  <a:lnTo>
                    <a:pt x="208851" y="88709"/>
                  </a:lnTo>
                  <a:lnTo>
                    <a:pt x="253263" y="158419"/>
                  </a:lnTo>
                  <a:lnTo>
                    <a:pt x="475348" y="506996"/>
                  </a:lnTo>
                  <a:lnTo>
                    <a:pt x="544969" y="4626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79" name="object 833" descr=""/>
            <p:cNvPicPr/>
            <p:nvPr/>
          </p:nvPicPr>
          <p:blipFill>
            <a:blip r:embed="rId4"/>
            <a:stretch/>
          </p:blipFill>
          <p:spPr>
            <a:xfrm>
              <a:off x="11583360" y="7099920"/>
              <a:ext cx="316800" cy="279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80" name="object 834"/>
            <p:cNvSpPr/>
            <p:nvPr/>
          </p:nvSpPr>
          <p:spPr>
            <a:xfrm>
              <a:off x="10394280" y="7290360"/>
              <a:ext cx="1843200" cy="1184400"/>
            </a:xfrm>
            <a:custGeom>
              <a:avLst/>
              <a:gdLst>
                <a:gd name="textAreaLeft" fmla="*/ 0 w 1843200"/>
                <a:gd name="textAreaRight" fmla="*/ 1843560 w 1843200"/>
                <a:gd name="textAreaTop" fmla="*/ 0 h 1184400"/>
                <a:gd name="textAreaBottom" fmla="*/ 1184760 h 1184400"/>
              </a:gdLst>
              <a:ahLst/>
              <a:rect l="textAreaLeft" t="textAreaTop" r="textAreaRight" b="textAreaBottom"/>
              <a:pathLst>
                <a:path w="1843404" h="1184909">
                  <a:moveTo>
                    <a:pt x="322872" y="798169"/>
                  </a:moveTo>
                  <a:lnTo>
                    <a:pt x="278460" y="728446"/>
                  </a:lnTo>
                  <a:lnTo>
                    <a:pt x="0" y="905865"/>
                  </a:lnTo>
                  <a:lnTo>
                    <a:pt x="44411" y="975575"/>
                  </a:lnTo>
                  <a:lnTo>
                    <a:pt x="177673" y="1184719"/>
                  </a:lnTo>
                  <a:lnTo>
                    <a:pt x="247281" y="1140371"/>
                  </a:lnTo>
                  <a:lnTo>
                    <a:pt x="114033" y="931227"/>
                  </a:lnTo>
                  <a:lnTo>
                    <a:pt x="322872" y="798169"/>
                  </a:lnTo>
                  <a:close/>
                </a:path>
                <a:path w="1843404" h="1184909">
                  <a:moveTo>
                    <a:pt x="437083" y="823798"/>
                  </a:moveTo>
                  <a:lnTo>
                    <a:pt x="392607" y="753999"/>
                  </a:lnTo>
                  <a:lnTo>
                    <a:pt x="322999" y="798347"/>
                  </a:lnTo>
                  <a:lnTo>
                    <a:pt x="367474" y="868159"/>
                  </a:lnTo>
                  <a:lnTo>
                    <a:pt x="437083" y="823798"/>
                  </a:lnTo>
                  <a:close/>
                </a:path>
                <a:path w="1843404" h="1184909">
                  <a:moveTo>
                    <a:pt x="1842909" y="418833"/>
                  </a:moveTo>
                  <a:lnTo>
                    <a:pt x="1576070" y="0"/>
                  </a:lnTo>
                  <a:lnTo>
                    <a:pt x="1506448" y="44348"/>
                  </a:lnTo>
                  <a:lnTo>
                    <a:pt x="1773301" y="463181"/>
                  </a:lnTo>
                  <a:lnTo>
                    <a:pt x="1842909" y="41883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81" name="object 835" descr=""/>
            <p:cNvPicPr/>
            <p:nvPr/>
          </p:nvPicPr>
          <p:blipFill>
            <a:blip r:embed="rId5"/>
            <a:stretch/>
          </p:blipFill>
          <p:spPr>
            <a:xfrm>
              <a:off x="10641600" y="8386920"/>
              <a:ext cx="430920" cy="304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82" name="object 836"/>
            <p:cNvSpPr/>
            <p:nvPr/>
          </p:nvSpPr>
          <p:spPr>
            <a:xfrm>
              <a:off x="11072880" y="7753320"/>
              <a:ext cx="1336320" cy="1224000"/>
            </a:xfrm>
            <a:custGeom>
              <a:avLst/>
              <a:gdLst>
                <a:gd name="textAreaLeft" fmla="*/ 0 w 1336320"/>
                <a:gd name="textAreaRight" fmla="*/ 1336680 w 1336320"/>
                <a:gd name="textAreaTop" fmla="*/ 0 h 1224000"/>
                <a:gd name="textAreaBottom" fmla="*/ 1224360 h 1224000"/>
              </a:gdLst>
              <a:ahLst/>
              <a:rect l="textAreaLeft" t="textAreaTop" r="textAreaRight" b="textAreaBottom"/>
              <a:pathLst>
                <a:path w="1336675" h="1224279">
                  <a:moveTo>
                    <a:pt x="203034" y="1058672"/>
                  </a:moveTo>
                  <a:lnTo>
                    <a:pt x="69608" y="849261"/>
                  </a:lnTo>
                  <a:lnTo>
                    <a:pt x="0" y="893610"/>
                  </a:lnTo>
                  <a:lnTo>
                    <a:pt x="133413" y="1103020"/>
                  </a:lnTo>
                  <a:lnTo>
                    <a:pt x="203034" y="1058672"/>
                  </a:lnTo>
                  <a:close/>
                </a:path>
                <a:path w="1336675" h="1224279">
                  <a:moveTo>
                    <a:pt x="361594" y="1153934"/>
                  </a:moveTo>
                  <a:lnTo>
                    <a:pt x="272656" y="1014323"/>
                  </a:lnTo>
                  <a:lnTo>
                    <a:pt x="203034" y="1058672"/>
                  </a:lnTo>
                  <a:lnTo>
                    <a:pt x="291985" y="1198283"/>
                  </a:lnTo>
                  <a:lnTo>
                    <a:pt x="361594" y="1153934"/>
                  </a:lnTo>
                  <a:close/>
                </a:path>
                <a:path w="1336675" h="1224279">
                  <a:moveTo>
                    <a:pt x="545299" y="1135024"/>
                  </a:moveTo>
                  <a:lnTo>
                    <a:pt x="500824" y="1065225"/>
                  </a:lnTo>
                  <a:lnTo>
                    <a:pt x="361594" y="1153934"/>
                  </a:lnTo>
                  <a:lnTo>
                    <a:pt x="406069" y="1223733"/>
                  </a:lnTo>
                  <a:lnTo>
                    <a:pt x="545299" y="1135024"/>
                  </a:lnTo>
                  <a:close/>
                </a:path>
                <a:path w="1336675" h="1224279">
                  <a:moveTo>
                    <a:pt x="1216317" y="805662"/>
                  </a:moveTo>
                  <a:lnTo>
                    <a:pt x="1171841" y="735850"/>
                  </a:lnTo>
                  <a:lnTo>
                    <a:pt x="545299" y="1135024"/>
                  </a:lnTo>
                  <a:lnTo>
                    <a:pt x="589775" y="1204836"/>
                  </a:lnTo>
                  <a:lnTo>
                    <a:pt x="1216317" y="805662"/>
                  </a:lnTo>
                  <a:close/>
                </a:path>
                <a:path w="1336675" h="1224279">
                  <a:moveTo>
                    <a:pt x="1272400" y="279222"/>
                  </a:moveTo>
                  <a:lnTo>
                    <a:pt x="1094511" y="0"/>
                  </a:lnTo>
                  <a:lnTo>
                    <a:pt x="1024890" y="44348"/>
                  </a:lnTo>
                  <a:lnTo>
                    <a:pt x="1202791" y="323570"/>
                  </a:lnTo>
                  <a:lnTo>
                    <a:pt x="1272400" y="279222"/>
                  </a:lnTo>
                  <a:close/>
                </a:path>
                <a:path w="1336675" h="1224279">
                  <a:moveTo>
                    <a:pt x="1311071" y="647141"/>
                  </a:moveTo>
                  <a:lnTo>
                    <a:pt x="1266596" y="577342"/>
                  </a:lnTo>
                  <a:lnTo>
                    <a:pt x="1127366" y="666051"/>
                  </a:lnTo>
                  <a:lnTo>
                    <a:pt x="1171841" y="735850"/>
                  </a:lnTo>
                  <a:lnTo>
                    <a:pt x="1311071" y="647141"/>
                  </a:lnTo>
                  <a:close/>
                </a:path>
                <a:path w="1336675" h="1224279">
                  <a:moveTo>
                    <a:pt x="1336205" y="532993"/>
                  </a:moveTo>
                  <a:lnTo>
                    <a:pt x="1202791" y="323570"/>
                  </a:lnTo>
                  <a:lnTo>
                    <a:pt x="1133170" y="367919"/>
                  </a:lnTo>
                  <a:lnTo>
                    <a:pt x="1266596" y="577342"/>
                  </a:lnTo>
                  <a:lnTo>
                    <a:pt x="1336205" y="53299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83" name="object 837" descr=""/>
            <p:cNvPicPr/>
            <p:nvPr/>
          </p:nvPicPr>
          <p:blipFill>
            <a:blip r:embed="rId6"/>
            <a:stretch/>
          </p:blipFill>
          <p:spPr>
            <a:xfrm>
              <a:off x="10647360" y="8088480"/>
              <a:ext cx="342000" cy="164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84" name="object 838"/>
            <p:cNvSpPr/>
            <p:nvPr/>
          </p:nvSpPr>
          <p:spPr>
            <a:xfrm>
              <a:off x="10487160" y="6915240"/>
              <a:ext cx="1808280" cy="1390320"/>
            </a:xfrm>
            <a:custGeom>
              <a:avLst/>
              <a:gdLst>
                <a:gd name="textAreaLeft" fmla="*/ 0 w 1808280"/>
                <a:gd name="textAreaRight" fmla="*/ 1808640 w 1808280"/>
                <a:gd name="textAreaTop" fmla="*/ 0 h 1390320"/>
                <a:gd name="textAreaBottom" fmla="*/ 1390680 h 1390320"/>
              </a:gdLst>
              <a:ahLst/>
              <a:rect l="textAreaLeft" t="textAreaTop" r="textAreaRight" b="textAreaBottom"/>
              <a:pathLst>
                <a:path w="1808479" h="1390650">
                  <a:moveTo>
                    <a:pt x="603313" y="837666"/>
                  </a:moveTo>
                  <a:lnTo>
                    <a:pt x="69621" y="0"/>
                  </a:lnTo>
                  <a:lnTo>
                    <a:pt x="0" y="44348"/>
                  </a:lnTo>
                  <a:lnTo>
                    <a:pt x="533692" y="882015"/>
                  </a:lnTo>
                  <a:lnTo>
                    <a:pt x="603313" y="837666"/>
                  </a:lnTo>
                  <a:close/>
                </a:path>
                <a:path w="1808479" h="1390650">
                  <a:moveTo>
                    <a:pt x="926249" y="730059"/>
                  </a:moveTo>
                  <a:lnTo>
                    <a:pt x="659396" y="311226"/>
                  </a:lnTo>
                  <a:lnTo>
                    <a:pt x="589788" y="355574"/>
                  </a:lnTo>
                  <a:lnTo>
                    <a:pt x="856627" y="774407"/>
                  </a:lnTo>
                  <a:lnTo>
                    <a:pt x="926249" y="730059"/>
                  </a:lnTo>
                  <a:close/>
                </a:path>
                <a:path w="1808479" h="1390650">
                  <a:moveTo>
                    <a:pt x="1179563" y="666800"/>
                  </a:moveTo>
                  <a:lnTo>
                    <a:pt x="912723" y="247967"/>
                  </a:lnTo>
                  <a:lnTo>
                    <a:pt x="843102" y="292328"/>
                  </a:lnTo>
                  <a:lnTo>
                    <a:pt x="1109954" y="711149"/>
                  </a:lnTo>
                  <a:lnTo>
                    <a:pt x="1179563" y="666800"/>
                  </a:lnTo>
                  <a:close/>
                </a:path>
                <a:path w="1808479" h="1390650">
                  <a:moveTo>
                    <a:pt x="1343939" y="463931"/>
                  </a:moveTo>
                  <a:lnTo>
                    <a:pt x="1210513" y="254520"/>
                  </a:lnTo>
                  <a:lnTo>
                    <a:pt x="1140891" y="298869"/>
                  </a:lnTo>
                  <a:lnTo>
                    <a:pt x="1274318" y="508292"/>
                  </a:lnTo>
                  <a:lnTo>
                    <a:pt x="1343939" y="463931"/>
                  </a:lnTo>
                  <a:close/>
                </a:path>
                <a:path w="1808479" h="1390650">
                  <a:moveTo>
                    <a:pt x="1680400" y="838415"/>
                  </a:moveTo>
                  <a:lnTo>
                    <a:pt x="1413548" y="419582"/>
                  </a:lnTo>
                  <a:lnTo>
                    <a:pt x="1343939" y="463931"/>
                  </a:lnTo>
                  <a:lnTo>
                    <a:pt x="1610779" y="882764"/>
                  </a:lnTo>
                  <a:lnTo>
                    <a:pt x="1680400" y="838415"/>
                  </a:lnTo>
                  <a:close/>
                </a:path>
                <a:path w="1808479" h="1390650">
                  <a:moveTo>
                    <a:pt x="1788680" y="1161986"/>
                  </a:moveTo>
                  <a:lnTo>
                    <a:pt x="1610779" y="882764"/>
                  </a:lnTo>
                  <a:lnTo>
                    <a:pt x="1541170" y="927125"/>
                  </a:lnTo>
                  <a:lnTo>
                    <a:pt x="1719059" y="1206334"/>
                  </a:lnTo>
                  <a:lnTo>
                    <a:pt x="1788680" y="1161986"/>
                  </a:lnTo>
                  <a:close/>
                </a:path>
                <a:path w="1808479" h="1390650">
                  <a:moveTo>
                    <a:pt x="1808010" y="1345946"/>
                  </a:moveTo>
                  <a:lnTo>
                    <a:pt x="1719059" y="1206334"/>
                  </a:lnTo>
                  <a:lnTo>
                    <a:pt x="1649450" y="1250696"/>
                  </a:lnTo>
                  <a:lnTo>
                    <a:pt x="1738388" y="1390307"/>
                  </a:lnTo>
                  <a:lnTo>
                    <a:pt x="1808010" y="134594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6" name="object 3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987" name="object 19"/>
          <p:cNvSpPr/>
          <p:nvPr/>
        </p:nvSpPr>
        <p:spPr>
          <a:xfrm>
            <a:off x="11704320" y="94680"/>
            <a:ext cx="6361200" cy="623160"/>
          </a:xfrm>
          <a:custGeom>
            <a:avLst/>
            <a:gdLst>
              <a:gd name="textAreaLeft" fmla="*/ 0 w 6361200"/>
              <a:gd name="textAreaRight" fmla="*/ 6361560 w 636120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6361430" h="623570">
                <a:moveTo>
                  <a:pt x="6205277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6205277" y="0"/>
                </a:lnTo>
                <a:lnTo>
                  <a:pt x="6254551" y="7947"/>
                </a:lnTo>
                <a:lnTo>
                  <a:pt x="6297345" y="30078"/>
                </a:lnTo>
                <a:lnTo>
                  <a:pt x="6331091" y="63824"/>
                </a:lnTo>
                <a:lnTo>
                  <a:pt x="6353221" y="106618"/>
                </a:lnTo>
                <a:lnTo>
                  <a:pt x="6361169" y="155892"/>
                </a:lnTo>
                <a:lnTo>
                  <a:pt x="6361169" y="467676"/>
                </a:lnTo>
                <a:lnTo>
                  <a:pt x="6353221" y="516950"/>
                </a:lnTo>
                <a:lnTo>
                  <a:pt x="6331091" y="559744"/>
                </a:lnTo>
                <a:lnTo>
                  <a:pt x="6297345" y="593490"/>
                </a:lnTo>
                <a:lnTo>
                  <a:pt x="6254551" y="615621"/>
                </a:lnTo>
                <a:lnTo>
                  <a:pt x="6205277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object 20"/>
          <p:cNvSpPr/>
          <p:nvPr/>
        </p:nvSpPr>
        <p:spPr>
          <a:xfrm>
            <a:off x="11838960" y="120960"/>
            <a:ext cx="609192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114" strike="noStrike">
                <a:solidFill>
                  <a:srgbClr val="000000"/>
                </a:solidFill>
                <a:latin typeface="Century"/>
              </a:rPr>
              <a:t>Stage2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31" strike="noStrike">
                <a:solidFill>
                  <a:srgbClr val="000000"/>
                </a:solidFill>
                <a:latin typeface="Century"/>
              </a:rPr>
              <a:t>Versioning</a:t>
            </a:r>
            <a:r>
              <a:rPr b="0" lang="en-IN" sz="29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4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Storage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object 6"/>
          <p:cNvSpPr/>
          <p:nvPr/>
        </p:nvSpPr>
        <p:spPr>
          <a:xfrm>
            <a:off x="107280" y="151776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3349080" y="1269360"/>
            <a:ext cx="1107972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00be62"/>
                </a:solidFill>
                <a:latin typeface="Century"/>
              </a:rPr>
              <a:t>DVC</a:t>
            </a:r>
            <a:r>
              <a:rPr b="0" lang="en-IN" sz="5900" spc="3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00be62"/>
                </a:solidFill>
                <a:latin typeface="Century"/>
              </a:rPr>
              <a:t>–</a:t>
            </a:r>
            <a:r>
              <a:rPr b="0" lang="en-IN" sz="5900" spc="3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26" strike="noStrike">
                <a:solidFill>
                  <a:srgbClr val="00be62"/>
                </a:solidFill>
                <a:latin typeface="Century"/>
              </a:rPr>
              <a:t>Data</a:t>
            </a:r>
            <a:r>
              <a:rPr b="0" lang="en-IN" sz="5900" spc="3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1" strike="noStrike">
                <a:solidFill>
                  <a:srgbClr val="00be62"/>
                </a:solidFill>
                <a:latin typeface="Century"/>
              </a:rPr>
              <a:t>&amp;</a:t>
            </a:r>
            <a:r>
              <a:rPr b="0" lang="en-IN" sz="5900" spc="3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35" strike="noStrike">
                <a:solidFill>
                  <a:srgbClr val="00be62"/>
                </a:solidFill>
                <a:latin typeface="Century"/>
              </a:rPr>
              <a:t>Model</a:t>
            </a:r>
            <a:r>
              <a:rPr b="0" lang="en-IN" sz="5900" spc="3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5900" spc="-177" strike="noStrike">
                <a:solidFill>
                  <a:srgbClr val="00be62"/>
                </a:solidFill>
                <a:latin typeface="Century"/>
              </a:rPr>
              <a:t>Versioning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1" name="object 7"/>
          <p:cNvSpPr/>
          <p:nvPr/>
        </p:nvSpPr>
        <p:spPr>
          <a:xfrm>
            <a:off x="361080" y="2621880"/>
            <a:ext cx="2623320" cy="26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5120" bIns="0" anchor="t">
            <a:spAutoFit/>
          </a:bodyPr>
          <a:p>
            <a:pPr marL="36360">
              <a:lnSpc>
                <a:spcPct val="100000"/>
              </a:lnSpc>
              <a:spcBef>
                <a:spcPts val="2245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What</a:t>
            </a:r>
            <a:r>
              <a:rPr b="0" lang="en-IN" sz="3300" spc="9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is</a:t>
            </a:r>
            <a:r>
              <a:rPr b="0" lang="en-IN" sz="3300" spc="1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9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4000"/>
              </a:lnSpc>
              <a:spcBef>
                <a:spcPts val="1976"/>
              </a:spcBef>
              <a:tabLst>
                <a:tab algn="l" pos="1251000"/>
                <a:tab algn="l" pos="1488960"/>
              </a:tabLst>
            </a:pP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DVC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tracks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trained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object 8"/>
          <p:cNvSpPr/>
          <p:nvPr/>
        </p:nvSpPr>
        <p:spPr>
          <a:xfrm>
            <a:off x="3477600" y="4193280"/>
            <a:ext cx="15541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machine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object 9"/>
          <p:cNvSpPr/>
          <p:nvPr/>
        </p:nvSpPr>
        <p:spPr>
          <a:xfrm>
            <a:off x="361080" y="4717080"/>
            <a:ext cx="304776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learning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models.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4" name="object 4" descr=""/>
          <p:cNvPicPr/>
          <p:nvPr/>
        </p:nvPicPr>
        <p:blipFill>
          <a:blip r:embed="rId2"/>
          <a:stretch/>
        </p:blipFill>
        <p:spPr>
          <a:xfrm>
            <a:off x="5227200" y="2557800"/>
            <a:ext cx="7829280" cy="6019560"/>
          </a:xfrm>
          <a:prstGeom prst="rect">
            <a:avLst/>
          </a:prstGeom>
          <a:ln w="0">
            <a:noFill/>
          </a:ln>
        </p:spPr>
      </p:pic>
      <p:sp>
        <p:nvSpPr>
          <p:cNvPr id="995" name="object 10"/>
          <p:cNvSpPr/>
          <p:nvPr/>
        </p:nvSpPr>
        <p:spPr>
          <a:xfrm>
            <a:off x="3493800" y="2553120"/>
            <a:ext cx="11160360" cy="16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9858240">
              <a:lnSpc>
                <a:spcPct val="115000"/>
              </a:lnSpc>
              <a:spcBef>
                <a:spcPts val="99"/>
              </a:spcBef>
            </a:pP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How</a:t>
            </a:r>
            <a:r>
              <a:rPr b="0" lang="en-IN" sz="3300" spc="-140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cbfde"/>
                </a:solidFill>
                <a:latin typeface="Century"/>
              </a:rPr>
              <a:t>it </a:t>
            </a:r>
            <a:r>
              <a:rPr b="0" lang="en-IN" sz="3300" spc="-75" strike="noStrike">
                <a:solidFill>
                  <a:srgbClr val="0cbfde"/>
                </a:solidFill>
                <a:latin typeface="Century"/>
              </a:rPr>
              <a:t>helps</a:t>
            </a:r>
            <a:r>
              <a:rPr b="0" lang="en-IN" sz="3300" spc="-126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600"/>
              </a:lnSpc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datasets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object 11"/>
          <p:cNvSpPr/>
          <p:nvPr/>
        </p:nvSpPr>
        <p:spPr>
          <a:xfrm>
            <a:off x="13403880" y="4157640"/>
            <a:ext cx="453024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1775520"/>
                <a:tab algn="l" pos="3035160"/>
              </a:tabLst>
            </a:pP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When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emotion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object 12"/>
          <p:cNvSpPr/>
          <p:nvPr/>
        </p:nvSpPr>
        <p:spPr>
          <a:xfrm>
            <a:off x="13403880" y="4681440"/>
            <a:ext cx="453024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dataset</a:t>
            </a:r>
            <a:r>
              <a:rPr b="0" lang="en-IN" sz="3300" spc="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or</a:t>
            </a:r>
            <a:r>
              <a:rPr b="0" lang="en-IN" sz="3300" spc="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LSTM</a:t>
            </a:r>
            <a:r>
              <a:rPr b="0" lang="en-IN" sz="3300" spc="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model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object 14"/>
          <p:cNvSpPr/>
          <p:nvPr/>
        </p:nvSpPr>
        <p:spPr>
          <a:xfrm>
            <a:off x="13403880" y="5205240"/>
            <a:ext cx="2760480" cy="20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4119"/>
              </a:lnSpc>
              <a:spcBef>
                <a:spcPts val="99"/>
              </a:spcBef>
              <a:tabLst>
                <a:tab algn="l" pos="1123920"/>
                <a:tab algn="l" pos="2007720"/>
              </a:tabLst>
            </a:pP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updated,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ensures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the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  <a:tabLst>
                <a:tab algn="l" pos="2044800"/>
              </a:tabLst>
            </a:pP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dataset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	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and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object 13"/>
          <p:cNvSpPr/>
          <p:nvPr/>
        </p:nvSpPr>
        <p:spPr>
          <a:xfrm>
            <a:off x="16634160" y="5205240"/>
            <a:ext cx="1299960" cy="15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4880">
              <a:lnSpc>
                <a:spcPct val="100000"/>
              </a:lnSpc>
              <a:spcBef>
                <a:spcPts val="99"/>
              </a:spcBef>
            </a:pP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DVC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4"/>
              </a:spcBef>
            </a:pP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correct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object 17"/>
          <p:cNvSpPr/>
          <p:nvPr/>
        </p:nvSpPr>
        <p:spPr>
          <a:xfrm>
            <a:off x="489240" y="5933520"/>
            <a:ext cx="3812760" cy="23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056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264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Why</a:t>
            </a:r>
            <a:r>
              <a:rPr b="0" lang="en-IN" sz="3300" spc="77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to</a:t>
            </a:r>
            <a:r>
              <a:rPr b="0" lang="en-IN" sz="3300" spc="77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cbfde"/>
                </a:solidFill>
                <a:latin typeface="Century"/>
              </a:rPr>
              <a:t>use</a:t>
            </a:r>
            <a:r>
              <a:rPr b="0" lang="en-IN" sz="3300" spc="77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ct val="104000"/>
              </a:lnSpc>
              <a:spcBef>
                <a:spcPts val="1001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Machine</a:t>
            </a:r>
            <a:r>
              <a:rPr b="0" lang="en-IN" sz="3300" spc="707" strike="noStrike">
                <a:solidFill>
                  <a:srgbClr val="000000"/>
                </a:solidFill>
                <a:latin typeface="Century"/>
              </a:rPr>
              <a:t>   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learning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depends</a:t>
            </a:r>
            <a:r>
              <a:rPr b="0" lang="en-IN" sz="3300" spc="789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on</a:t>
            </a:r>
            <a:r>
              <a:rPr b="0" lang="en-IN" sz="3300" spc="789" strike="noStrike">
                <a:solidFill>
                  <a:srgbClr val="000000"/>
                </a:solidFill>
                <a:latin typeface="Century"/>
              </a:rPr>
              <a:t> 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both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code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data.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object 15"/>
          <p:cNvSpPr/>
          <p:nvPr/>
        </p:nvSpPr>
        <p:spPr>
          <a:xfrm>
            <a:off x="16804440" y="6252840"/>
            <a:ext cx="113004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model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object 16"/>
          <p:cNvSpPr/>
          <p:nvPr/>
        </p:nvSpPr>
        <p:spPr>
          <a:xfrm>
            <a:off x="13403880" y="6777000"/>
            <a:ext cx="4530240" cy="10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240" bIns="0" anchor="t">
            <a:spAutoFit/>
          </a:bodyPr>
          <a:p>
            <a:pPr marL="12600">
              <a:lnSpc>
                <a:spcPts val="4130"/>
              </a:lnSpc>
              <a:spcBef>
                <a:spcPts val="26"/>
              </a:spcBef>
            </a:pP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versions</a:t>
            </a:r>
            <a:r>
              <a:rPr b="0" lang="en-IN" sz="3300" spc="25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are</a:t>
            </a:r>
            <a:r>
              <a:rPr b="0" lang="en-IN" sz="3300" spc="2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linked</a:t>
            </a:r>
            <a:r>
              <a:rPr b="0" lang="en-IN" sz="3300" spc="26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and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reproducible.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object 18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625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05" name="object 3"/>
          <p:cNvGrpSpPr/>
          <p:nvPr/>
        </p:nvGrpSpPr>
        <p:grpSpPr>
          <a:xfrm>
            <a:off x="43560" y="0"/>
            <a:ext cx="18244080" cy="10170000"/>
            <a:chOff x="43560" y="0"/>
            <a:chExt cx="18244080" cy="10170000"/>
          </a:xfrm>
        </p:grpSpPr>
        <p:pic>
          <p:nvPicPr>
            <p:cNvPr id="1006" name="object 4" descr=""/>
            <p:cNvPicPr/>
            <p:nvPr/>
          </p:nvPicPr>
          <p:blipFill>
            <a:blip r:embed="rId1"/>
            <a:stretch/>
          </p:blipFill>
          <p:spPr>
            <a:xfrm>
              <a:off x="43560" y="2179080"/>
              <a:ext cx="13372560" cy="7324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07" name="object 5" descr=""/>
            <p:cNvPicPr/>
            <p:nvPr/>
          </p:nvPicPr>
          <p:blipFill>
            <a:blip r:embed="rId2"/>
            <a:stretch/>
          </p:blipFill>
          <p:spPr>
            <a:xfrm>
              <a:off x="13414680" y="0"/>
              <a:ext cx="4872960" cy="10170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08" name="object 9"/>
          <p:cNvSpPr/>
          <p:nvPr/>
        </p:nvSpPr>
        <p:spPr>
          <a:xfrm>
            <a:off x="11704320" y="94680"/>
            <a:ext cx="6361200" cy="623160"/>
          </a:xfrm>
          <a:custGeom>
            <a:avLst/>
            <a:gdLst>
              <a:gd name="textAreaLeft" fmla="*/ 0 w 6361200"/>
              <a:gd name="textAreaRight" fmla="*/ 6361560 w 636120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6361430" h="623570">
                <a:moveTo>
                  <a:pt x="6205277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6205277" y="0"/>
                </a:lnTo>
                <a:lnTo>
                  <a:pt x="6254551" y="7947"/>
                </a:lnTo>
                <a:lnTo>
                  <a:pt x="6297345" y="30078"/>
                </a:lnTo>
                <a:lnTo>
                  <a:pt x="6331091" y="63824"/>
                </a:lnTo>
                <a:lnTo>
                  <a:pt x="6353221" y="106618"/>
                </a:lnTo>
                <a:lnTo>
                  <a:pt x="6361169" y="155892"/>
                </a:lnTo>
                <a:lnTo>
                  <a:pt x="6361169" y="467676"/>
                </a:lnTo>
                <a:lnTo>
                  <a:pt x="6353221" y="516950"/>
                </a:lnTo>
                <a:lnTo>
                  <a:pt x="6331091" y="559744"/>
                </a:lnTo>
                <a:lnTo>
                  <a:pt x="6297345" y="593490"/>
                </a:lnTo>
                <a:lnTo>
                  <a:pt x="6254551" y="615621"/>
                </a:lnTo>
                <a:lnTo>
                  <a:pt x="6205277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object 10"/>
          <p:cNvSpPr/>
          <p:nvPr/>
        </p:nvSpPr>
        <p:spPr>
          <a:xfrm>
            <a:off x="11838960" y="120960"/>
            <a:ext cx="609192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114" strike="noStrike">
                <a:solidFill>
                  <a:srgbClr val="000000"/>
                </a:solidFill>
                <a:latin typeface="Century"/>
              </a:rPr>
              <a:t>Stage2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31" strike="noStrike">
                <a:solidFill>
                  <a:srgbClr val="000000"/>
                </a:solidFill>
                <a:latin typeface="Century"/>
              </a:rPr>
              <a:t>Versioning</a:t>
            </a:r>
            <a:r>
              <a:rPr b="0" lang="en-IN" sz="29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4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9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Storage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431280" y="995400"/>
            <a:ext cx="1107972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" strike="noStrike">
                <a:solidFill>
                  <a:srgbClr val="bf0000"/>
                </a:solidFill>
                <a:latin typeface="Century"/>
              </a:rPr>
              <a:t>DVC</a:t>
            </a:r>
            <a:r>
              <a:rPr b="0" lang="en-IN" sz="5900" spc="3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bf0000"/>
                </a:solidFill>
                <a:latin typeface="Century"/>
              </a:rPr>
              <a:t>–</a:t>
            </a:r>
            <a:r>
              <a:rPr b="0" lang="en-IN" sz="5900" spc="3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26" strike="noStrike">
                <a:solidFill>
                  <a:srgbClr val="bf0000"/>
                </a:solidFill>
                <a:latin typeface="Century"/>
              </a:rPr>
              <a:t>Data</a:t>
            </a:r>
            <a:r>
              <a:rPr b="0" lang="en-IN" sz="5900" spc="3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1" strike="noStrike">
                <a:solidFill>
                  <a:srgbClr val="bf0000"/>
                </a:solidFill>
                <a:latin typeface="Century"/>
              </a:rPr>
              <a:t>&amp;</a:t>
            </a:r>
            <a:r>
              <a:rPr b="0" lang="en-IN" sz="5900" spc="3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35" strike="noStrike">
                <a:solidFill>
                  <a:srgbClr val="bf0000"/>
                </a:solidFill>
                <a:latin typeface="Century"/>
              </a:rPr>
              <a:t>Model</a:t>
            </a:r>
            <a:r>
              <a:rPr b="0" lang="en-IN" sz="5900" spc="3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177" strike="noStrike">
                <a:solidFill>
                  <a:srgbClr val="bf0000"/>
                </a:solidFill>
                <a:latin typeface="Century"/>
              </a:rPr>
              <a:t>Versioning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1" name="object 8"/>
          <p:cNvSpPr/>
          <p:nvPr/>
        </p:nvSpPr>
        <p:spPr>
          <a:xfrm>
            <a:off x="13621320" y="9044280"/>
            <a:ext cx="453168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0" lang="en-IN" sz="4850" spc="-1" strike="noStrike">
                <a:solidFill>
                  <a:srgbClr val="bf0000"/>
                </a:solidFill>
                <a:latin typeface="Century"/>
              </a:rPr>
              <a:t>DVC</a:t>
            </a:r>
            <a:r>
              <a:rPr b="0" lang="en-IN" sz="4850" spc="279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4850" spc="-270" strike="noStrike">
                <a:solidFill>
                  <a:srgbClr val="bf0000"/>
                </a:solidFill>
                <a:latin typeface="Century"/>
              </a:rPr>
              <a:t>–</a:t>
            </a:r>
            <a:r>
              <a:rPr b="0" lang="en-IN" sz="4850" spc="293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4850" spc="-185" strike="noStrike">
                <a:solidFill>
                  <a:srgbClr val="bf0000"/>
                </a:solidFill>
                <a:latin typeface="Century"/>
              </a:rPr>
              <a:t>Pipelines</a:t>
            </a:r>
            <a:endParaRPr b="0" lang="en-IN" sz="4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object 6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object 4"/>
          <p:cNvSpPr/>
          <p:nvPr/>
        </p:nvSpPr>
        <p:spPr>
          <a:xfrm>
            <a:off x="11642760" y="94680"/>
            <a:ext cx="6483600" cy="623160"/>
          </a:xfrm>
          <a:custGeom>
            <a:avLst/>
            <a:gdLst>
              <a:gd name="textAreaLeft" fmla="*/ 0 w 6483600"/>
              <a:gd name="textAreaRight" fmla="*/ 6483960 w 648360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6483984" h="623570">
                <a:moveTo>
                  <a:pt x="6327762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6327762" y="0"/>
                </a:lnTo>
                <a:lnTo>
                  <a:pt x="6377036" y="7947"/>
                </a:lnTo>
                <a:lnTo>
                  <a:pt x="6419830" y="30078"/>
                </a:lnTo>
                <a:lnTo>
                  <a:pt x="6453576" y="63824"/>
                </a:lnTo>
                <a:lnTo>
                  <a:pt x="6475707" y="106618"/>
                </a:lnTo>
                <a:lnTo>
                  <a:pt x="6483654" y="155892"/>
                </a:lnTo>
                <a:lnTo>
                  <a:pt x="6483654" y="467676"/>
                </a:lnTo>
                <a:lnTo>
                  <a:pt x="6475707" y="516950"/>
                </a:lnTo>
                <a:lnTo>
                  <a:pt x="6453576" y="559744"/>
                </a:lnTo>
                <a:lnTo>
                  <a:pt x="6419830" y="593490"/>
                </a:lnTo>
                <a:lnTo>
                  <a:pt x="6377036" y="615621"/>
                </a:lnTo>
                <a:lnTo>
                  <a:pt x="6327762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11777400" y="120960"/>
            <a:ext cx="621432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2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Data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31" strike="noStrike">
                <a:solidFill>
                  <a:schemeClr val="dk1"/>
                </a:solidFill>
                <a:latin typeface="Century"/>
              </a:rPr>
              <a:t>Versioning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41" strike="noStrike">
                <a:solidFill>
                  <a:schemeClr val="dk1"/>
                </a:solidFill>
                <a:latin typeface="Century"/>
              </a:rPr>
              <a:t>and</a:t>
            </a:r>
            <a:r>
              <a:rPr b="0" lang="en-IN" sz="2900" spc="-5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Storage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15" name="object 2" descr=""/>
          <p:cNvPicPr/>
          <p:nvPr/>
        </p:nvPicPr>
        <p:blipFill>
          <a:blip r:embed="rId1"/>
          <a:stretch/>
        </p:blipFill>
        <p:spPr>
          <a:xfrm>
            <a:off x="4320" y="1027440"/>
            <a:ext cx="17945280" cy="9256320"/>
          </a:xfrm>
          <a:prstGeom prst="rect">
            <a:avLst/>
          </a:prstGeom>
          <a:ln w="0">
            <a:noFill/>
          </a:ln>
        </p:spPr>
      </p:pic>
      <p:sp>
        <p:nvSpPr>
          <p:cNvPr id="1016" name="object 6"/>
          <p:cNvSpPr/>
          <p:nvPr/>
        </p:nvSpPr>
        <p:spPr>
          <a:xfrm>
            <a:off x="2131560" y="1232640"/>
            <a:ext cx="14018040" cy="12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b="0" lang="en-IN" sz="4200" spc="-137" strike="noStrike">
                <a:solidFill>
                  <a:srgbClr val="000000"/>
                </a:solidFill>
                <a:latin typeface="Century"/>
              </a:rPr>
              <a:t>Remember</a:t>
            </a:r>
            <a:r>
              <a:rPr b="0" lang="en-IN" sz="42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165" strike="noStrike">
                <a:solidFill>
                  <a:srgbClr val="000000"/>
                </a:solidFill>
                <a:latin typeface="Century"/>
              </a:rPr>
              <a:t>Versioning</a:t>
            </a:r>
            <a:r>
              <a:rPr b="0" lang="en-IN" sz="4200" spc="-4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26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4200" spc="-4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4200" spc="-4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1" strike="noStrike">
                <a:solidFill>
                  <a:srgbClr val="000000"/>
                </a:solidFill>
                <a:latin typeface="Century"/>
              </a:rPr>
              <a:t>NOT</a:t>
            </a:r>
            <a:r>
              <a:rPr b="0" lang="en-IN" sz="42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262" strike="noStrike">
                <a:solidFill>
                  <a:srgbClr val="000000"/>
                </a:solidFill>
                <a:latin typeface="Century"/>
              </a:rPr>
              <a:t>same</a:t>
            </a:r>
            <a:r>
              <a:rPr b="0" lang="en-IN" sz="42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270" strike="noStrike">
                <a:solidFill>
                  <a:srgbClr val="000000"/>
                </a:solidFill>
                <a:latin typeface="Century"/>
              </a:rPr>
              <a:t>as</a:t>
            </a:r>
            <a:r>
              <a:rPr b="0" lang="en-IN" sz="42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106" strike="noStrike">
                <a:solidFill>
                  <a:srgbClr val="000000"/>
                </a:solidFill>
                <a:latin typeface="Century"/>
              </a:rPr>
              <a:t>storing</a:t>
            </a:r>
            <a:r>
              <a:rPr b="0" lang="en-IN" sz="4200" spc="-4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35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4200" spc="-4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200" spc="-26" strike="noStrike">
                <a:solidFill>
                  <a:srgbClr val="000000"/>
                </a:solidFill>
                <a:latin typeface="Century"/>
              </a:rPr>
              <a:t>!!!</a:t>
            </a:r>
            <a:endParaRPr b="0" lang="en-IN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object 3"/>
          <p:cNvSpPr/>
          <p:nvPr/>
        </p:nvSpPr>
        <p:spPr>
          <a:xfrm>
            <a:off x="2454480" y="2579760"/>
            <a:ext cx="13525920" cy="65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0840" indent="-318600">
              <a:lnSpc>
                <a:spcPct val="116000"/>
              </a:lnSpc>
              <a:spcBef>
                <a:spcPts val="99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1" lang="en-IN" sz="2800" spc="-35" strike="noStrike" u="sng">
                <a:solidFill>
                  <a:srgbClr val="0000ff"/>
                </a:solidFill>
                <a:uFillTx/>
                <a:latin typeface="Book Antiqua"/>
                <a:hlinkClick r:id="rId2"/>
              </a:rPr>
              <a:t>lakeFS</a:t>
            </a:r>
            <a:r>
              <a:rPr b="1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–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40" strike="noStrike">
                <a:solidFill>
                  <a:srgbClr val="000000"/>
                </a:solidFill>
                <a:latin typeface="Book Antiqua"/>
              </a:rPr>
              <a:t>An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open-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source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management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platform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that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transforms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52" strike="noStrike">
                <a:solidFill>
                  <a:srgbClr val="000000"/>
                </a:solidFill>
                <a:latin typeface="Book Antiqua"/>
              </a:rPr>
              <a:t>object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storage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(like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276" strike="noStrike">
                <a:solidFill>
                  <a:srgbClr val="000000"/>
                </a:solidFill>
                <a:latin typeface="Book Antiqua"/>
              </a:rPr>
              <a:t>AWS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S3,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Google </a:t>
            </a:r>
            <a:r>
              <a:rPr b="0" lang="en-IN" sz="2800" spc="-97" strike="noStrike">
                <a:solidFill>
                  <a:srgbClr val="000000"/>
                </a:solidFill>
                <a:latin typeface="Book Antiqua"/>
              </a:rPr>
              <a:t>Cloud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Storage,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or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75" strike="noStrike">
                <a:solidFill>
                  <a:srgbClr val="000000"/>
                </a:solidFill>
                <a:latin typeface="Book Antiqua"/>
              </a:rPr>
              <a:t>Azure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Blob)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into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80" strike="noStrike">
                <a:solidFill>
                  <a:srgbClr val="000000"/>
                </a:solidFill>
                <a:latin typeface="Book Antiqua"/>
              </a:rPr>
              <a:t>Git-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like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repository.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1" lang="en-IN" sz="2800" spc="-1" strike="noStrike">
                <a:solidFill>
                  <a:srgbClr val="000000"/>
                </a:solidFill>
                <a:latin typeface="Book Antiqua"/>
              </a:rPr>
              <a:t>Pachyderm</a:t>
            </a:r>
            <a:r>
              <a:rPr b="1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–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30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containerized,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46" strike="noStrike">
                <a:solidFill>
                  <a:srgbClr val="000000"/>
                </a:solidFill>
                <a:latin typeface="Book Antiqua"/>
              </a:rPr>
              <a:t>data-</a:t>
            </a:r>
            <a:r>
              <a:rPr b="0" lang="en-IN" sz="2800" spc="63" strike="noStrike">
                <a:solidFill>
                  <a:srgbClr val="000000"/>
                </a:solidFill>
                <a:latin typeface="Book Antiqua"/>
              </a:rPr>
              <a:t>centric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platform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built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on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Docker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and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Kubernetes.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1" lang="en-IN" sz="2800" spc="-114" strike="noStrike">
                <a:solidFill>
                  <a:srgbClr val="000000"/>
                </a:solidFill>
                <a:latin typeface="Book Antiqua"/>
              </a:rPr>
              <a:t>Dolt</a:t>
            </a:r>
            <a:r>
              <a:rPr b="1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–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30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relational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45" strike="noStrike">
                <a:solidFill>
                  <a:srgbClr val="000000"/>
                </a:solidFill>
                <a:latin typeface="Book Antiqua"/>
              </a:rPr>
              <a:t>SQL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database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that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97" strike="noStrike">
                <a:solidFill>
                  <a:srgbClr val="000000"/>
                </a:solidFill>
                <a:latin typeface="Book Antiqua"/>
              </a:rPr>
              <a:t>you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63" strike="noStrike">
                <a:solidFill>
                  <a:srgbClr val="000000"/>
                </a:solidFill>
                <a:latin typeface="Book Antiqua"/>
              </a:rPr>
              <a:t>can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clone,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fork,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58" strike="noStrike">
                <a:solidFill>
                  <a:srgbClr val="000000"/>
                </a:solidFill>
                <a:latin typeface="Book Antiqua"/>
              </a:rPr>
              <a:t>branch,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merge,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push,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and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pull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exactly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like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Git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repository.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It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versions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tables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rather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than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raw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files.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1" lang="en-IN" sz="2800" spc="-66" strike="noStrike">
                <a:solidFill>
                  <a:srgbClr val="000000"/>
                </a:solidFill>
                <a:latin typeface="Book Antiqua"/>
              </a:rPr>
              <a:t>Delta</a:t>
            </a:r>
            <a:r>
              <a:rPr b="1" lang="en-IN" sz="2800" spc="-6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-1" strike="noStrike">
                <a:solidFill>
                  <a:srgbClr val="000000"/>
                </a:solidFill>
                <a:latin typeface="Book Antiqua"/>
              </a:rPr>
              <a:t>Lake</a:t>
            </a:r>
            <a:r>
              <a:rPr b="1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194" strike="noStrike">
                <a:solidFill>
                  <a:srgbClr val="000000"/>
                </a:solidFill>
                <a:latin typeface="Book Antiqua"/>
              </a:rPr>
              <a:t>/</a:t>
            </a:r>
            <a:r>
              <a:rPr b="1" lang="en-IN" sz="2800" spc="-6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-21" strike="noStrike">
                <a:solidFill>
                  <a:srgbClr val="000000"/>
                </a:solidFill>
                <a:latin typeface="Book Antiqua"/>
              </a:rPr>
              <a:t>Apache</a:t>
            </a:r>
            <a:r>
              <a:rPr b="1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-1" strike="noStrike">
                <a:solidFill>
                  <a:srgbClr val="000000"/>
                </a:solidFill>
                <a:latin typeface="Book Antiqua"/>
              </a:rPr>
              <a:t>Iceberg</a:t>
            </a:r>
            <a:r>
              <a:rPr b="1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–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Open-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source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storage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frameworks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that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bring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ACID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transactions and time-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travel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 version control</a:t>
            </a:r>
            <a:r>
              <a:rPr b="0" lang="en-IN" sz="2800" spc="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 Spark, Presto, and large</a:t>
            </a:r>
            <a:r>
              <a:rPr b="0" lang="en-IN" sz="2800" spc="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tabular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data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formats.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1" lang="en-IN" sz="2800" spc="-171" strike="noStrike" u="sng">
                <a:solidFill>
                  <a:srgbClr val="0000ff"/>
                </a:solidFill>
                <a:uFillTx/>
                <a:latin typeface="Book Antiqua"/>
                <a:hlinkClick r:id="rId3"/>
              </a:rPr>
              <a:t>Git</a:t>
            </a:r>
            <a:r>
              <a:rPr b="1" lang="en-IN" sz="2800" spc="-60" strike="noStrike" u="sng">
                <a:solidFill>
                  <a:srgbClr val="0000ff"/>
                </a:solidFill>
                <a:uFillTx/>
                <a:latin typeface="Book Antiqua"/>
                <a:hlinkClick r:id="rId4"/>
              </a:rPr>
              <a:t> </a:t>
            </a:r>
            <a:r>
              <a:rPr b="1" lang="en-IN" sz="2800" spc="-111" strike="noStrike" u="sng">
                <a:solidFill>
                  <a:srgbClr val="0000ff"/>
                </a:solidFill>
                <a:uFillTx/>
                <a:latin typeface="Book Antiqua"/>
                <a:hlinkClick r:id="rId5"/>
              </a:rPr>
              <a:t>LFS</a:t>
            </a:r>
            <a:r>
              <a:rPr b="1" lang="en-IN" sz="2800" spc="-55" strike="noStrike" u="sng">
                <a:solidFill>
                  <a:srgbClr val="0000ff"/>
                </a:solidFill>
                <a:uFillTx/>
                <a:latin typeface="Book Antiqua"/>
                <a:hlinkClick r:id="rId6"/>
              </a:rPr>
              <a:t> </a:t>
            </a:r>
            <a:r>
              <a:rPr b="1" lang="en-IN" sz="2800" spc="-1" strike="noStrike" u="sng">
                <a:solidFill>
                  <a:srgbClr val="0000ff"/>
                </a:solidFill>
                <a:uFillTx/>
                <a:latin typeface="Book Antiqua"/>
                <a:hlinkClick r:id="rId7"/>
              </a:rPr>
              <a:t>(Large</a:t>
            </a:r>
            <a:r>
              <a:rPr b="1" lang="en-IN" sz="2800" spc="-55" strike="noStrike" u="sng">
                <a:solidFill>
                  <a:srgbClr val="0000ff"/>
                </a:solidFill>
                <a:uFillTx/>
                <a:latin typeface="Book Antiqua"/>
                <a:hlinkClick r:id="rId8"/>
              </a:rPr>
              <a:t> </a:t>
            </a:r>
            <a:r>
              <a:rPr b="1" lang="en-IN" sz="2800" spc="-12" strike="noStrike" u="sng">
                <a:solidFill>
                  <a:srgbClr val="0000ff"/>
                </a:solidFill>
                <a:uFillTx/>
                <a:latin typeface="Book Antiqua"/>
                <a:hlinkClick r:id="rId9"/>
              </a:rPr>
              <a:t>File</a:t>
            </a:r>
            <a:r>
              <a:rPr b="1" lang="en-IN" sz="2800" spc="-55" strike="noStrike" u="sng">
                <a:solidFill>
                  <a:srgbClr val="0000ff"/>
                </a:solidFill>
                <a:uFillTx/>
                <a:latin typeface="Book Antiqua"/>
                <a:hlinkClick r:id="rId10"/>
              </a:rPr>
              <a:t> </a:t>
            </a:r>
            <a:r>
              <a:rPr b="1" lang="en-IN" sz="2800" spc="-12" strike="noStrike" u="sng">
                <a:solidFill>
                  <a:srgbClr val="0000ff"/>
                </a:solidFill>
                <a:uFillTx/>
                <a:latin typeface="Book Antiqua"/>
                <a:hlinkClick r:id="rId11"/>
              </a:rPr>
              <a:t>System)</a:t>
            </a:r>
            <a:r>
              <a:rPr b="1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–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30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standard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Git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extension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that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replaces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large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assets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(like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datasets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or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model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weights)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with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text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pointers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inside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Git,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while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storing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the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actual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52" strike="noStrike">
                <a:solidFill>
                  <a:srgbClr val="000000"/>
                </a:solidFill>
                <a:latin typeface="Book Antiqua"/>
              </a:rPr>
              <a:t>file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on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remote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server.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3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object 6"/>
          <p:cNvSpPr/>
          <p:nvPr/>
        </p:nvSpPr>
        <p:spPr>
          <a:xfrm>
            <a:off x="15989400" y="504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0" name="object 3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1021" name="object 10"/>
          <p:cNvSpPr/>
          <p:nvPr/>
        </p:nvSpPr>
        <p:spPr>
          <a:xfrm>
            <a:off x="12924360" y="113400"/>
            <a:ext cx="5344920" cy="623160"/>
          </a:xfrm>
          <a:custGeom>
            <a:avLst/>
            <a:gdLst>
              <a:gd name="textAreaLeft" fmla="*/ 0 w 5344920"/>
              <a:gd name="textAreaRight" fmla="*/ 5345280 w 534492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345430" h="623570">
                <a:moveTo>
                  <a:pt x="5189525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5189525" y="0"/>
                </a:lnTo>
                <a:lnTo>
                  <a:pt x="5238799" y="7947"/>
                </a:lnTo>
                <a:lnTo>
                  <a:pt x="5281593" y="30078"/>
                </a:lnTo>
                <a:lnTo>
                  <a:pt x="5315339" y="63824"/>
                </a:lnTo>
                <a:lnTo>
                  <a:pt x="5337470" y="106618"/>
                </a:lnTo>
                <a:lnTo>
                  <a:pt x="5345417" y="155892"/>
                </a:lnTo>
                <a:lnTo>
                  <a:pt x="5345417" y="467676"/>
                </a:lnTo>
                <a:lnTo>
                  <a:pt x="5337470" y="516950"/>
                </a:lnTo>
                <a:lnTo>
                  <a:pt x="5315339" y="559744"/>
                </a:lnTo>
                <a:lnTo>
                  <a:pt x="5281593" y="593490"/>
                </a:lnTo>
                <a:lnTo>
                  <a:pt x="5238799" y="615621"/>
                </a:lnTo>
                <a:lnTo>
                  <a:pt x="5189525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object 11"/>
          <p:cNvSpPr/>
          <p:nvPr/>
        </p:nvSpPr>
        <p:spPr>
          <a:xfrm>
            <a:off x="13059000" y="139320"/>
            <a:ext cx="507600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3.1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Development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3" name="object 4" descr=""/>
          <p:cNvPicPr/>
          <p:nvPr/>
        </p:nvPicPr>
        <p:blipFill>
          <a:blip r:embed="rId2"/>
          <a:stretch/>
        </p:blipFill>
        <p:spPr>
          <a:xfrm>
            <a:off x="6078240" y="2138400"/>
            <a:ext cx="6886080" cy="6352920"/>
          </a:xfrm>
          <a:prstGeom prst="rect">
            <a:avLst/>
          </a:prstGeom>
          <a:ln w="0">
            <a:noFill/>
          </a:ln>
        </p:spPr>
      </p:pic>
      <p:sp>
        <p:nvSpPr>
          <p:cNvPr id="1024" name="object 8"/>
          <p:cNvSpPr/>
          <p:nvPr/>
        </p:nvSpPr>
        <p:spPr>
          <a:xfrm>
            <a:off x="198720" y="1784880"/>
            <a:ext cx="5976360" cy="34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3680" bIns="0" anchor="t">
            <a:spAutoFit/>
          </a:bodyPr>
          <a:p>
            <a:pPr marL="152280">
              <a:lnSpc>
                <a:spcPct val="100000"/>
              </a:lnSpc>
              <a:spcBef>
                <a:spcPts val="1525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Why </a:t>
            </a:r>
            <a:r>
              <a:rPr b="0" lang="en-IN" sz="3300" spc="-66" strike="noStrike">
                <a:solidFill>
                  <a:srgbClr val="0cbfde"/>
                </a:solidFill>
                <a:latin typeface="Century"/>
              </a:rPr>
              <a:t>use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cbfde"/>
                </a:solidFill>
                <a:latin typeface="Century"/>
              </a:rPr>
              <a:t>it?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4000"/>
              </a:lnSpc>
              <a:spcBef>
                <a:spcPts val="1261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Text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sequential,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the 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meaning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word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depends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on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surrounding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words.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4130"/>
              </a:lnSpc>
              <a:spcBef>
                <a:spcPts val="91"/>
              </a:spcBef>
            </a:pP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Traditional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ML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models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cannot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capture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this</a:t>
            </a:r>
            <a:r>
              <a:rPr b="0" lang="en-IN" sz="3300" spc="-13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context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effectively.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6600960" y="766440"/>
            <a:ext cx="5843520" cy="3360600"/>
          </a:xfrm>
          <a:prstGeom prst="rect">
            <a:avLst/>
          </a:prstGeom>
          <a:noFill/>
          <a:ln w="0">
            <a:noFill/>
          </a:ln>
        </p:spPr>
        <p:txBody>
          <a:bodyPr lIns="0" rIns="0" tIns="118800" bIns="0" anchor="t">
            <a:noAutofit/>
          </a:bodyPr>
          <a:p>
            <a:pPr marL="12600" indent="0" algn="ctr">
              <a:lnSpc>
                <a:spcPts val="6381"/>
              </a:lnSpc>
              <a:spcBef>
                <a:spcPts val="935"/>
              </a:spcBef>
              <a:buNone/>
            </a:pPr>
            <a:r>
              <a:rPr b="0" lang="en-IN" sz="5900" spc="-1" strike="noStrike">
                <a:solidFill>
                  <a:srgbClr val="bf0000"/>
                </a:solidFill>
                <a:latin typeface="Century"/>
              </a:rPr>
              <a:t>LSTM</a:t>
            </a:r>
            <a:r>
              <a:rPr b="0" lang="en-IN" sz="5900" spc="58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bf0000"/>
                </a:solidFill>
                <a:latin typeface="Century"/>
              </a:rPr>
              <a:t>–</a:t>
            </a:r>
            <a:r>
              <a:rPr b="0" lang="en-IN" sz="5900" spc="58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137" strike="noStrike">
                <a:solidFill>
                  <a:srgbClr val="bf0000"/>
                </a:solidFill>
                <a:latin typeface="Century"/>
              </a:rPr>
              <a:t>Emotion Classification </a:t>
            </a:r>
            <a:r>
              <a:rPr b="0" lang="en-IN" sz="5900" spc="-12" strike="noStrike">
                <a:solidFill>
                  <a:srgbClr val="bf0000"/>
                </a:solidFill>
                <a:latin typeface="Century"/>
              </a:rPr>
              <a:t>Model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6" name="object 7"/>
          <p:cNvSpPr/>
          <p:nvPr/>
        </p:nvSpPr>
        <p:spPr>
          <a:xfrm>
            <a:off x="11331360" y="6098040"/>
            <a:ext cx="649944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9680" bIns="0" anchor="t">
            <a:spAutoFit/>
          </a:bodyPr>
          <a:p>
            <a:pPr marL="595800" indent="3191400" algn="r">
              <a:lnSpc>
                <a:spcPct val="111000"/>
              </a:lnSpc>
              <a:spcBef>
                <a:spcPts val="391"/>
              </a:spcBef>
              <a:tabLst>
                <a:tab algn="l" pos="0"/>
              </a:tabLst>
            </a:pP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How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cbfde"/>
                </a:solidFill>
                <a:latin typeface="Century"/>
              </a:rPr>
              <a:t>helps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LSTM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captures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word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order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and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contextual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information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in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text,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indent="1591200" algn="r">
              <a:lnSpc>
                <a:spcPts val="4130"/>
              </a:lnSpc>
              <a:spcBef>
                <a:spcPts val="85"/>
              </a:spcBef>
              <a:tabLst>
                <a:tab algn="l" pos="0"/>
              </a:tabLst>
            </a:pP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enabling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accurate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emotion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classification</a:t>
            </a:r>
            <a:r>
              <a:rPr b="0" lang="en-IN" sz="3300" spc="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by</a:t>
            </a:r>
            <a:r>
              <a:rPr b="0" lang="en-IN" sz="3300" spc="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understanding</a:t>
            </a:r>
            <a:r>
              <a:rPr b="0" lang="en-IN" sz="3300" spc="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the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emotional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flow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sentences.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object 9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object 2"/>
          <p:cNvGrpSpPr/>
          <p:nvPr/>
        </p:nvGrpSpPr>
        <p:grpSpPr>
          <a:xfrm>
            <a:off x="3143880" y="1076040"/>
            <a:ext cx="8592480" cy="6780240"/>
            <a:chOff x="3143880" y="1076040"/>
            <a:chExt cx="8592480" cy="6780240"/>
          </a:xfrm>
        </p:grpSpPr>
        <p:sp>
          <p:nvSpPr>
            <p:cNvPr id="1029" name="object 3"/>
            <p:cNvSpPr/>
            <p:nvPr/>
          </p:nvSpPr>
          <p:spPr>
            <a:xfrm>
              <a:off x="4262400" y="1076040"/>
              <a:ext cx="3327840" cy="326160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3261600"/>
                <a:gd name="textAreaBottom" fmla="*/ 3261960 h 3261600"/>
              </a:gdLst>
              <a:ahLst/>
              <a:rect l="textAreaLeft" t="textAreaTop" r="textAreaRight" b="textAreaBottom"/>
              <a:pathLst>
                <a:path w="3328034" h="3261995">
                  <a:moveTo>
                    <a:pt x="1013599" y="343115"/>
                  </a:moveTo>
                  <a:lnTo>
                    <a:pt x="950798" y="333717"/>
                  </a:lnTo>
                  <a:lnTo>
                    <a:pt x="942340" y="390232"/>
                  </a:lnTo>
                  <a:lnTo>
                    <a:pt x="892098" y="382714"/>
                  </a:lnTo>
                  <a:lnTo>
                    <a:pt x="883627" y="439242"/>
                  </a:lnTo>
                  <a:lnTo>
                    <a:pt x="820839" y="429844"/>
                  </a:lnTo>
                  <a:lnTo>
                    <a:pt x="812380" y="486359"/>
                  </a:lnTo>
                  <a:lnTo>
                    <a:pt x="762139" y="478840"/>
                  </a:lnTo>
                  <a:lnTo>
                    <a:pt x="745210" y="591883"/>
                  </a:lnTo>
                  <a:lnTo>
                    <a:pt x="682421" y="582472"/>
                  </a:lnTo>
                  <a:lnTo>
                    <a:pt x="665492" y="695515"/>
                  </a:lnTo>
                  <a:lnTo>
                    <a:pt x="615264" y="687997"/>
                  </a:lnTo>
                  <a:lnTo>
                    <a:pt x="589876" y="857554"/>
                  </a:lnTo>
                  <a:lnTo>
                    <a:pt x="527075" y="848156"/>
                  </a:lnTo>
                  <a:lnTo>
                    <a:pt x="501688" y="1017714"/>
                  </a:lnTo>
                  <a:lnTo>
                    <a:pt x="451459" y="1010196"/>
                  </a:lnTo>
                  <a:lnTo>
                    <a:pt x="375310" y="1518881"/>
                  </a:lnTo>
                  <a:lnTo>
                    <a:pt x="425551" y="1526400"/>
                  </a:lnTo>
                  <a:lnTo>
                    <a:pt x="400177" y="1695958"/>
                  </a:lnTo>
                  <a:lnTo>
                    <a:pt x="462965" y="1705368"/>
                  </a:lnTo>
                  <a:lnTo>
                    <a:pt x="437591" y="1874926"/>
                  </a:lnTo>
                  <a:lnTo>
                    <a:pt x="487832" y="1882444"/>
                  </a:lnTo>
                  <a:lnTo>
                    <a:pt x="470916" y="1995487"/>
                  </a:lnTo>
                  <a:lnTo>
                    <a:pt x="533704" y="2004885"/>
                  </a:lnTo>
                  <a:lnTo>
                    <a:pt x="516788" y="2117928"/>
                  </a:lnTo>
                  <a:lnTo>
                    <a:pt x="567029" y="2125446"/>
                  </a:lnTo>
                  <a:lnTo>
                    <a:pt x="558571" y="2181961"/>
                  </a:lnTo>
                  <a:lnTo>
                    <a:pt x="508330" y="2174443"/>
                  </a:lnTo>
                  <a:lnTo>
                    <a:pt x="499859" y="2230971"/>
                  </a:lnTo>
                  <a:lnTo>
                    <a:pt x="437070" y="2221573"/>
                  </a:lnTo>
                  <a:lnTo>
                    <a:pt x="428612" y="2278088"/>
                  </a:lnTo>
                  <a:lnTo>
                    <a:pt x="378371" y="2270569"/>
                  </a:lnTo>
                  <a:lnTo>
                    <a:pt x="369912" y="2327084"/>
                  </a:lnTo>
                  <a:lnTo>
                    <a:pt x="307111" y="2317686"/>
                  </a:lnTo>
                  <a:lnTo>
                    <a:pt x="256870" y="2310168"/>
                  </a:lnTo>
                  <a:lnTo>
                    <a:pt x="194068" y="2300770"/>
                  </a:lnTo>
                  <a:lnTo>
                    <a:pt x="143827" y="2293251"/>
                  </a:lnTo>
                  <a:lnTo>
                    <a:pt x="0" y="3254095"/>
                  </a:lnTo>
                  <a:lnTo>
                    <a:pt x="50241" y="3261614"/>
                  </a:lnTo>
                  <a:lnTo>
                    <a:pt x="58699" y="3205099"/>
                  </a:lnTo>
                  <a:lnTo>
                    <a:pt x="121500" y="3214497"/>
                  </a:lnTo>
                  <a:lnTo>
                    <a:pt x="129959" y="3157982"/>
                  </a:lnTo>
                  <a:lnTo>
                    <a:pt x="180200" y="3165487"/>
                  </a:lnTo>
                  <a:lnTo>
                    <a:pt x="188658" y="3108985"/>
                  </a:lnTo>
                  <a:lnTo>
                    <a:pt x="251460" y="3118370"/>
                  </a:lnTo>
                  <a:lnTo>
                    <a:pt x="360578" y="2389365"/>
                  </a:lnTo>
                  <a:lnTo>
                    <a:pt x="259930" y="3061855"/>
                  </a:lnTo>
                  <a:lnTo>
                    <a:pt x="310159" y="3069374"/>
                  </a:lnTo>
                  <a:lnTo>
                    <a:pt x="416153" y="2361285"/>
                  </a:lnTo>
                  <a:lnTo>
                    <a:pt x="318630" y="3012846"/>
                  </a:lnTo>
                  <a:lnTo>
                    <a:pt x="381431" y="3022257"/>
                  </a:lnTo>
                  <a:lnTo>
                    <a:pt x="389890" y="2965742"/>
                  </a:lnTo>
                  <a:lnTo>
                    <a:pt x="440131" y="2973247"/>
                  </a:lnTo>
                  <a:lnTo>
                    <a:pt x="448589" y="2916745"/>
                  </a:lnTo>
                  <a:lnTo>
                    <a:pt x="511390" y="2926130"/>
                  </a:lnTo>
                  <a:lnTo>
                    <a:pt x="519849" y="2869628"/>
                  </a:lnTo>
                  <a:lnTo>
                    <a:pt x="570090" y="2877134"/>
                  </a:lnTo>
                  <a:lnTo>
                    <a:pt x="840816" y="1068489"/>
                  </a:lnTo>
                  <a:lnTo>
                    <a:pt x="903617" y="1077887"/>
                  </a:lnTo>
                  <a:lnTo>
                    <a:pt x="1013599" y="343115"/>
                  </a:lnTo>
                  <a:close/>
                </a:path>
                <a:path w="3328034" h="3261995">
                  <a:moveTo>
                    <a:pt x="1036116" y="2080094"/>
                  </a:moveTo>
                  <a:lnTo>
                    <a:pt x="985875" y="2072563"/>
                  </a:lnTo>
                  <a:lnTo>
                    <a:pt x="994333" y="2016048"/>
                  </a:lnTo>
                  <a:lnTo>
                    <a:pt x="931532" y="2006650"/>
                  </a:lnTo>
                  <a:lnTo>
                    <a:pt x="918654" y="2092604"/>
                  </a:lnTo>
                  <a:lnTo>
                    <a:pt x="939990" y="1950123"/>
                  </a:lnTo>
                  <a:lnTo>
                    <a:pt x="889749" y="1942617"/>
                  </a:lnTo>
                  <a:lnTo>
                    <a:pt x="906678" y="1829562"/>
                  </a:lnTo>
                  <a:lnTo>
                    <a:pt x="843876" y="1820164"/>
                  </a:lnTo>
                  <a:lnTo>
                    <a:pt x="753833" y="2421712"/>
                  </a:lnTo>
                  <a:lnTo>
                    <a:pt x="860793" y="1707121"/>
                  </a:lnTo>
                  <a:lnTo>
                    <a:pt x="810552" y="1699615"/>
                  </a:lnTo>
                  <a:lnTo>
                    <a:pt x="827481" y="1586560"/>
                  </a:lnTo>
                  <a:lnTo>
                    <a:pt x="764679" y="1577162"/>
                  </a:lnTo>
                  <a:lnTo>
                    <a:pt x="603935" y="2651048"/>
                  </a:lnTo>
                  <a:lnTo>
                    <a:pt x="666724" y="2660446"/>
                  </a:lnTo>
                  <a:lnTo>
                    <a:pt x="757148" y="2056320"/>
                  </a:lnTo>
                  <a:lnTo>
                    <a:pt x="675195" y="2603931"/>
                  </a:lnTo>
                  <a:lnTo>
                    <a:pt x="725436" y="2611450"/>
                  </a:lnTo>
                  <a:lnTo>
                    <a:pt x="733894" y="2554948"/>
                  </a:lnTo>
                  <a:lnTo>
                    <a:pt x="796696" y="2564333"/>
                  </a:lnTo>
                  <a:lnTo>
                    <a:pt x="805154" y="2507818"/>
                  </a:lnTo>
                  <a:lnTo>
                    <a:pt x="855383" y="2515336"/>
                  </a:lnTo>
                  <a:lnTo>
                    <a:pt x="846924" y="2571851"/>
                  </a:lnTo>
                  <a:lnTo>
                    <a:pt x="909726" y="2581249"/>
                  </a:lnTo>
                  <a:lnTo>
                    <a:pt x="959967" y="2588768"/>
                  </a:lnTo>
                  <a:lnTo>
                    <a:pt x="1036116" y="2080094"/>
                  </a:lnTo>
                  <a:close/>
                </a:path>
                <a:path w="3328034" h="3261995">
                  <a:moveTo>
                    <a:pt x="1072299" y="294119"/>
                  </a:moveTo>
                  <a:lnTo>
                    <a:pt x="1022070" y="286600"/>
                  </a:lnTo>
                  <a:lnTo>
                    <a:pt x="1013599" y="343115"/>
                  </a:lnTo>
                  <a:lnTo>
                    <a:pt x="920546" y="964844"/>
                  </a:lnTo>
                  <a:lnTo>
                    <a:pt x="970775" y="972362"/>
                  </a:lnTo>
                  <a:lnTo>
                    <a:pt x="1072299" y="294119"/>
                  </a:lnTo>
                  <a:close/>
                </a:path>
                <a:path w="3328034" h="3261995">
                  <a:moveTo>
                    <a:pt x="1299616" y="2292896"/>
                  </a:moveTo>
                  <a:lnTo>
                    <a:pt x="1236814" y="2283498"/>
                  </a:lnTo>
                  <a:lnTo>
                    <a:pt x="1186573" y="2275967"/>
                  </a:lnTo>
                  <a:lnTo>
                    <a:pt x="1195031" y="2219452"/>
                  </a:lnTo>
                  <a:lnTo>
                    <a:pt x="1132230" y="2210054"/>
                  </a:lnTo>
                  <a:lnTo>
                    <a:pt x="1081989" y="2202548"/>
                  </a:lnTo>
                  <a:lnTo>
                    <a:pt x="1090460" y="2146008"/>
                  </a:lnTo>
                  <a:lnTo>
                    <a:pt x="1027658" y="2136610"/>
                  </a:lnTo>
                  <a:lnTo>
                    <a:pt x="959967" y="2588768"/>
                  </a:lnTo>
                  <a:lnTo>
                    <a:pt x="951509" y="2645295"/>
                  </a:lnTo>
                  <a:lnTo>
                    <a:pt x="1014310" y="2654693"/>
                  </a:lnTo>
                  <a:lnTo>
                    <a:pt x="1064552" y="2662212"/>
                  </a:lnTo>
                  <a:lnTo>
                    <a:pt x="1056093" y="2718739"/>
                  </a:lnTo>
                  <a:lnTo>
                    <a:pt x="1118895" y="2728137"/>
                  </a:lnTo>
                  <a:lnTo>
                    <a:pt x="1169123" y="2735656"/>
                  </a:lnTo>
                  <a:lnTo>
                    <a:pt x="1160665" y="2792171"/>
                  </a:lnTo>
                  <a:lnTo>
                    <a:pt x="1223467" y="2801569"/>
                  </a:lnTo>
                  <a:lnTo>
                    <a:pt x="1299616" y="2292896"/>
                  </a:lnTo>
                  <a:close/>
                </a:path>
                <a:path w="3328034" h="3261995">
                  <a:moveTo>
                    <a:pt x="2646934" y="240880"/>
                  </a:moveTo>
                  <a:lnTo>
                    <a:pt x="2584132" y="231482"/>
                  </a:lnTo>
                  <a:lnTo>
                    <a:pt x="2533891" y="223964"/>
                  </a:lnTo>
                  <a:lnTo>
                    <a:pt x="2542349" y="167449"/>
                  </a:lnTo>
                  <a:lnTo>
                    <a:pt x="2479560" y="158051"/>
                  </a:lnTo>
                  <a:lnTo>
                    <a:pt x="2316276" y="133604"/>
                  </a:lnTo>
                  <a:lnTo>
                    <a:pt x="2324735" y="77089"/>
                  </a:lnTo>
                  <a:lnTo>
                    <a:pt x="1809775" y="0"/>
                  </a:lnTo>
                  <a:lnTo>
                    <a:pt x="1801304" y="56527"/>
                  </a:lnTo>
                  <a:lnTo>
                    <a:pt x="1638033" y="32080"/>
                  </a:lnTo>
                  <a:lnTo>
                    <a:pt x="1575231" y="22682"/>
                  </a:lnTo>
                  <a:lnTo>
                    <a:pt x="1566760" y="79197"/>
                  </a:lnTo>
                  <a:lnTo>
                    <a:pt x="1516532" y="71678"/>
                  </a:lnTo>
                  <a:lnTo>
                    <a:pt x="1453730" y="62280"/>
                  </a:lnTo>
                  <a:lnTo>
                    <a:pt x="1445260" y="118795"/>
                  </a:lnTo>
                  <a:lnTo>
                    <a:pt x="1395031" y="111277"/>
                  </a:lnTo>
                  <a:lnTo>
                    <a:pt x="1332230" y="101879"/>
                  </a:lnTo>
                  <a:lnTo>
                    <a:pt x="1323759" y="158394"/>
                  </a:lnTo>
                  <a:lnTo>
                    <a:pt x="1273530" y="150876"/>
                  </a:lnTo>
                  <a:lnTo>
                    <a:pt x="1210729" y="141478"/>
                  </a:lnTo>
                  <a:lnTo>
                    <a:pt x="1202270" y="197993"/>
                  </a:lnTo>
                  <a:lnTo>
                    <a:pt x="1152029" y="190474"/>
                  </a:lnTo>
                  <a:lnTo>
                    <a:pt x="1143558" y="247002"/>
                  </a:lnTo>
                  <a:lnTo>
                    <a:pt x="1080770" y="237604"/>
                  </a:lnTo>
                  <a:lnTo>
                    <a:pt x="1072299" y="294119"/>
                  </a:lnTo>
                  <a:lnTo>
                    <a:pt x="987704" y="859320"/>
                  </a:lnTo>
                  <a:lnTo>
                    <a:pt x="1050505" y="868718"/>
                  </a:lnTo>
                  <a:lnTo>
                    <a:pt x="1067422" y="755688"/>
                  </a:lnTo>
                  <a:lnTo>
                    <a:pt x="1117663" y="763206"/>
                  </a:lnTo>
                  <a:lnTo>
                    <a:pt x="1126121" y="706691"/>
                  </a:lnTo>
                  <a:lnTo>
                    <a:pt x="1188923" y="716076"/>
                  </a:lnTo>
                  <a:lnTo>
                    <a:pt x="1197381" y="659574"/>
                  </a:lnTo>
                  <a:lnTo>
                    <a:pt x="1247622" y="667080"/>
                  </a:lnTo>
                  <a:lnTo>
                    <a:pt x="1256080" y="610577"/>
                  </a:lnTo>
                  <a:lnTo>
                    <a:pt x="1318882" y="619963"/>
                  </a:lnTo>
                  <a:lnTo>
                    <a:pt x="1327340" y="563460"/>
                  </a:lnTo>
                  <a:lnTo>
                    <a:pt x="1377581" y="570966"/>
                  </a:lnTo>
                  <a:lnTo>
                    <a:pt x="1440383" y="580364"/>
                  </a:lnTo>
                  <a:lnTo>
                    <a:pt x="1448841" y="523849"/>
                  </a:lnTo>
                  <a:lnTo>
                    <a:pt x="1499082" y="531368"/>
                  </a:lnTo>
                  <a:lnTo>
                    <a:pt x="1561884" y="540766"/>
                  </a:lnTo>
                  <a:lnTo>
                    <a:pt x="1570342" y="484251"/>
                  </a:lnTo>
                  <a:lnTo>
                    <a:pt x="1733626" y="508685"/>
                  </a:lnTo>
                  <a:lnTo>
                    <a:pt x="1742084" y="452170"/>
                  </a:lnTo>
                  <a:lnTo>
                    <a:pt x="2257044" y="529247"/>
                  </a:lnTo>
                  <a:lnTo>
                    <a:pt x="2248585" y="585762"/>
                  </a:lnTo>
                  <a:lnTo>
                    <a:pt x="2411869" y="610209"/>
                  </a:lnTo>
                  <a:lnTo>
                    <a:pt x="2403411" y="666724"/>
                  </a:lnTo>
                  <a:lnTo>
                    <a:pt x="2466213" y="676122"/>
                  </a:lnTo>
                  <a:lnTo>
                    <a:pt x="2516454" y="683653"/>
                  </a:lnTo>
                  <a:lnTo>
                    <a:pt x="2507996" y="740168"/>
                  </a:lnTo>
                  <a:lnTo>
                    <a:pt x="2570797" y="749566"/>
                  </a:lnTo>
                  <a:lnTo>
                    <a:pt x="2646934" y="240880"/>
                  </a:lnTo>
                  <a:close/>
                </a:path>
                <a:path w="3328034" h="3261995">
                  <a:moveTo>
                    <a:pt x="2751518" y="314325"/>
                  </a:moveTo>
                  <a:lnTo>
                    <a:pt x="2688717" y="304927"/>
                  </a:lnTo>
                  <a:lnTo>
                    <a:pt x="2638475" y="297408"/>
                  </a:lnTo>
                  <a:lnTo>
                    <a:pt x="2570797" y="749566"/>
                  </a:lnTo>
                  <a:lnTo>
                    <a:pt x="2621026" y="757085"/>
                  </a:lnTo>
                  <a:lnTo>
                    <a:pt x="2612567" y="813612"/>
                  </a:lnTo>
                  <a:lnTo>
                    <a:pt x="2675369" y="823010"/>
                  </a:lnTo>
                  <a:lnTo>
                    <a:pt x="2751518" y="314325"/>
                  </a:lnTo>
                  <a:close/>
                </a:path>
                <a:path w="3328034" h="3261995">
                  <a:moveTo>
                    <a:pt x="2782481" y="1994776"/>
                  </a:moveTo>
                  <a:lnTo>
                    <a:pt x="2732252" y="1987257"/>
                  </a:lnTo>
                  <a:lnTo>
                    <a:pt x="2715323" y="2100300"/>
                  </a:lnTo>
                  <a:lnTo>
                    <a:pt x="2652522" y="2090902"/>
                  </a:lnTo>
                  <a:lnTo>
                    <a:pt x="2635593" y="2203945"/>
                  </a:lnTo>
                  <a:lnTo>
                    <a:pt x="2585364" y="2196414"/>
                  </a:lnTo>
                  <a:lnTo>
                    <a:pt x="2576893" y="2252942"/>
                  </a:lnTo>
                  <a:lnTo>
                    <a:pt x="2514104" y="2243544"/>
                  </a:lnTo>
                  <a:lnTo>
                    <a:pt x="2505646" y="2300059"/>
                  </a:lnTo>
                  <a:lnTo>
                    <a:pt x="2455405" y="2292540"/>
                  </a:lnTo>
                  <a:lnTo>
                    <a:pt x="2446934" y="2349055"/>
                  </a:lnTo>
                  <a:lnTo>
                    <a:pt x="2384145" y="2339657"/>
                  </a:lnTo>
                  <a:lnTo>
                    <a:pt x="2375674" y="2396185"/>
                  </a:lnTo>
                  <a:lnTo>
                    <a:pt x="2325446" y="2388654"/>
                  </a:lnTo>
                  <a:lnTo>
                    <a:pt x="2262644" y="2379256"/>
                  </a:lnTo>
                  <a:lnTo>
                    <a:pt x="2254173" y="2435783"/>
                  </a:lnTo>
                  <a:lnTo>
                    <a:pt x="2203945" y="2428252"/>
                  </a:lnTo>
                  <a:lnTo>
                    <a:pt x="2141143" y="2418854"/>
                  </a:lnTo>
                  <a:lnTo>
                    <a:pt x="2132673" y="2475382"/>
                  </a:lnTo>
                  <a:lnTo>
                    <a:pt x="1969401" y="2450935"/>
                  </a:lnTo>
                  <a:lnTo>
                    <a:pt x="1960930" y="2507462"/>
                  </a:lnTo>
                  <a:lnTo>
                    <a:pt x="1445971" y="2430386"/>
                  </a:lnTo>
                  <a:lnTo>
                    <a:pt x="1454442" y="2373858"/>
                  </a:lnTo>
                  <a:lnTo>
                    <a:pt x="1291158" y="2349411"/>
                  </a:lnTo>
                  <a:lnTo>
                    <a:pt x="1223467" y="2801569"/>
                  </a:lnTo>
                  <a:lnTo>
                    <a:pt x="1386751" y="2826016"/>
                  </a:lnTo>
                  <a:lnTo>
                    <a:pt x="1378292" y="2882531"/>
                  </a:lnTo>
                  <a:lnTo>
                    <a:pt x="1893252" y="2959620"/>
                  </a:lnTo>
                  <a:lnTo>
                    <a:pt x="1901710" y="2903118"/>
                  </a:lnTo>
                  <a:lnTo>
                    <a:pt x="2064994" y="2927540"/>
                  </a:lnTo>
                  <a:lnTo>
                    <a:pt x="2127796" y="2936938"/>
                  </a:lnTo>
                  <a:lnTo>
                    <a:pt x="2136254" y="2880436"/>
                  </a:lnTo>
                  <a:lnTo>
                    <a:pt x="2186495" y="2887942"/>
                  </a:lnTo>
                  <a:lnTo>
                    <a:pt x="2249297" y="2897340"/>
                  </a:lnTo>
                  <a:lnTo>
                    <a:pt x="2257755" y="2840837"/>
                  </a:lnTo>
                  <a:lnTo>
                    <a:pt x="2307996" y="2848343"/>
                  </a:lnTo>
                  <a:lnTo>
                    <a:pt x="2370798" y="2857741"/>
                  </a:lnTo>
                  <a:lnTo>
                    <a:pt x="2379256" y="2801239"/>
                  </a:lnTo>
                  <a:lnTo>
                    <a:pt x="2429497" y="2808744"/>
                  </a:lnTo>
                  <a:lnTo>
                    <a:pt x="2492298" y="2818142"/>
                  </a:lnTo>
                  <a:lnTo>
                    <a:pt x="2500757" y="2761640"/>
                  </a:lnTo>
                  <a:lnTo>
                    <a:pt x="2550998" y="2769146"/>
                  </a:lnTo>
                  <a:lnTo>
                    <a:pt x="2559456" y="2712631"/>
                  </a:lnTo>
                  <a:lnTo>
                    <a:pt x="2622258" y="2722016"/>
                  </a:lnTo>
                  <a:lnTo>
                    <a:pt x="2630716" y="2665514"/>
                  </a:lnTo>
                  <a:lnTo>
                    <a:pt x="2680957" y="2673019"/>
                  </a:lnTo>
                  <a:lnTo>
                    <a:pt x="2782481" y="1994776"/>
                  </a:lnTo>
                  <a:close/>
                </a:path>
                <a:path w="3328034" h="3261995">
                  <a:moveTo>
                    <a:pt x="2952216" y="517728"/>
                  </a:moveTo>
                  <a:lnTo>
                    <a:pt x="2889415" y="508330"/>
                  </a:lnTo>
                  <a:lnTo>
                    <a:pt x="2897873" y="451815"/>
                  </a:lnTo>
                  <a:lnTo>
                    <a:pt x="2847632" y="444284"/>
                  </a:lnTo>
                  <a:lnTo>
                    <a:pt x="2856090" y="387769"/>
                  </a:lnTo>
                  <a:lnTo>
                    <a:pt x="2793301" y="378371"/>
                  </a:lnTo>
                  <a:lnTo>
                    <a:pt x="2743060" y="370852"/>
                  </a:lnTo>
                  <a:lnTo>
                    <a:pt x="2675369" y="823010"/>
                  </a:lnTo>
                  <a:lnTo>
                    <a:pt x="2666911" y="879525"/>
                  </a:lnTo>
                  <a:lnTo>
                    <a:pt x="2717152" y="887056"/>
                  </a:lnTo>
                  <a:lnTo>
                    <a:pt x="2708694" y="943571"/>
                  </a:lnTo>
                  <a:lnTo>
                    <a:pt x="2771495" y="952969"/>
                  </a:lnTo>
                  <a:lnTo>
                    <a:pt x="2763037" y="1009497"/>
                  </a:lnTo>
                  <a:lnTo>
                    <a:pt x="2813266" y="1017016"/>
                  </a:lnTo>
                  <a:lnTo>
                    <a:pt x="2796349" y="1130058"/>
                  </a:lnTo>
                  <a:lnTo>
                    <a:pt x="2859151" y="1139456"/>
                  </a:lnTo>
                  <a:lnTo>
                    <a:pt x="2952216" y="517728"/>
                  </a:lnTo>
                  <a:close/>
                </a:path>
                <a:path w="3328034" h="3261995">
                  <a:moveTo>
                    <a:pt x="3048330" y="647687"/>
                  </a:moveTo>
                  <a:lnTo>
                    <a:pt x="2985541" y="638289"/>
                  </a:lnTo>
                  <a:lnTo>
                    <a:pt x="2993999" y="581774"/>
                  </a:lnTo>
                  <a:lnTo>
                    <a:pt x="2943758" y="574255"/>
                  </a:lnTo>
                  <a:lnTo>
                    <a:pt x="2859151" y="1139456"/>
                  </a:lnTo>
                  <a:lnTo>
                    <a:pt x="2842234" y="1252499"/>
                  </a:lnTo>
                  <a:lnTo>
                    <a:pt x="2892463" y="1260017"/>
                  </a:lnTo>
                  <a:lnTo>
                    <a:pt x="2875546" y="1373060"/>
                  </a:lnTo>
                  <a:lnTo>
                    <a:pt x="2938348" y="1382458"/>
                  </a:lnTo>
                  <a:lnTo>
                    <a:pt x="3048330" y="647687"/>
                  </a:lnTo>
                  <a:close/>
                </a:path>
                <a:path w="3328034" h="3261995">
                  <a:moveTo>
                    <a:pt x="3327717" y="1440738"/>
                  </a:moveTo>
                  <a:lnTo>
                    <a:pt x="3277476" y="1433220"/>
                  </a:lnTo>
                  <a:lnTo>
                    <a:pt x="3239401" y="1687563"/>
                  </a:lnTo>
                  <a:lnTo>
                    <a:pt x="3302851" y="1263662"/>
                  </a:lnTo>
                  <a:lnTo>
                    <a:pt x="3240049" y="1254264"/>
                  </a:lnTo>
                  <a:lnTo>
                    <a:pt x="3265436" y="1084694"/>
                  </a:lnTo>
                  <a:lnTo>
                    <a:pt x="3215195" y="1077175"/>
                  </a:lnTo>
                  <a:lnTo>
                    <a:pt x="3126359" y="1670646"/>
                  </a:lnTo>
                  <a:lnTo>
                    <a:pt x="3232112" y="964133"/>
                  </a:lnTo>
                  <a:lnTo>
                    <a:pt x="3169310" y="954747"/>
                  </a:lnTo>
                  <a:lnTo>
                    <a:pt x="3186239" y="841692"/>
                  </a:lnTo>
                  <a:lnTo>
                    <a:pt x="3135998" y="834174"/>
                  </a:lnTo>
                  <a:lnTo>
                    <a:pt x="3144456" y="777659"/>
                  </a:lnTo>
                  <a:lnTo>
                    <a:pt x="3081655" y="768248"/>
                  </a:lnTo>
                  <a:lnTo>
                    <a:pt x="3090113" y="711733"/>
                  </a:lnTo>
                  <a:lnTo>
                    <a:pt x="3039872" y="704215"/>
                  </a:lnTo>
                  <a:lnTo>
                    <a:pt x="2938348" y="1382458"/>
                  </a:lnTo>
                  <a:lnTo>
                    <a:pt x="2862199" y="1891144"/>
                  </a:lnTo>
                  <a:lnTo>
                    <a:pt x="2799410" y="1881733"/>
                  </a:lnTo>
                  <a:lnTo>
                    <a:pt x="2782481" y="1994776"/>
                  </a:lnTo>
                  <a:lnTo>
                    <a:pt x="2689428" y="2616504"/>
                  </a:lnTo>
                  <a:lnTo>
                    <a:pt x="2752217" y="2625902"/>
                  </a:lnTo>
                  <a:lnTo>
                    <a:pt x="2834703" y="2074837"/>
                  </a:lnTo>
                  <a:lnTo>
                    <a:pt x="2760688" y="2569387"/>
                  </a:lnTo>
                  <a:lnTo>
                    <a:pt x="2810929" y="2576906"/>
                  </a:lnTo>
                  <a:lnTo>
                    <a:pt x="2819387" y="2520391"/>
                  </a:lnTo>
                  <a:lnTo>
                    <a:pt x="2882188" y="2529776"/>
                  </a:lnTo>
                  <a:lnTo>
                    <a:pt x="2890647" y="2473274"/>
                  </a:lnTo>
                  <a:lnTo>
                    <a:pt x="2940888" y="2480780"/>
                  </a:lnTo>
                  <a:lnTo>
                    <a:pt x="2957804" y="2367750"/>
                  </a:lnTo>
                  <a:lnTo>
                    <a:pt x="3020606" y="2377148"/>
                  </a:lnTo>
                  <a:lnTo>
                    <a:pt x="3037522" y="2264118"/>
                  </a:lnTo>
                  <a:lnTo>
                    <a:pt x="3087763" y="2271623"/>
                  </a:lnTo>
                  <a:lnTo>
                    <a:pt x="3176600" y="1678165"/>
                  </a:lnTo>
                  <a:lnTo>
                    <a:pt x="3113151" y="2102065"/>
                  </a:lnTo>
                  <a:lnTo>
                    <a:pt x="3175952" y="2111464"/>
                  </a:lnTo>
                  <a:lnTo>
                    <a:pt x="3201327" y="1941918"/>
                  </a:lnTo>
                  <a:lnTo>
                    <a:pt x="3251568" y="1949424"/>
                  </a:lnTo>
                  <a:lnTo>
                    <a:pt x="3327717" y="14407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0" name="object 4"/>
            <p:cNvSpPr/>
            <p:nvPr/>
          </p:nvSpPr>
          <p:spPr>
            <a:xfrm>
              <a:off x="3143880" y="2086200"/>
              <a:ext cx="1620000" cy="278100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2781000"/>
                <a:gd name="textAreaBottom" fmla="*/ 2781360 h 2781000"/>
              </a:gdLst>
              <a:ahLst/>
              <a:rect l="textAreaLeft" t="textAreaTop" r="textAreaRight" b="textAreaBottom"/>
              <a:pathLst>
                <a:path w="1620520" h="2781300">
                  <a:moveTo>
                    <a:pt x="863841" y="1627924"/>
                  </a:moveTo>
                  <a:lnTo>
                    <a:pt x="801039" y="1618526"/>
                  </a:lnTo>
                  <a:lnTo>
                    <a:pt x="792568" y="1675053"/>
                  </a:lnTo>
                  <a:lnTo>
                    <a:pt x="742340" y="1667535"/>
                  </a:lnTo>
                  <a:lnTo>
                    <a:pt x="733882" y="1724050"/>
                  </a:lnTo>
                  <a:lnTo>
                    <a:pt x="671080" y="1714652"/>
                  </a:lnTo>
                  <a:lnTo>
                    <a:pt x="662622" y="1771167"/>
                  </a:lnTo>
                  <a:lnTo>
                    <a:pt x="612381" y="1763649"/>
                  </a:lnTo>
                  <a:lnTo>
                    <a:pt x="603923" y="1820164"/>
                  </a:lnTo>
                  <a:lnTo>
                    <a:pt x="541121" y="1810766"/>
                  </a:lnTo>
                  <a:lnTo>
                    <a:pt x="532650" y="1867293"/>
                  </a:lnTo>
                  <a:lnTo>
                    <a:pt x="482422" y="1859775"/>
                  </a:lnTo>
                  <a:lnTo>
                    <a:pt x="473964" y="1916290"/>
                  </a:lnTo>
                  <a:lnTo>
                    <a:pt x="411162" y="1906892"/>
                  </a:lnTo>
                  <a:lnTo>
                    <a:pt x="402704" y="1963407"/>
                  </a:lnTo>
                  <a:lnTo>
                    <a:pt x="352463" y="1955888"/>
                  </a:lnTo>
                  <a:lnTo>
                    <a:pt x="343992" y="2012403"/>
                  </a:lnTo>
                  <a:lnTo>
                    <a:pt x="281203" y="2003005"/>
                  </a:lnTo>
                  <a:lnTo>
                    <a:pt x="272732" y="2059533"/>
                  </a:lnTo>
                  <a:lnTo>
                    <a:pt x="222504" y="2052015"/>
                  </a:lnTo>
                  <a:lnTo>
                    <a:pt x="214045" y="2108530"/>
                  </a:lnTo>
                  <a:lnTo>
                    <a:pt x="151244" y="2099132"/>
                  </a:lnTo>
                  <a:lnTo>
                    <a:pt x="142773" y="2155647"/>
                  </a:lnTo>
                  <a:lnTo>
                    <a:pt x="92544" y="2148128"/>
                  </a:lnTo>
                  <a:lnTo>
                    <a:pt x="84074" y="2204643"/>
                  </a:lnTo>
                  <a:lnTo>
                    <a:pt x="33832" y="2197125"/>
                  </a:lnTo>
                  <a:lnTo>
                    <a:pt x="0" y="2423210"/>
                  </a:lnTo>
                  <a:lnTo>
                    <a:pt x="50228" y="2430729"/>
                  </a:lnTo>
                  <a:lnTo>
                    <a:pt x="33312" y="2543772"/>
                  </a:lnTo>
                  <a:lnTo>
                    <a:pt x="83553" y="2551290"/>
                  </a:lnTo>
                  <a:lnTo>
                    <a:pt x="75095" y="2607818"/>
                  </a:lnTo>
                  <a:lnTo>
                    <a:pt x="137896" y="2617216"/>
                  </a:lnTo>
                  <a:lnTo>
                    <a:pt x="129438" y="2673731"/>
                  </a:lnTo>
                  <a:lnTo>
                    <a:pt x="179679" y="2681249"/>
                  </a:lnTo>
                  <a:lnTo>
                    <a:pt x="242468" y="2690647"/>
                  </a:lnTo>
                  <a:lnTo>
                    <a:pt x="234010" y="2747175"/>
                  </a:lnTo>
                  <a:lnTo>
                    <a:pt x="284251" y="2754693"/>
                  </a:lnTo>
                  <a:lnTo>
                    <a:pt x="347052" y="2764091"/>
                  </a:lnTo>
                  <a:lnTo>
                    <a:pt x="397294" y="2771610"/>
                  </a:lnTo>
                  <a:lnTo>
                    <a:pt x="460095" y="2781020"/>
                  </a:lnTo>
                  <a:lnTo>
                    <a:pt x="468553" y="2724505"/>
                  </a:lnTo>
                  <a:lnTo>
                    <a:pt x="518795" y="2732011"/>
                  </a:lnTo>
                  <a:lnTo>
                    <a:pt x="527253" y="2675509"/>
                  </a:lnTo>
                  <a:lnTo>
                    <a:pt x="590054" y="2684894"/>
                  </a:lnTo>
                  <a:lnTo>
                    <a:pt x="598512" y="2628392"/>
                  </a:lnTo>
                  <a:lnTo>
                    <a:pt x="648754" y="2635897"/>
                  </a:lnTo>
                  <a:lnTo>
                    <a:pt x="762990" y="1872691"/>
                  </a:lnTo>
                  <a:lnTo>
                    <a:pt x="657225" y="2579370"/>
                  </a:lnTo>
                  <a:lnTo>
                    <a:pt x="720013" y="2588780"/>
                  </a:lnTo>
                  <a:lnTo>
                    <a:pt x="863841" y="1627924"/>
                  </a:lnTo>
                  <a:close/>
                </a:path>
                <a:path w="1620520" h="2781300">
                  <a:moveTo>
                    <a:pt x="1253731" y="1339570"/>
                  </a:moveTo>
                  <a:lnTo>
                    <a:pt x="1190929" y="1330172"/>
                  </a:lnTo>
                  <a:lnTo>
                    <a:pt x="1182471" y="1386687"/>
                  </a:lnTo>
                  <a:lnTo>
                    <a:pt x="1132230" y="1379169"/>
                  </a:lnTo>
                  <a:lnTo>
                    <a:pt x="1123772" y="1435684"/>
                  </a:lnTo>
                  <a:lnTo>
                    <a:pt x="1060970" y="1426286"/>
                  </a:lnTo>
                  <a:lnTo>
                    <a:pt x="1052499" y="1482813"/>
                  </a:lnTo>
                  <a:lnTo>
                    <a:pt x="1002271" y="1475295"/>
                  </a:lnTo>
                  <a:lnTo>
                    <a:pt x="993813" y="1531810"/>
                  </a:lnTo>
                  <a:lnTo>
                    <a:pt x="931011" y="1522412"/>
                  </a:lnTo>
                  <a:lnTo>
                    <a:pt x="922540" y="1578927"/>
                  </a:lnTo>
                  <a:lnTo>
                    <a:pt x="872312" y="1571409"/>
                  </a:lnTo>
                  <a:lnTo>
                    <a:pt x="863841" y="1627924"/>
                  </a:lnTo>
                  <a:lnTo>
                    <a:pt x="728484" y="2532253"/>
                  </a:lnTo>
                  <a:lnTo>
                    <a:pt x="778725" y="2539771"/>
                  </a:lnTo>
                  <a:lnTo>
                    <a:pt x="787184" y="2483269"/>
                  </a:lnTo>
                  <a:lnTo>
                    <a:pt x="849985" y="2492654"/>
                  </a:lnTo>
                  <a:lnTo>
                    <a:pt x="858443" y="2436152"/>
                  </a:lnTo>
                  <a:lnTo>
                    <a:pt x="908685" y="2443657"/>
                  </a:lnTo>
                  <a:lnTo>
                    <a:pt x="917143" y="2387142"/>
                  </a:lnTo>
                  <a:lnTo>
                    <a:pt x="979944" y="2396540"/>
                  </a:lnTo>
                  <a:lnTo>
                    <a:pt x="988402" y="2340025"/>
                  </a:lnTo>
                  <a:lnTo>
                    <a:pt x="1038644" y="2347531"/>
                  </a:lnTo>
                  <a:lnTo>
                    <a:pt x="1047102" y="2291029"/>
                  </a:lnTo>
                  <a:lnTo>
                    <a:pt x="1109903" y="2300414"/>
                  </a:lnTo>
                  <a:lnTo>
                    <a:pt x="1253731" y="1339570"/>
                  </a:lnTo>
                  <a:close/>
                </a:path>
                <a:path w="1620520" h="2781300">
                  <a:moveTo>
                    <a:pt x="1620062" y="7518"/>
                  </a:moveTo>
                  <a:lnTo>
                    <a:pt x="1569821" y="0"/>
                  </a:lnTo>
                  <a:lnTo>
                    <a:pt x="1493672" y="508685"/>
                  </a:lnTo>
                  <a:lnTo>
                    <a:pt x="1543913" y="516204"/>
                  </a:lnTo>
                  <a:lnTo>
                    <a:pt x="1620062" y="751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1" name="object 5"/>
            <p:cNvSpPr/>
            <p:nvPr/>
          </p:nvSpPr>
          <p:spPr>
            <a:xfrm>
              <a:off x="3189240" y="1619640"/>
              <a:ext cx="3098520" cy="3099600"/>
            </a:xfrm>
            <a:custGeom>
              <a:avLst/>
              <a:gdLst>
                <a:gd name="textAreaLeft" fmla="*/ 0 w 3098520"/>
                <a:gd name="textAreaRight" fmla="*/ 3098880 w 3098520"/>
                <a:gd name="textAreaTop" fmla="*/ 0 h 3099600"/>
                <a:gd name="textAreaBottom" fmla="*/ 3099960 h 3099600"/>
              </a:gdLst>
              <a:ahLst/>
              <a:rect l="textAreaLeft" t="textAreaTop" r="textAreaRight" b="textAreaBottom"/>
              <a:pathLst>
                <a:path w="3098800" h="3100070">
                  <a:moveTo>
                    <a:pt x="1645939" y="1929210"/>
                  </a:moveTo>
                  <a:lnTo>
                    <a:pt x="1654399" y="1872690"/>
                  </a:lnTo>
                  <a:lnTo>
                    <a:pt x="1710920" y="1881150"/>
                  </a:lnTo>
                  <a:lnTo>
                    <a:pt x="1702459" y="1937671"/>
                  </a:lnTo>
                  <a:lnTo>
                    <a:pt x="1645939" y="1929210"/>
                  </a:lnTo>
                  <a:close/>
                </a:path>
                <a:path w="3098800" h="3100070">
                  <a:moveTo>
                    <a:pt x="1629018" y="2042251"/>
                  </a:moveTo>
                  <a:lnTo>
                    <a:pt x="1637479" y="1985730"/>
                  </a:lnTo>
                  <a:lnTo>
                    <a:pt x="1693999" y="1994191"/>
                  </a:lnTo>
                  <a:lnTo>
                    <a:pt x="1685539" y="2050711"/>
                  </a:lnTo>
                  <a:lnTo>
                    <a:pt x="1629018" y="2042251"/>
                  </a:lnTo>
                  <a:close/>
                </a:path>
                <a:path w="3098800" h="3100070">
                  <a:moveTo>
                    <a:pt x="1614800" y="1751189"/>
                  </a:moveTo>
                  <a:lnTo>
                    <a:pt x="1623260" y="1694669"/>
                  </a:lnTo>
                  <a:lnTo>
                    <a:pt x="1679780" y="1703129"/>
                  </a:lnTo>
                  <a:lnTo>
                    <a:pt x="1671320" y="1759649"/>
                  </a:lnTo>
                  <a:lnTo>
                    <a:pt x="1614800" y="1751189"/>
                  </a:lnTo>
                  <a:close/>
                </a:path>
                <a:path w="3098800" h="3100070">
                  <a:moveTo>
                    <a:pt x="1597879" y="1864229"/>
                  </a:moveTo>
                  <a:lnTo>
                    <a:pt x="1606339" y="1807709"/>
                  </a:lnTo>
                  <a:lnTo>
                    <a:pt x="1662860" y="1816170"/>
                  </a:lnTo>
                  <a:lnTo>
                    <a:pt x="1654399" y="1872690"/>
                  </a:lnTo>
                  <a:lnTo>
                    <a:pt x="1597879" y="1864229"/>
                  </a:lnTo>
                  <a:close/>
                </a:path>
                <a:path w="3098800" h="3100070">
                  <a:moveTo>
                    <a:pt x="1580958" y="1977270"/>
                  </a:moveTo>
                  <a:lnTo>
                    <a:pt x="1589419" y="1920750"/>
                  </a:lnTo>
                  <a:lnTo>
                    <a:pt x="1645939" y="1929210"/>
                  </a:lnTo>
                  <a:lnTo>
                    <a:pt x="1637479" y="1985730"/>
                  </a:lnTo>
                  <a:lnTo>
                    <a:pt x="1580958" y="1977270"/>
                  </a:lnTo>
                  <a:close/>
                </a:path>
                <a:path w="3098800" h="3100070">
                  <a:moveTo>
                    <a:pt x="1549819" y="1799249"/>
                  </a:moveTo>
                  <a:lnTo>
                    <a:pt x="1558280" y="1742729"/>
                  </a:lnTo>
                  <a:lnTo>
                    <a:pt x="1614800" y="1751189"/>
                  </a:lnTo>
                  <a:lnTo>
                    <a:pt x="1606339" y="1807709"/>
                  </a:lnTo>
                  <a:lnTo>
                    <a:pt x="1549819" y="1799249"/>
                  </a:lnTo>
                  <a:close/>
                </a:path>
                <a:path w="3098800" h="3100070">
                  <a:moveTo>
                    <a:pt x="1532898" y="1912289"/>
                  </a:moveTo>
                  <a:lnTo>
                    <a:pt x="1541359" y="1855769"/>
                  </a:lnTo>
                  <a:lnTo>
                    <a:pt x="1597879" y="1864229"/>
                  </a:lnTo>
                  <a:lnTo>
                    <a:pt x="1589419" y="1920750"/>
                  </a:lnTo>
                  <a:lnTo>
                    <a:pt x="1532898" y="1912289"/>
                  </a:lnTo>
                  <a:close/>
                </a:path>
                <a:path w="3098800" h="3100070">
                  <a:moveTo>
                    <a:pt x="1484838" y="1847309"/>
                  </a:moveTo>
                  <a:lnTo>
                    <a:pt x="1493299" y="1790788"/>
                  </a:lnTo>
                  <a:lnTo>
                    <a:pt x="1549819" y="1799249"/>
                  </a:lnTo>
                  <a:lnTo>
                    <a:pt x="1541359" y="1855769"/>
                  </a:lnTo>
                  <a:lnTo>
                    <a:pt x="1484838" y="1847309"/>
                  </a:lnTo>
                  <a:close/>
                </a:path>
                <a:path w="3098800" h="3100070">
                  <a:moveTo>
                    <a:pt x="1364594" y="1887096"/>
                  </a:moveTo>
                  <a:lnTo>
                    <a:pt x="1373054" y="1830576"/>
                  </a:lnTo>
                  <a:lnTo>
                    <a:pt x="1428318" y="1838848"/>
                  </a:lnTo>
                  <a:lnTo>
                    <a:pt x="1419858" y="1895369"/>
                  </a:lnTo>
                  <a:lnTo>
                    <a:pt x="1364594" y="1887096"/>
                  </a:lnTo>
                  <a:close/>
                </a:path>
                <a:path w="3098800" h="3100070">
                  <a:moveTo>
                    <a:pt x="1299613" y="1935156"/>
                  </a:moveTo>
                  <a:lnTo>
                    <a:pt x="1308073" y="1878636"/>
                  </a:lnTo>
                  <a:lnTo>
                    <a:pt x="1364594" y="1887096"/>
                  </a:lnTo>
                  <a:lnTo>
                    <a:pt x="1354877" y="1943429"/>
                  </a:lnTo>
                  <a:lnTo>
                    <a:pt x="1299613" y="1935156"/>
                  </a:lnTo>
                  <a:close/>
                </a:path>
                <a:path w="3098800" h="3100070">
                  <a:moveTo>
                    <a:pt x="1251553" y="1870176"/>
                  </a:moveTo>
                  <a:lnTo>
                    <a:pt x="1260013" y="1813655"/>
                  </a:lnTo>
                  <a:lnTo>
                    <a:pt x="1316534" y="1822116"/>
                  </a:lnTo>
                  <a:lnTo>
                    <a:pt x="1308073" y="1878636"/>
                  </a:lnTo>
                  <a:lnTo>
                    <a:pt x="1251553" y="1870176"/>
                  </a:lnTo>
                  <a:close/>
                </a:path>
                <a:path w="3098800" h="3100070">
                  <a:moveTo>
                    <a:pt x="1234632" y="1983216"/>
                  </a:moveTo>
                  <a:lnTo>
                    <a:pt x="1243093" y="1926696"/>
                  </a:lnTo>
                  <a:lnTo>
                    <a:pt x="1299613" y="1935156"/>
                  </a:lnTo>
                  <a:lnTo>
                    <a:pt x="1291152" y="1991677"/>
                  </a:lnTo>
                  <a:lnTo>
                    <a:pt x="1234632" y="1983216"/>
                  </a:lnTo>
                  <a:close/>
                </a:path>
                <a:path w="3098800" h="3100070">
                  <a:moveTo>
                    <a:pt x="1186572" y="1918236"/>
                  </a:moveTo>
                  <a:lnTo>
                    <a:pt x="1195033" y="1861715"/>
                  </a:lnTo>
                  <a:lnTo>
                    <a:pt x="1251553" y="1870176"/>
                  </a:lnTo>
                  <a:lnTo>
                    <a:pt x="1243093" y="1926696"/>
                  </a:lnTo>
                  <a:lnTo>
                    <a:pt x="1186572" y="1918236"/>
                  </a:lnTo>
                  <a:close/>
                </a:path>
                <a:path w="3098800" h="3100070">
                  <a:moveTo>
                    <a:pt x="1169652" y="2031276"/>
                  </a:moveTo>
                  <a:lnTo>
                    <a:pt x="1178112" y="1974756"/>
                  </a:lnTo>
                  <a:lnTo>
                    <a:pt x="1234632" y="1983216"/>
                  </a:lnTo>
                  <a:lnTo>
                    <a:pt x="1226172" y="2039737"/>
                  </a:lnTo>
                  <a:lnTo>
                    <a:pt x="1169652" y="2031276"/>
                  </a:lnTo>
                  <a:close/>
                </a:path>
                <a:path w="3098800" h="3100070">
                  <a:moveTo>
                    <a:pt x="1121592" y="1966295"/>
                  </a:moveTo>
                  <a:lnTo>
                    <a:pt x="1130052" y="1909775"/>
                  </a:lnTo>
                  <a:lnTo>
                    <a:pt x="1186572" y="1918236"/>
                  </a:lnTo>
                  <a:lnTo>
                    <a:pt x="1178112" y="1974756"/>
                  </a:lnTo>
                  <a:lnTo>
                    <a:pt x="1121592" y="1966295"/>
                  </a:lnTo>
                  <a:close/>
                </a:path>
                <a:path w="3098800" h="3100070">
                  <a:moveTo>
                    <a:pt x="1104671" y="2079336"/>
                  </a:moveTo>
                  <a:lnTo>
                    <a:pt x="1113131" y="2022816"/>
                  </a:lnTo>
                  <a:lnTo>
                    <a:pt x="1169652" y="2031276"/>
                  </a:lnTo>
                  <a:lnTo>
                    <a:pt x="1161191" y="2087796"/>
                  </a:lnTo>
                  <a:lnTo>
                    <a:pt x="1104671" y="2079336"/>
                  </a:lnTo>
                  <a:close/>
                </a:path>
                <a:path w="3098800" h="3100070">
                  <a:moveTo>
                    <a:pt x="1056611" y="2014355"/>
                  </a:moveTo>
                  <a:lnTo>
                    <a:pt x="1065071" y="1957835"/>
                  </a:lnTo>
                  <a:lnTo>
                    <a:pt x="1121592" y="1966295"/>
                  </a:lnTo>
                  <a:lnTo>
                    <a:pt x="1113131" y="2022816"/>
                  </a:lnTo>
                  <a:lnTo>
                    <a:pt x="1056611" y="2014355"/>
                  </a:lnTo>
                  <a:close/>
                </a:path>
                <a:path w="3098800" h="3100070">
                  <a:moveTo>
                    <a:pt x="1039690" y="2127396"/>
                  </a:moveTo>
                  <a:lnTo>
                    <a:pt x="1048151" y="2070876"/>
                  </a:lnTo>
                  <a:lnTo>
                    <a:pt x="1104671" y="2079336"/>
                  </a:lnTo>
                  <a:lnTo>
                    <a:pt x="1096210" y="2135856"/>
                  </a:lnTo>
                  <a:lnTo>
                    <a:pt x="1039690" y="2127396"/>
                  </a:lnTo>
                  <a:close/>
                </a:path>
                <a:path w="3098800" h="3100070">
                  <a:moveTo>
                    <a:pt x="991630" y="2062415"/>
                  </a:moveTo>
                  <a:lnTo>
                    <a:pt x="1000091" y="2005895"/>
                  </a:lnTo>
                  <a:lnTo>
                    <a:pt x="1056611" y="2014355"/>
                  </a:lnTo>
                  <a:lnTo>
                    <a:pt x="1048151" y="2070876"/>
                  </a:lnTo>
                  <a:lnTo>
                    <a:pt x="991630" y="2062415"/>
                  </a:lnTo>
                  <a:close/>
                </a:path>
                <a:path w="3098800" h="3100070">
                  <a:moveTo>
                    <a:pt x="974710" y="2175456"/>
                  </a:moveTo>
                  <a:lnTo>
                    <a:pt x="983170" y="2118936"/>
                  </a:lnTo>
                  <a:lnTo>
                    <a:pt x="1039690" y="2127396"/>
                  </a:lnTo>
                  <a:lnTo>
                    <a:pt x="1031230" y="2183916"/>
                  </a:lnTo>
                  <a:lnTo>
                    <a:pt x="974710" y="2175456"/>
                  </a:lnTo>
                  <a:close/>
                </a:path>
                <a:path w="3098800" h="3100070">
                  <a:moveTo>
                    <a:pt x="926650" y="2110475"/>
                  </a:moveTo>
                  <a:lnTo>
                    <a:pt x="935110" y="2053955"/>
                  </a:lnTo>
                  <a:lnTo>
                    <a:pt x="991630" y="2062415"/>
                  </a:lnTo>
                  <a:lnTo>
                    <a:pt x="983170" y="2118936"/>
                  </a:lnTo>
                  <a:lnTo>
                    <a:pt x="926650" y="2110475"/>
                  </a:lnTo>
                  <a:close/>
                </a:path>
                <a:path w="3098800" h="3100070">
                  <a:moveTo>
                    <a:pt x="909729" y="2223516"/>
                  </a:moveTo>
                  <a:lnTo>
                    <a:pt x="918189" y="2166996"/>
                  </a:lnTo>
                  <a:lnTo>
                    <a:pt x="974710" y="2175456"/>
                  </a:lnTo>
                  <a:lnTo>
                    <a:pt x="966249" y="2231976"/>
                  </a:lnTo>
                  <a:lnTo>
                    <a:pt x="909729" y="2223516"/>
                  </a:lnTo>
                  <a:close/>
                </a:path>
                <a:path w="3098800" h="3100070">
                  <a:moveTo>
                    <a:pt x="892808" y="2336557"/>
                  </a:moveTo>
                  <a:lnTo>
                    <a:pt x="901268" y="2280036"/>
                  </a:lnTo>
                  <a:lnTo>
                    <a:pt x="957789" y="2288497"/>
                  </a:lnTo>
                  <a:lnTo>
                    <a:pt x="949328" y="2345017"/>
                  </a:lnTo>
                  <a:lnTo>
                    <a:pt x="892808" y="2336557"/>
                  </a:lnTo>
                  <a:close/>
                </a:path>
                <a:path w="3098800" h="3100070">
                  <a:moveTo>
                    <a:pt x="861669" y="2158535"/>
                  </a:moveTo>
                  <a:lnTo>
                    <a:pt x="870129" y="2102015"/>
                  </a:lnTo>
                  <a:lnTo>
                    <a:pt x="926650" y="2110475"/>
                  </a:lnTo>
                  <a:lnTo>
                    <a:pt x="918189" y="2166996"/>
                  </a:lnTo>
                  <a:lnTo>
                    <a:pt x="861669" y="2158535"/>
                  </a:lnTo>
                  <a:close/>
                </a:path>
                <a:path w="3098800" h="3100070">
                  <a:moveTo>
                    <a:pt x="844748" y="2271576"/>
                  </a:moveTo>
                  <a:lnTo>
                    <a:pt x="853209" y="2215056"/>
                  </a:lnTo>
                  <a:lnTo>
                    <a:pt x="909729" y="2223516"/>
                  </a:lnTo>
                  <a:lnTo>
                    <a:pt x="901268" y="2280036"/>
                  </a:lnTo>
                  <a:lnTo>
                    <a:pt x="844748" y="2271576"/>
                  </a:lnTo>
                  <a:close/>
                </a:path>
                <a:path w="3098800" h="3100070">
                  <a:moveTo>
                    <a:pt x="827827" y="2384616"/>
                  </a:moveTo>
                  <a:lnTo>
                    <a:pt x="836288" y="2328096"/>
                  </a:lnTo>
                  <a:lnTo>
                    <a:pt x="892808" y="2336557"/>
                  </a:lnTo>
                  <a:lnTo>
                    <a:pt x="884348" y="2393077"/>
                  </a:lnTo>
                  <a:lnTo>
                    <a:pt x="827827" y="2384616"/>
                  </a:lnTo>
                  <a:close/>
                </a:path>
                <a:path w="3098800" h="3100070">
                  <a:moveTo>
                    <a:pt x="796688" y="2206595"/>
                  </a:moveTo>
                  <a:lnTo>
                    <a:pt x="805149" y="2150075"/>
                  </a:lnTo>
                  <a:lnTo>
                    <a:pt x="861669" y="2158535"/>
                  </a:lnTo>
                  <a:lnTo>
                    <a:pt x="853209" y="2215056"/>
                  </a:lnTo>
                  <a:lnTo>
                    <a:pt x="796688" y="2206595"/>
                  </a:lnTo>
                  <a:close/>
                </a:path>
                <a:path w="3098800" h="3100070">
                  <a:moveTo>
                    <a:pt x="779768" y="2319636"/>
                  </a:moveTo>
                  <a:lnTo>
                    <a:pt x="788228" y="2263115"/>
                  </a:lnTo>
                  <a:lnTo>
                    <a:pt x="844748" y="2271576"/>
                  </a:lnTo>
                  <a:lnTo>
                    <a:pt x="836288" y="2328096"/>
                  </a:lnTo>
                  <a:lnTo>
                    <a:pt x="779768" y="2319636"/>
                  </a:lnTo>
                  <a:close/>
                </a:path>
                <a:path w="3098800" h="3100070">
                  <a:moveTo>
                    <a:pt x="762847" y="2432676"/>
                  </a:moveTo>
                  <a:lnTo>
                    <a:pt x="771307" y="2376156"/>
                  </a:lnTo>
                  <a:lnTo>
                    <a:pt x="827827" y="2384616"/>
                  </a:lnTo>
                  <a:lnTo>
                    <a:pt x="819367" y="2441137"/>
                  </a:lnTo>
                  <a:lnTo>
                    <a:pt x="762847" y="2432676"/>
                  </a:lnTo>
                  <a:close/>
                </a:path>
                <a:path w="3098800" h="3100070">
                  <a:moveTo>
                    <a:pt x="745926" y="2545717"/>
                  </a:moveTo>
                  <a:lnTo>
                    <a:pt x="754386" y="2489197"/>
                  </a:lnTo>
                  <a:lnTo>
                    <a:pt x="810907" y="2497657"/>
                  </a:lnTo>
                  <a:lnTo>
                    <a:pt x="802446" y="2554177"/>
                  </a:lnTo>
                  <a:lnTo>
                    <a:pt x="745926" y="2545717"/>
                  </a:lnTo>
                  <a:close/>
                </a:path>
                <a:path w="3098800" h="3100070">
                  <a:moveTo>
                    <a:pt x="731708" y="2254655"/>
                  </a:moveTo>
                  <a:lnTo>
                    <a:pt x="740168" y="2198135"/>
                  </a:lnTo>
                  <a:lnTo>
                    <a:pt x="796688" y="2206595"/>
                  </a:lnTo>
                  <a:lnTo>
                    <a:pt x="788228" y="2263115"/>
                  </a:lnTo>
                  <a:lnTo>
                    <a:pt x="731708" y="2254655"/>
                  </a:lnTo>
                  <a:close/>
                </a:path>
                <a:path w="3098800" h="3100070">
                  <a:moveTo>
                    <a:pt x="714787" y="2367696"/>
                  </a:moveTo>
                  <a:lnTo>
                    <a:pt x="723247" y="2311175"/>
                  </a:lnTo>
                  <a:lnTo>
                    <a:pt x="779768" y="2319636"/>
                  </a:lnTo>
                  <a:lnTo>
                    <a:pt x="771307" y="2376156"/>
                  </a:lnTo>
                  <a:lnTo>
                    <a:pt x="714787" y="2367696"/>
                  </a:lnTo>
                  <a:close/>
                </a:path>
                <a:path w="3098800" h="3100070">
                  <a:moveTo>
                    <a:pt x="697866" y="2480736"/>
                  </a:moveTo>
                  <a:lnTo>
                    <a:pt x="706326" y="2424216"/>
                  </a:lnTo>
                  <a:lnTo>
                    <a:pt x="762847" y="2432676"/>
                  </a:lnTo>
                  <a:lnTo>
                    <a:pt x="754386" y="2489197"/>
                  </a:lnTo>
                  <a:lnTo>
                    <a:pt x="697866" y="2480736"/>
                  </a:lnTo>
                  <a:close/>
                </a:path>
                <a:path w="3098800" h="3100070">
                  <a:moveTo>
                    <a:pt x="680945" y="2593777"/>
                  </a:moveTo>
                  <a:lnTo>
                    <a:pt x="689406" y="2537257"/>
                  </a:lnTo>
                  <a:lnTo>
                    <a:pt x="745926" y="2545717"/>
                  </a:lnTo>
                  <a:lnTo>
                    <a:pt x="737466" y="2602237"/>
                  </a:lnTo>
                  <a:lnTo>
                    <a:pt x="680945" y="2593777"/>
                  </a:lnTo>
                  <a:close/>
                </a:path>
                <a:path w="3098800" h="3100070">
                  <a:moveTo>
                    <a:pt x="666727" y="2302715"/>
                  </a:moveTo>
                  <a:lnTo>
                    <a:pt x="675187" y="2246195"/>
                  </a:lnTo>
                  <a:lnTo>
                    <a:pt x="731708" y="2254655"/>
                  </a:lnTo>
                  <a:lnTo>
                    <a:pt x="723247" y="2311175"/>
                  </a:lnTo>
                  <a:lnTo>
                    <a:pt x="666727" y="2302715"/>
                  </a:lnTo>
                  <a:close/>
                </a:path>
                <a:path w="3098800" h="3100070">
                  <a:moveTo>
                    <a:pt x="649806" y="2415756"/>
                  </a:moveTo>
                  <a:lnTo>
                    <a:pt x="658267" y="2359235"/>
                  </a:lnTo>
                  <a:lnTo>
                    <a:pt x="714787" y="2367696"/>
                  </a:lnTo>
                  <a:lnTo>
                    <a:pt x="706326" y="2424216"/>
                  </a:lnTo>
                  <a:lnTo>
                    <a:pt x="649806" y="2415756"/>
                  </a:lnTo>
                  <a:close/>
                </a:path>
                <a:path w="3098800" h="3100070">
                  <a:moveTo>
                    <a:pt x="632885" y="2528796"/>
                  </a:moveTo>
                  <a:lnTo>
                    <a:pt x="641346" y="2472276"/>
                  </a:lnTo>
                  <a:lnTo>
                    <a:pt x="697866" y="2480736"/>
                  </a:lnTo>
                  <a:lnTo>
                    <a:pt x="689406" y="2537257"/>
                  </a:lnTo>
                  <a:lnTo>
                    <a:pt x="632885" y="2528796"/>
                  </a:lnTo>
                  <a:close/>
                </a:path>
                <a:path w="3098800" h="3100070">
                  <a:moveTo>
                    <a:pt x="615965" y="2641837"/>
                  </a:moveTo>
                  <a:lnTo>
                    <a:pt x="624425" y="2585317"/>
                  </a:lnTo>
                  <a:lnTo>
                    <a:pt x="680945" y="2593777"/>
                  </a:lnTo>
                  <a:lnTo>
                    <a:pt x="672485" y="2650297"/>
                  </a:lnTo>
                  <a:lnTo>
                    <a:pt x="615965" y="2641837"/>
                  </a:lnTo>
                  <a:close/>
                </a:path>
                <a:path w="3098800" h="3100070">
                  <a:moveTo>
                    <a:pt x="601746" y="2350775"/>
                  </a:moveTo>
                  <a:lnTo>
                    <a:pt x="610207" y="2294255"/>
                  </a:lnTo>
                  <a:lnTo>
                    <a:pt x="666727" y="2302715"/>
                  </a:lnTo>
                  <a:lnTo>
                    <a:pt x="658267" y="2359235"/>
                  </a:lnTo>
                  <a:lnTo>
                    <a:pt x="601746" y="2350775"/>
                  </a:lnTo>
                  <a:close/>
                </a:path>
                <a:path w="3098800" h="3100070">
                  <a:moveTo>
                    <a:pt x="584826" y="2463816"/>
                  </a:moveTo>
                  <a:lnTo>
                    <a:pt x="593286" y="2407295"/>
                  </a:lnTo>
                  <a:lnTo>
                    <a:pt x="649806" y="2415756"/>
                  </a:lnTo>
                  <a:lnTo>
                    <a:pt x="641346" y="2472276"/>
                  </a:lnTo>
                  <a:lnTo>
                    <a:pt x="584826" y="2463816"/>
                  </a:lnTo>
                  <a:close/>
                </a:path>
                <a:path w="3098800" h="3100070">
                  <a:moveTo>
                    <a:pt x="567905" y="2576856"/>
                  </a:moveTo>
                  <a:lnTo>
                    <a:pt x="576365" y="2520336"/>
                  </a:lnTo>
                  <a:lnTo>
                    <a:pt x="632885" y="2528796"/>
                  </a:lnTo>
                  <a:lnTo>
                    <a:pt x="624425" y="2585317"/>
                  </a:lnTo>
                  <a:lnTo>
                    <a:pt x="567905" y="2576856"/>
                  </a:lnTo>
                  <a:close/>
                </a:path>
                <a:path w="3098800" h="3100070">
                  <a:moveTo>
                    <a:pt x="550984" y="2689897"/>
                  </a:moveTo>
                  <a:lnTo>
                    <a:pt x="559444" y="2633377"/>
                  </a:lnTo>
                  <a:lnTo>
                    <a:pt x="615965" y="2641837"/>
                  </a:lnTo>
                  <a:lnTo>
                    <a:pt x="607504" y="2698357"/>
                  </a:lnTo>
                  <a:lnTo>
                    <a:pt x="550984" y="2689897"/>
                  </a:lnTo>
                  <a:close/>
                </a:path>
                <a:path w="3098800" h="3100070">
                  <a:moveTo>
                    <a:pt x="536766" y="2398835"/>
                  </a:moveTo>
                  <a:lnTo>
                    <a:pt x="545226" y="2342315"/>
                  </a:lnTo>
                  <a:lnTo>
                    <a:pt x="601746" y="2350775"/>
                  </a:lnTo>
                  <a:lnTo>
                    <a:pt x="593286" y="2407295"/>
                  </a:lnTo>
                  <a:lnTo>
                    <a:pt x="536766" y="2398835"/>
                  </a:lnTo>
                  <a:close/>
                </a:path>
                <a:path w="3098800" h="3100070">
                  <a:moveTo>
                    <a:pt x="519845" y="2511876"/>
                  </a:moveTo>
                  <a:lnTo>
                    <a:pt x="528305" y="2455355"/>
                  </a:lnTo>
                  <a:lnTo>
                    <a:pt x="584826" y="2463816"/>
                  </a:lnTo>
                  <a:lnTo>
                    <a:pt x="576365" y="2520336"/>
                  </a:lnTo>
                  <a:lnTo>
                    <a:pt x="519845" y="2511876"/>
                  </a:lnTo>
                  <a:close/>
                </a:path>
                <a:path w="3098800" h="3100070">
                  <a:moveTo>
                    <a:pt x="502924" y="2624916"/>
                  </a:moveTo>
                  <a:lnTo>
                    <a:pt x="511384" y="2568396"/>
                  </a:lnTo>
                  <a:lnTo>
                    <a:pt x="567905" y="2576856"/>
                  </a:lnTo>
                  <a:lnTo>
                    <a:pt x="559444" y="2633377"/>
                  </a:lnTo>
                  <a:lnTo>
                    <a:pt x="502924" y="2624916"/>
                  </a:lnTo>
                  <a:close/>
                </a:path>
                <a:path w="3098800" h="3100070">
                  <a:moveTo>
                    <a:pt x="486003" y="2737957"/>
                  </a:moveTo>
                  <a:lnTo>
                    <a:pt x="494464" y="2681436"/>
                  </a:lnTo>
                  <a:lnTo>
                    <a:pt x="550984" y="2689897"/>
                  </a:lnTo>
                  <a:lnTo>
                    <a:pt x="542524" y="2746417"/>
                  </a:lnTo>
                  <a:lnTo>
                    <a:pt x="486003" y="2737957"/>
                  </a:lnTo>
                  <a:close/>
                </a:path>
                <a:path w="3098800" h="3100070">
                  <a:moveTo>
                    <a:pt x="469083" y="2850997"/>
                  </a:moveTo>
                  <a:lnTo>
                    <a:pt x="477543" y="2794477"/>
                  </a:lnTo>
                  <a:lnTo>
                    <a:pt x="534063" y="2802937"/>
                  </a:lnTo>
                  <a:lnTo>
                    <a:pt x="525603" y="2859458"/>
                  </a:lnTo>
                  <a:lnTo>
                    <a:pt x="469083" y="2850997"/>
                  </a:lnTo>
                  <a:close/>
                </a:path>
                <a:path w="3098800" h="3100070">
                  <a:moveTo>
                    <a:pt x="471785" y="2446895"/>
                  </a:moveTo>
                  <a:lnTo>
                    <a:pt x="480245" y="2390375"/>
                  </a:lnTo>
                  <a:lnTo>
                    <a:pt x="536766" y="2398835"/>
                  </a:lnTo>
                  <a:lnTo>
                    <a:pt x="528305" y="2455355"/>
                  </a:lnTo>
                  <a:lnTo>
                    <a:pt x="471785" y="2446895"/>
                  </a:lnTo>
                  <a:close/>
                </a:path>
                <a:path w="3098800" h="3100070">
                  <a:moveTo>
                    <a:pt x="454864" y="2559935"/>
                  </a:moveTo>
                  <a:lnTo>
                    <a:pt x="463325" y="2503415"/>
                  </a:lnTo>
                  <a:lnTo>
                    <a:pt x="519845" y="2511876"/>
                  </a:lnTo>
                  <a:lnTo>
                    <a:pt x="511384" y="2568396"/>
                  </a:lnTo>
                  <a:lnTo>
                    <a:pt x="454864" y="2559935"/>
                  </a:lnTo>
                  <a:close/>
                </a:path>
                <a:path w="3098800" h="3100070">
                  <a:moveTo>
                    <a:pt x="437943" y="2672976"/>
                  </a:moveTo>
                  <a:lnTo>
                    <a:pt x="446404" y="2616456"/>
                  </a:lnTo>
                  <a:lnTo>
                    <a:pt x="502924" y="2624916"/>
                  </a:lnTo>
                  <a:lnTo>
                    <a:pt x="494464" y="2681436"/>
                  </a:lnTo>
                  <a:lnTo>
                    <a:pt x="437943" y="2672976"/>
                  </a:lnTo>
                  <a:close/>
                </a:path>
                <a:path w="3098800" h="3100070">
                  <a:moveTo>
                    <a:pt x="421023" y="2786017"/>
                  </a:moveTo>
                  <a:lnTo>
                    <a:pt x="429483" y="2729496"/>
                  </a:lnTo>
                  <a:lnTo>
                    <a:pt x="486003" y="2737957"/>
                  </a:lnTo>
                  <a:lnTo>
                    <a:pt x="477543" y="2794477"/>
                  </a:lnTo>
                  <a:lnTo>
                    <a:pt x="421023" y="2786017"/>
                  </a:lnTo>
                  <a:close/>
                </a:path>
                <a:path w="3098800" h="3100070">
                  <a:moveTo>
                    <a:pt x="404102" y="2899057"/>
                  </a:moveTo>
                  <a:lnTo>
                    <a:pt x="412562" y="2842537"/>
                  </a:lnTo>
                  <a:lnTo>
                    <a:pt x="469083" y="2850997"/>
                  </a:lnTo>
                  <a:lnTo>
                    <a:pt x="460622" y="2907518"/>
                  </a:lnTo>
                  <a:lnTo>
                    <a:pt x="404102" y="2899057"/>
                  </a:lnTo>
                  <a:close/>
                </a:path>
                <a:path w="3098800" h="3100070">
                  <a:moveTo>
                    <a:pt x="406804" y="2494955"/>
                  </a:moveTo>
                  <a:lnTo>
                    <a:pt x="415265" y="2438435"/>
                  </a:lnTo>
                  <a:lnTo>
                    <a:pt x="471785" y="2446895"/>
                  </a:lnTo>
                  <a:lnTo>
                    <a:pt x="463325" y="2503415"/>
                  </a:lnTo>
                  <a:lnTo>
                    <a:pt x="406804" y="2494955"/>
                  </a:lnTo>
                  <a:close/>
                </a:path>
                <a:path w="3098800" h="3100070">
                  <a:moveTo>
                    <a:pt x="389884" y="2607995"/>
                  </a:moveTo>
                  <a:lnTo>
                    <a:pt x="398344" y="2551475"/>
                  </a:lnTo>
                  <a:lnTo>
                    <a:pt x="454864" y="2559935"/>
                  </a:lnTo>
                  <a:lnTo>
                    <a:pt x="446404" y="2616456"/>
                  </a:lnTo>
                  <a:lnTo>
                    <a:pt x="389884" y="2607995"/>
                  </a:lnTo>
                  <a:close/>
                </a:path>
                <a:path w="3098800" h="3100070">
                  <a:moveTo>
                    <a:pt x="372963" y="2721036"/>
                  </a:moveTo>
                  <a:lnTo>
                    <a:pt x="381423" y="2664516"/>
                  </a:lnTo>
                  <a:lnTo>
                    <a:pt x="437943" y="2672976"/>
                  </a:lnTo>
                  <a:lnTo>
                    <a:pt x="429483" y="2729496"/>
                  </a:lnTo>
                  <a:lnTo>
                    <a:pt x="372963" y="2721036"/>
                  </a:lnTo>
                  <a:close/>
                </a:path>
                <a:path w="3098800" h="3100070">
                  <a:moveTo>
                    <a:pt x="356042" y="2834077"/>
                  </a:moveTo>
                  <a:lnTo>
                    <a:pt x="364502" y="2777556"/>
                  </a:lnTo>
                  <a:lnTo>
                    <a:pt x="421023" y="2786017"/>
                  </a:lnTo>
                  <a:lnTo>
                    <a:pt x="412562" y="2842537"/>
                  </a:lnTo>
                  <a:lnTo>
                    <a:pt x="356042" y="2834077"/>
                  </a:lnTo>
                  <a:close/>
                </a:path>
                <a:path w="3098800" h="3100070">
                  <a:moveTo>
                    <a:pt x="339121" y="2947117"/>
                  </a:moveTo>
                  <a:lnTo>
                    <a:pt x="347582" y="2890597"/>
                  </a:lnTo>
                  <a:lnTo>
                    <a:pt x="404102" y="2899057"/>
                  </a:lnTo>
                  <a:lnTo>
                    <a:pt x="395642" y="2955578"/>
                  </a:lnTo>
                  <a:lnTo>
                    <a:pt x="339121" y="2947117"/>
                  </a:lnTo>
                  <a:close/>
                </a:path>
                <a:path w="3098800" h="3100070">
                  <a:moveTo>
                    <a:pt x="341824" y="2543015"/>
                  </a:moveTo>
                  <a:lnTo>
                    <a:pt x="350284" y="2486494"/>
                  </a:lnTo>
                  <a:lnTo>
                    <a:pt x="406804" y="2494955"/>
                  </a:lnTo>
                  <a:lnTo>
                    <a:pt x="398344" y="2551475"/>
                  </a:lnTo>
                  <a:lnTo>
                    <a:pt x="341824" y="2543015"/>
                  </a:lnTo>
                  <a:close/>
                </a:path>
                <a:path w="3098800" h="3100070">
                  <a:moveTo>
                    <a:pt x="324903" y="2656055"/>
                  </a:moveTo>
                  <a:lnTo>
                    <a:pt x="333363" y="2599535"/>
                  </a:lnTo>
                  <a:lnTo>
                    <a:pt x="389884" y="2607995"/>
                  </a:lnTo>
                  <a:lnTo>
                    <a:pt x="381423" y="2664516"/>
                  </a:lnTo>
                  <a:lnTo>
                    <a:pt x="324903" y="2656055"/>
                  </a:lnTo>
                  <a:close/>
                </a:path>
                <a:path w="3098800" h="3100070">
                  <a:moveTo>
                    <a:pt x="307982" y="2769096"/>
                  </a:moveTo>
                  <a:lnTo>
                    <a:pt x="316442" y="2712576"/>
                  </a:lnTo>
                  <a:lnTo>
                    <a:pt x="372963" y="2721036"/>
                  </a:lnTo>
                  <a:lnTo>
                    <a:pt x="364502" y="2777556"/>
                  </a:lnTo>
                  <a:lnTo>
                    <a:pt x="307982" y="2769096"/>
                  </a:lnTo>
                  <a:close/>
                </a:path>
                <a:path w="3098800" h="3100070">
                  <a:moveTo>
                    <a:pt x="291061" y="2882137"/>
                  </a:moveTo>
                  <a:lnTo>
                    <a:pt x="299522" y="2825616"/>
                  </a:lnTo>
                  <a:lnTo>
                    <a:pt x="356042" y="2834077"/>
                  </a:lnTo>
                  <a:lnTo>
                    <a:pt x="347582" y="2890597"/>
                  </a:lnTo>
                  <a:lnTo>
                    <a:pt x="291061" y="2882137"/>
                  </a:lnTo>
                  <a:close/>
                </a:path>
                <a:path w="3098800" h="3100070">
                  <a:moveTo>
                    <a:pt x="274141" y="2995177"/>
                  </a:moveTo>
                  <a:lnTo>
                    <a:pt x="282601" y="2938657"/>
                  </a:lnTo>
                  <a:lnTo>
                    <a:pt x="339121" y="2947117"/>
                  </a:lnTo>
                  <a:lnTo>
                    <a:pt x="330661" y="3003638"/>
                  </a:lnTo>
                  <a:lnTo>
                    <a:pt x="274141" y="2995177"/>
                  </a:lnTo>
                  <a:close/>
                </a:path>
                <a:path w="3098800" h="3100070">
                  <a:moveTo>
                    <a:pt x="276843" y="2591075"/>
                  </a:moveTo>
                  <a:lnTo>
                    <a:pt x="285303" y="2534554"/>
                  </a:lnTo>
                  <a:lnTo>
                    <a:pt x="341824" y="2543015"/>
                  </a:lnTo>
                  <a:lnTo>
                    <a:pt x="333363" y="2599535"/>
                  </a:lnTo>
                  <a:lnTo>
                    <a:pt x="276843" y="2591075"/>
                  </a:lnTo>
                  <a:close/>
                </a:path>
                <a:path w="3098800" h="3100070">
                  <a:moveTo>
                    <a:pt x="259922" y="2704115"/>
                  </a:moveTo>
                  <a:lnTo>
                    <a:pt x="268383" y="2647595"/>
                  </a:lnTo>
                  <a:lnTo>
                    <a:pt x="324903" y="2656055"/>
                  </a:lnTo>
                  <a:lnTo>
                    <a:pt x="316442" y="2712576"/>
                  </a:lnTo>
                  <a:lnTo>
                    <a:pt x="259922" y="2704115"/>
                  </a:lnTo>
                  <a:close/>
                </a:path>
                <a:path w="3098800" h="3100070">
                  <a:moveTo>
                    <a:pt x="243001" y="2817156"/>
                  </a:moveTo>
                  <a:lnTo>
                    <a:pt x="251462" y="2760636"/>
                  </a:lnTo>
                  <a:lnTo>
                    <a:pt x="307982" y="2769096"/>
                  </a:lnTo>
                  <a:lnTo>
                    <a:pt x="299522" y="2825616"/>
                  </a:lnTo>
                  <a:lnTo>
                    <a:pt x="243001" y="2817156"/>
                  </a:lnTo>
                  <a:close/>
                </a:path>
                <a:path w="3098800" h="3100070">
                  <a:moveTo>
                    <a:pt x="226081" y="2930197"/>
                  </a:moveTo>
                  <a:lnTo>
                    <a:pt x="234541" y="2873676"/>
                  </a:lnTo>
                  <a:lnTo>
                    <a:pt x="291061" y="2882137"/>
                  </a:lnTo>
                  <a:lnTo>
                    <a:pt x="282601" y="2938657"/>
                  </a:lnTo>
                  <a:lnTo>
                    <a:pt x="226081" y="2930197"/>
                  </a:lnTo>
                  <a:close/>
                </a:path>
                <a:path w="3098800" h="3100070">
                  <a:moveTo>
                    <a:pt x="209160" y="3043237"/>
                  </a:moveTo>
                  <a:lnTo>
                    <a:pt x="217620" y="2986717"/>
                  </a:lnTo>
                  <a:lnTo>
                    <a:pt x="274141" y="2995177"/>
                  </a:lnTo>
                  <a:lnTo>
                    <a:pt x="265680" y="3051698"/>
                  </a:lnTo>
                  <a:lnTo>
                    <a:pt x="209160" y="3043237"/>
                  </a:lnTo>
                  <a:close/>
                </a:path>
                <a:path w="3098800" h="3100070">
                  <a:moveTo>
                    <a:pt x="211862" y="2639135"/>
                  </a:moveTo>
                  <a:lnTo>
                    <a:pt x="220323" y="2582614"/>
                  </a:lnTo>
                  <a:lnTo>
                    <a:pt x="276843" y="2591075"/>
                  </a:lnTo>
                  <a:lnTo>
                    <a:pt x="268383" y="2647595"/>
                  </a:lnTo>
                  <a:lnTo>
                    <a:pt x="211862" y="2639135"/>
                  </a:lnTo>
                  <a:close/>
                </a:path>
                <a:path w="3098800" h="3100070">
                  <a:moveTo>
                    <a:pt x="194942" y="2752175"/>
                  </a:moveTo>
                  <a:lnTo>
                    <a:pt x="203402" y="2695655"/>
                  </a:lnTo>
                  <a:lnTo>
                    <a:pt x="259922" y="2704115"/>
                  </a:lnTo>
                  <a:lnTo>
                    <a:pt x="251462" y="2760636"/>
                  </a:lnTo>
                  <a:lnTo>
                    <a:pt x="194942" y="2752175"/>
                  </a:lnTo>
                  <a:close/>
                </a:path>
                <a:path w="3098800" h="3100070">
                  <a:moveTo>
                    <a:pt x="178021" y="2865216"/>
                  </a:moveTo>
                  <a:lnTo>
                    <a:pt x="186481" y="2808696"/>
                  </a:lnTo>
                  <a:lnTo>
                    <a:pt x="243001" y="2817156"/>
                  </a:lnTo>
                  <a:lnTo>
                    <a:pt x="234541" y="2873676"/>
                  </a:lnTo>
                  <a:lnTo>
                    <a:pt x="178021" y="2865216"/>
                  </a:lnTo>
                  <a:close/>
                </a:path>
                <a:path w="3098800" h="3100070">
                  <a:moveTo>
                    <a:pt x="161100" y="2978256"/>
                  </a:moveTo>
                  <a:lnTo>
                    <a:pt x="169560" y="2921736"/>
                  </a:lnTo>
                  <a:lnTo>
                    <a:pt x="226081" y="2930197"/>
                  </a:lnTo>
                  <a:lnTo>
                    <a:pt x="217620" y="2986717"/>
                  </a:lnTo>
                  <a:lnTo>
                    <a:pt x="161100" y="2978256"/>
                  </a:lnTo>
                  <a:close/>
                </a:path>
                <a:path w="3098800" h="3100070">
                  <a:moveTo>
                    <a:pt x="144179" y="3091297"/>
                  </a:moveTo>
                  <a:lnTo>
                    <a:pt x="152640" y="3034777"/>
                  </a:lnTo>
                  <a:lnTo>
                    <a:pt x="209160" y="3043237"/>
                  </a:lnTo>
                  <a:lnTo>
                    <a:pt x="200700" y="3099757"/>
                  </a:lnTo>
                  <a:lnTo>
                    <a:pt x="144179" y="3091297"/>
                  </a:lnTo>
                  <a:close/>
                </a:path>
                <a:path w="3098800" h="3100070">
                  <a:moveTo>
                    <a:pt x="146882" y="2687195"/>
                  </a:moveTo>
                  <a:lnTo>
                    <a:pt x="155342" y="2630674"/>
                  </a:lnTo>
                  <a:lnTo>
                    <a:pt x="211862" y="2639135"/>
                  </a:lnTo>
                  <a:lnTo>
                    <a:pt x="203402" y="2695655"/>
                  </a:lnTo>
                  <a:lnTo>
                    <a:pt x="146882" y="2687195"/>
                  </a:lnTo>
                  <a:close/>
                </a:path>
                <a:path w="3098800" h="3100070">
                  <a:moveTo>
                    <a:pt x="129961" y="2800235"/>
                  </a:moveTo>
                  <a:lnTo>
                    <a:pt x="138421" y="2743715"/>
                  </a:lnTo>
                  <a:lnTo>
                    <a:pt x="194942" y="2752175"/>
                  </a:lnTo>
                  <a:lnTo>
                    <a:pt x="186481" y="2808696"/>
                  </a:lnTo>
                  <a:lnTo>
                    <a:pt x="129961" y="2800235"/>
                  </a:lnTo>
                  <a:close/>
                </a:path>
                <a:path w="3098800" h="3100070">
                  <a:moveTo>
                    <a:pt x="113040" y="2913276"/>
                  </a:moveTo>
                  <a:lnTo>
                    <a:pt x="121500" y="2856756"/>
                  </a:lnTo>
                  <a:lnTo>
                    <a:pt x="178021" y="2865216"/>
                  </a:lnTo>
                  <a:lnTo>
                    <a:pt x="169560" y="2921736"/>
                  </a:lnTo>
                  <a:lnTo>
                    <a:pt x="113040" y="2913276"/>
                  </a:lnTo>
                  <a:close/>
                </a:path>
                <a:path w="3098800" h="3100070">
                  <a:moveTo>
                    <a:pt x="96119" y="3026316"/>
                  </a:moveTo>
                  <a:lnTo>
                    <a:pt x="104580" y="2969796"/>
                  </a:lnTo>
                  <a:lnTo>
                    <a:pt x="161100" y="2978256"/>
                  </a:lnTo>
                  <a:lnTo>
                    <a:pt x="152640" y="3034777"/>
                  </a:lnTo>
                  <a:lnTo>
                    <a:pt x="96119" y="3026316"/>
                  </a:lnTo>
                  <a:close/>
                </a:path>
                <a:path w="3098800" h="3100070">
                  <a:moveTo>
                    <a:pt x="81901" y="2735255"/>
                  </a:moveTo>
                  <a:lnTo>
                    <a:pt x="90361" y="2678734"/>
                  </a:lnTo>
                  <a:lnTo>
                    <a:pt x="146882" y="2687195"/>
                  </a:lnTo>
                  <a:lnTo>
                    <a:pt x="138421" y="2743715"/>
                  </a:lnTo>
                  <a:lnTo>
                    <a:pt x="81901" y="2735255"/>
                  </a:lnTo>
                  <a:close/>
                </a:path>
                <a:path w="3098800" h="3100070">
                  <a:moveTo>
                    <a:pt x="64980" y="2848295"/>
                  </a:moveTo>
                  <a:lnTo>
                    <a:pt x="73441" y="2791775"/>
                  </a:lnTo>
                  <a:lnTo>
                    <a:pt x="129961" y="2800235"/>
                  </a:lnTo>
                  <a:lnTo>
                    <a:pt x="121500" y="2856756"/>
                  </a:lnTo>
                  <a:lnTo>
                    <a:pt x="64980" y="2848295"/>
                  </a:lnTo>
                  <a:close/>
                </a:path>
                <a:path w="3098800" h="3100070">
                  <a:moveTo>
                    <a:pt x="48059" y="2961336"/>
                  </a:moveTo>
                  <a:lnTo>
                    <a:pt x="56520" y="2904815"/>
                  </a:lnTo>
                  <a:lnTo>
                    <a:pt x="113040" y="2913276"/>
                  </a:lnTo>
                  <a:lnTo>
                    <a:pt x="104580" y="2969796"/>
                  </a:lnTo>
                  <a:lnTo>
                    <a:pt x="48059" y="2961336"/>
                  </a:lnTo>
                  <a:close/>
                </a:path>
                <a:path w="3098800" h="3100070">
                  <a:moveTo>
                    <a:pt x="16920" y="2783314"/>
                  </a:moveTo>
                  <a:lnTo>
                    <a:pt x="25381" y="2726794"/>
                  </a:lnTo>
                  <a:lnTo>
                    <a:pt x="81901" y="2735255"/>
                  </a:lnTo>
                  <a:lnTo>
                    <a:pt x="73441" y="2791775"/>
                  </a:lnTo>
                  <a:lnTo>
                    <a:pt x="16920" y="2783314"/>
                  </a:lnTo>
                  <a:close/>
                </a:path>
                <a:path w="3098800" h="3100070">
                  <a:moveTo>
                    <a:pt x="0" y="2896355"/>
                  </a:moveTo>
                  <a:lnTo>
                    <a:pt x="8460" y="2839835"/>
                  </a:lnTo>
                  <a:lnTo>
                    <a:pt x="64980" y="2848295"/>
                  </a:lnTo>
                  <a:lnTo>
                    <a:pt x="56520" y="2904815"/>
                  </a:lnTo>
                  <a:lnTo>
                    <a:pt x="0" y="2896355"/>
                  </a:lnTo>
                  <a:close/>
                </a:path>
                <a:path w="3098800" h="3100070">
                  <a:moveTo>
                    <a:pt x="2926805" y="2294299"/>
                  </a:moveTo>
                  <a:lnTo>
                    <a:pt x="2935265" y="2237779"/>
                  </a:lnTo>
                  <a:lnTo>
                    <a:pt x="2985506" y="2245299"/>
                  </a:lnTo>
                  <a:lnTo>
                    <a:pt x="2977045" y="2301820"/>
                  </a:lnTo>
                  <a:lnTo>
                    <a:pt x="2926805" y="2294299"/>
                  </a:lnTo>
                  <a:close/>
                </a:path>
                <a:path w="3098800" h="3100070">
                  <a:moveTo>
                    <a:pt x="2868104" y="2343299"/>
                  </a:moveTo>
                  <a:lnTo>
                    <a:pt x="2876565" y="2286779"/>
                  </a:lnTo>
                  <a:lnTo>
                    <a:pt x="2926805" y="2294299"/>
                  </a:lnTo>
                  <a:lnTo>
                    <a:pt x="2918345" y="2350820"/>
                  </a:lnTo>
                  <a:lnTo>
                    <a:pt x="2868104" y="2343299"/>
                  </a:lnTo>
                  <a:close/>
                </a:path>
                <a:path w="3098800" h="3100070">
                  <a:moveTo>
                    <a:pt x="2813764" y="2277379"/>
                  </a:moveTo>
                  <a:lnTo>
                    <a:pt x="2822225" y="2220858"/>
                  </a:lnTo>
                  <a:lnTo>
                    <a:pt x="2885025" y="2230259"/>
                  </a:lnTo>
                  <a:lnTo>
                    <a:pt x="2876565" y="2286779"/>
                  </a:lnTo>
                  <a:lnTo>
                    <a:pt x="2813764" y="2277379"/>
                  </a:lnTo>
                  <a:close/>
                </a:path>
                <a:path w="3098800" h="3100070">
                  <a:moveTo>
                    <a:pt x="2771984" y="2213338"/>
                  </a:moveTo>
                  <a:lnTo>
                    <a:pt x="2780445" y="2156818"/>
                  </a:lnTo>
                  <a:lnTo>
                    <a:pt x="2830685" y="2164338"/>
                  </a:lnTo>
                  <a:lnTo>
                    <a:pt x="2822225" y="2220858"/>
                  </a:lnTo>
                  <a:lnTo>
                    <a:pt x="2771984" y="2213338"/>
                  </a:lnTo>
                  <a:close/>
                </a:path>
                <a:path w="3098800" h="3100070">
                  <a:moveTo>
                    <a:pt x="2755064" y="2326379"/>
                  </a:moveTo>
                  <a:lnTo>
                    <a:pt x="2763524" y="2269858"/>
                  </a:lnTo>
                  <a:lnTo>
                    <a:pt x="2813764" y="2277379"/>
                  </a:lnTo>
                  <a:lnTo>
                    <a:pt x="2805304" y="2333899"/>
                  </a:lnTo>
                  <a:lnTo>
                    <a:pt x="2755064" y="2326379"/>
                  </a:lnTo>
                  <a:close/>
                </a:path>
                <a:path w="3098800" h="3100070">
                  <a:moveTo>
                    <a:pt x="2700724" y="2260458"/>
                  </a:moveTo>
                  <a:lnTo>
                    <a:pt x="2709184" y="2203938"/>
                  </a:lnTo>
                  <a:lnTo>
                    <a:pt x="2771984" y="2213338"/>
                  </a:lnTo>
                  <a:lnTo>
                    <a:pt x="2763524" y="2269858"/>
                  </a:lnTo>
                  <a:lnTo>
                    <a:pt x="2700724" y="2260458"/>
                  </a:lnTo>
                  <a:close/>
                </a:path>
                <a:path w="3098800" h="3100070">
                  <a:moveTo>
                    <a:pt x="2658944" y="2196417"/>
                  </a:moveTo>
                  <a:lnTo>
                    <a:pt x="2667404" y="2139897"/>
                  </a:lnTo>
                  <a:lnTo>
                    <a:pt x="2717644" y="2147417"/>
                  </a:lnTo>
                  <a:lnTo>
                    <a:pt x="2709184" y="2203938"/>
                  </a:lnTo>
                  <a:lnTo>
                    <a:pt x="2658944" y="2196417"/>
                  </a:lnTo>
                  <a:close/>
                </a:path>
                <a:path w="3098800" h="3100070">
                  <a:moveTo>
                    <a:pt x="2642023" y="2309458"/>
                  </a:moveTo>
                  <a:lnTo>
                    <a:pt x="2650483" y="2252938"/>
                  </a:lnTo>
                  <a:lnTo>
                    <a:pt x="2700724" y="2260458"/>
                  </a:lnTo>
                  <a:lnTo>
                    <a:pt x="2692263" y="2316978"/>
                  </a:lnTo>
                  <a:lnTo>
                    <a:pt x="2642023" y="2309458"/>
                  </a:lnTo>
                  <a:close/>
                </a:path>
                <a:path w="3098800" h="3100070">
                  <a:moveTo>
                    <a:pt x="2587683" y="2243537"/>
                  </a:moveTo>
                  <a:lnTo>
                    <a:pt x="2596144" y="2187017"/>
                  </a:lnTo>
                  <a:lnTo>
                    <a:pt x="2658944" y="2196417"/>
                  </a:lnTo>
                  <a:lnTo>
                    <a:pt x="2650483" y="2252938"/>
                  </a:lnTo>
                  <a:lnTo>
                    <a:pt x="2587683" y="2243537"/>
                  </a:lnTo>
                  <a:close/>
                </a:path>
                <a:path w="3098800" h="3100070">
                  <a:moveTo>
                    <a:pt x="2545903" y="2179497"/>
                  </a:moveTo>
                  <a:lnTo>
                    <a:pt x="2554364" y="2122976"/>
                  </a:lnTo>
                  <a:lnTo>
                    <a:pt x="2604604" y="2130497"/>
                  </a:lnTo>
                  <a:lnTo>
                    <a:pt x="2596144" y="2187017"/>
                  </a:lnTo>
                  <a:lnTo>
                    <a:pt x="2545903" y="2179497"/>
                  </a:lnTo>
                  <a:close/>
                </a:path>
                <a:path w="3098800" h="3100070">
                  <a:moveTo>
                    <a:pt x="2528983" y="2292537"/>
                  </a:moveTo>
                  <a:lnTo>
                    <a:pt x="2537443" y="2236017"/>
                  </a:lnTo>
                  <a:lnTo>
                    <a:pt x="2587683" y="2243537"/>
                  </a:lnTo>
                  <a:lnTo>
                    <a:pt x="2579223" y="2300058"/>
                  </a:lnTo>
                  <a:lnTo>
                    <a:pt x="2528983" y="2292537"/>
                  </a:lnTo>
                  <a:close/>
                </a:path>
                <a:path w="3098800" h="3100070">
                  <a:moveTo>
                    <a:pt x="2491563" y="2113576"/>
                  </a:moveTo>
                  <a:lnTo>
                    <a:pt x="2500024" y="2057056"/>
                  </a:lnTo>
                  <a:lnTo>
                    <a:pt x="2562824" y="2066456"/>
                  </a:lnTo>
                  <a:lnTo>
                    <a:pt x="2554364" y="2122976"/>
                  </a:lnTo>
                  <a:lnTo>
                    <a:pt x="2491563" y="2113576"/>
                  </a:lnTo>
                  <a:close/>
                </a:path>
                <a:path w="3098800" h="3100070">
                  <a:moveTo>
                    <a:pt x="2474643" y="2226617"/>
                  </a:moveTo>
                  <a:lnTo>
                    <a:pt x="2483103" y="2170096"/>
                  </a:lnTo>
                  <a:lnTo>
                    <a:pt x="2545903" y="2179497"/>
                  </a:lnTo>
                  <a:lnTo>
                    <a:pt x="2537443" y="2236017"/>
                  </a:lnTo>
                  <a:lnTo>
                    <a:pt x="2474643" y="2226617"/>
                  </a:lnTo>
                  <a:close/>
                </a:path>
                <a:path w="3098800" h="3100070">
                  <a:moveTo>
                    <a:pt x="2432863" y="2162576"/>
                  </a:moveTo>
                  <a:lnTo>
                    <a:pt x="2441323" y="2106056"/>
                  </a:lnTo>
                  <a:lnTo>
                    <a:pt x="2491563" y="2113576"/>
                  </a:lnTo>
                  <a:lnTo>
                    <a:pt x="2483103" y="2170096"/>
                  </a:lnTo>
                  <a:lnTo>
                    <a:pt x="2432863" y="2162576"/>
                  </a:lnTo>
                  <a:close/>
                </a:path>
                <a:path w="3098800" h="3100070">
                  <a:moveTo>
                    <a:pt x="2378523" y="2096655"/>
                  </a:moveTo>
                  <a:lnTo>
                    <a:pt x="2386983" y="2040135"/>
                  </a:lnTo>
                  <a:lnTo>
                    <a:pt x="2449783" y="2049535"/>
                  </a:lnTo>
                  <a:lnTo>
                    <a:pt x="2441323" y="2106056"/>
                  </a:lnTo>
                  <a:lnTo>
                    <a:pt x="2378523" y="2096655"/>
                  </a:lnTo>
                  <a:close/>
                </a:path>
                <a:path w="3098800" h="3100070">
                  <a:moveTo>
                    <a:pt x="2361602" y="2209696"/>
                  </a:moveTo>
                  <a:lnTo>
                    <a:pt x="2370062" y="2153176"/>
                  </a:lnTo>
                  <a:lnTo>
                    <a:pt x="2432863" y="2162576"/>
                  </a:lnTo>
                  <a:lnTo>
                    <a:pt x="2424402" y="2219096"/>
                  </a:lnTo>
                  <a:lnTo>
                    <a:pt x="2361602" y="2209696"/>
                  </a:lnTo>
                  <a:close/>
                </a:path>
                <a:path w="3098800" h="3100070">
                  <a:moveTo>
                    <a:pt x="2336743" y="2032615"/>
                  </a:moveTo>
                  <a:lnTo>
                    <a:pt x="2345203" y="1976094"/>
                  </a:lnTo>
                  <a:lnTo>
                    <a:pt x="2395443" y="1983615"/>
                  </a:lnTo>
                  <a:lnTo>
                    <a:pt x="2386983" y="2040135"/>
                  </a:lnTo>
                  <a:lnTo>
                    <a:pt x="2336743" y="2032615"/>
                  </a:lnTo>
                  <a:close/>
                </a:path>
                <a:path w="3098800" h="3100070">
                  <a:moveTo>
                    <a:pt x="2319822" y="2145655"/>
                  </a:moveTo>
                  <a:lnTo>
                    <a:pt x="2328282" y="2089135"/>
                  </a:lnTo>
                  <a:lnTo>
                    <a:pt x="2378523" y="2096655"/>
                  </a:lnTo>
                  <a:lnTo>
                    <a:pt x="2370062" y="2153176"/>
                  </a:lnTo>
                  <a:lnTo>
                    <a:pt x="2319822" y="2145655"/>
                  </a:lnTo>
                  <a:close/>
                </a:path>
                <a:path w="3098800" h="3100070">
                  <a:moveTo>
                    <a:pt x="2265482" y="2079735"/>
                  </a:moveTo>
                  <a:lnTo>
                    <a:pt x="2273942" y="2023214"/>
                  </a:lnTo>
                  <a:lnTo>
                    <a:pt x="2336743" y="2032615"/>
                  </a:lnTo>
                  <a:lnTo>
                    <a:pt x="2328282" y="2089135"/>
                  </a:lnTo>
                  <a:lnTo>
                    <a:pt x="2265482" y="2079735"/>
                  </a:lnTo>
                  <a:close/>
                </a:path>
                <a:path w="3098800" h="3100070">
                  <a:moveTo>
                    <a:pt x="2248561" y="2192775"/>
                  </a:moveTo>
                  <a:lnTo>
                    <a:pt x="2257022" y="2136255"/>
                  </a:lnTo>
                  <a:lnTo>
                    <a:pt x="2319822" y="2145655"/>
                  </a:lnTo>
                  <a:lnTo>
                    <a:pt x="2311362" y="2202176"/>
                  </a:lnTo>
                  <a:lnTo>
                    <a:pt x="2248561" y="2192775"/>
                  </a:lnTo>
                  <a:close/>
                </a:path>
                <a:path w="3098800" h="3100070">
                  <a:moveTo>
                    <a:pt x="2223702" y="2015694"/>
                  </a:moveTo>
                  <a:lnTo>
                    <a:pt x="2232163" y="1959174"/>
                  </a:lnTo>
                  <a:lnTo>
                    <a:pt x="2282403" y="1966694"/>
                  </a:lnTo>
                  <a:lnTo>
                    <a:pt x="2273942" y="2023214"/>
                  </a:lnTo>
                  <a:lnTo>
                    <a:pt x="2223702" y="2015694"/>
                  </a:lnTo>
                  <a:close/>
                </a:path>
                <a:path w="3098800" h="3100070">
                  <a:moveTo>
                    <a:pt x="2206781" y="2128734"/>
                  </a:moveTo>
                  <a:lnTo>
                    <a:pt x="2215242" y="2072214"/>
                  </a:lnTo>
                  <a:lnTo>
                    <a:pt x="2265482" y="2079735"/>
                  </a:lnTo>
                  <a:lnTo>
                    <a:pt x="2257022" y="2136255"/>
                  </a:lnTo>
                  <a:lnTo>
                    <a:pt x="2206781" y="2128734"/>
                  </a:lnTo>
                  <a:close/>
                </a:path>
                <a:path w="3098800" h="3100070">
                  <a:moveTo>
                    <a:pt x="2169362" y="1949773"/>
                  </a:moveTo>
                  <a:lnTo>
                    <a:pt x="2177823" y="1893253"/>
                  </a:lnTo>
                  <a:lnTo>
                    <a:pt x="2240623" y="1902653"/>
                  </a:lnTo>
                  <a:lnTo>
                    <a:pt x="2232163" y="1959174"/>
                  </a:lnTo>
                  <a:lnTo>
                    <a:pt x="2169362" y="1949773"/>
                  </a:lnTo>
                  <a:close/>
                </a:path>
                <a:path w="3098800" h="3100070">
                  <a:moveTo>
                    <a:pt x="2152441" y="2062814"/>
                  </a:moveTo>
                  <a:lnTo>
                    <a:pt x="2160902" y="2006293"/>
                  </a:lnTo>
                  <a:lnTo>
                    <a:pt x="2223702" y="2015694"/>
                  </a:lnTo>
                  <a:lnTo>
                    <a:pt x="2215242" y="2072214"/>
                  </a:lnTo>
                  <a:lnTo>
                    <a:pt x="2152441" y="2062814"/>
                  </a:lnTo>
                  <a:close/>
                </a:path>
                <a:path w="3098800" h="3100070">
                  <a:moveTo>
                    <a:pt x="2127582" y="1885733"/>
                  </a:moveTo>
                  <a:lnTo>
                    <a:pt x="2136043" y="1829212"/>
                  </a:lnTo>
                  <a:lnTo>
                    <a:pt x="2186283" y="1836733"/>
                  </a:lnTo>
                  <a:lnTo>
                    <a:pt x="2177823" y="1893253"/>
                  </a:lnTo>
                  <a:lnTo>
                    <a:pt x="2127582" y="1885733"/>
                  </a:lnTo>
                  <a:close/>
                </a:path>
                <a:path w="3098800" h="3100070">
                  <a:moveTo>
                    <a:pt x="2110662" y="1998773"/>
                  </a:moveTo>
                  <a:lnTo>
                    <a:pt x="2119122" y="1942253"/>
                  </a:lnTo>
                  <a:lnTo>
                    <a:pt x="2169362" y="1949773"/>
                  </a:lnTo>
                  <a:lnTo>
                    <a:pt x="2160902" y="2006293"/>
                  </a:lnTo>
                  <a:lnTo>
                    <a:pt x="2110662" y="1998773"/>
                  </a:lnTo>
                  <a:close/>
                </a:path>
                <a:path w="3098800" h="3100070">
                  <a:moveTo>
                    <a:pt x="2056322" y="1932852"/>
                  </a:moveTo>
                  <a:lnTo>
                    <a:pt x="2064782" y="1876332"/>
                  </a:lnTo>
                  <a:lnTo>
                    <a:pt x="2127582" y="1885733"/>
                  </a:lnTo>
                  <a:lnTo>
                    <a:pt x="2119122" y="1942253"/>
                  </a:lnTo>
                  <a:lnTo>
                    <a:pt x="2056322" y="1932852"/>
                  </a:lnTo>
                  <a:close/>
                </a:path>
                <a:path w="3098800" h="3100070">
                  <a:moveTo>
                    <a:pt x="2039401" y="2045893"/>
                  </a:moveTo>
                  <a:lnTo>
                    <a:pt x="2047861" y="1989373"/>
                  </a:lnTo>
                  <a:lnTo>
                    <a:pt x="2110662" y="1998773"/>
                  </a:lnTo>
                  <a:lnTo>
                    <a:pt x="2102201" y="2055293"/>
                  </a:lnTo>
                  <a:lnTo>
                    <a:pt x="2039401" y="2045893"/>
                  </a:lnTo>
                  <a:close/>
                </a:path>
                <a:path w="3098800" h="3100070">
                  <a:moveTo>
                    <a:pt x="2014542" y="1868812"/>
                  </a:moveTo>
                  <a:lnTo>
                    <a:pt x="2023002" y="1812292"/>
                  </a:lnTo>
                  <a:lnTo>
                    <a:pt x="2073242" y="1819812"/>
                  </a:lnTo>
                  <a:lnTo>
                    <a:pt x="2064782" y="1876332"/>
                  </a:lnTo>
                  <a:lnTo>
                    <a:pt x="2014542" y="1868812"/>
                  </a:lnTo>
                  <a:close/>
                </a:path>
                <a:path w="3098800" h="3100070">
                  <a:moveTo>
                    <a:pt x="1997621" y="1981852"/>
                  </a:moveTo>
                  <a:lnTo>
                    <a:pt x="2006081" y="1925332"/>
                  </a:lnTo>
                  <a:lnTo>
                    <a:pt x="2056322" y="1932852"/>
                  </a:lnTo>
                  <a:lnTo>
                    <a:pt x="2047861" y="1989373"/>
                  </a:lnTo>
                  <a:lnTo>
                    <a:pt x="1997621" y="1981852"/>
                  </a:lnTo>
                  <a:close/>
                </a:path>
                <a:path w="3098800" h="3100070">
                  <a:moveTo>
                    <a:pt x="1960202" y="1802891"/>
                  </a:moveTo>
                  <a:lnTo>
                    <a:pt x="1968662" y="1746371"/>
                  </a:lnTo>
                  <a:lnTo>
                    <a:pt x="2031462" y="1755771"/>
                  </a:lnTo>
                  <a:lnTo>
                    <a:pt x="2023002" y="1812292"/>
                  </a:lnTo>
                  <a:lnTo>
                    <a:pt x="1960202" y="1802891"/>
                  </a:lnTo>
                  <a:close/>
                </a:path>
                <a:path w="3098800" h="3100070">
                  <a:moveTo>
                    <a:pt x="1943281" y="1915932"/>
                  </a:moveTo>
                  <a:lnTo>
                    <a:pt x="1951741" y="1859411"/>
                  </a:lnTo>
                  <a:lnTo>
                    <a:pt x="2014542" y="1868812"/>
                  </a:lnTo>
                  <a:lnTo>
                    <a:pt x="2006081" y="1925332"/>
                  </a:lnTo>
                  <a:lnTo>
                    <a:pt x="1943281" y="1915932"/>
                  </a:lnTo>
                  <a:close/>
                </a:path>
                <a:path w="3098800" h="3100070">
                  <a:moveTo>
                    <a:pt x="1918422" y="1738850"/>
                  </a:moveTo>
                  <a:lnTo>
                    <a:pt x="1926882" y="1682330"/>
                  </a:lnTo>
                  <a:lnTo>
                    <a:pt x="1977122" y="1689850"/>
                  </a:lnTo>
                  <a:lnTo>
                    <a:pt x="1968662" y="1746371"/>
                  </a:lnTo>
                  <a:lnTo>
                    <a:pt x="1918422" y="1738850"/>
                  </a:lnTo>
                  <a:close/>
                </a:path>
                <a:path w="3098800" h="3100070">
                  <a:moveTo>
                    <a:pt x="1901501" y="1851891"/>
                  </a:moveTo>
                  <a:lnTo>
                    <a:pt x="1909961" y="1795371"/>
                  </a:lnTo>
                  <a:lnTo>
                    <a:pt x="1960202" y="1802891"/>
                  </a:lnTo>
                  <a:lnTo>
                    <a:pt x="1951741" y="1859411"/>
                  </a:lnTo>
                  <a:lnTo>
                    <a:pt x="1901501" y="1851891"/>
                  </a:lnTo>
                  <a:close/>
                </a:path>
                <a:path w="3098800" h="3100070">
                  <a:moveTo>
                    <a:pt x="1864082" y="1672930"/>
                  </a:moveTo>
                  <a:lnTo>
                    <a:pt x="1872542" y="1616409"/>
                  </a:lnTo>
                  <a:lnTo>
                    <a:pt x="1935342" y="1625810"/>
                  </a:lnTo>
                  <a:lnTo>
                    <a:pt x="1926882" y="1682330"/>
                  </a:lnTo>
                  <a:lnTo>
                    <a:pt x="1864082" y="1672930"/>
                  </a:lnTo>
                  <a:close/>
                </a:path>
                <a:path w="3098800" h="3100070">
                  <a:moveTo>
                    <a:pt x="1847161" y="1785970"/>
                  </a:moveTo>
                  <a:lnTo>
                    <a:pt x="1855621" y="1729450"/>
                  </a:lnTo>
                  <a:lnTo>
                    <a:pt x="1918422" y="1738850"/>
                  </a:lnTo>
                  <a:lnTo>
                    <a:pt x="1909961" y="1795371"/>
                  </a:lnTo>
                  <a:lnTo>
                    <a:pt x="1847161" y="1785970"/>
                  </a:lnTo>
                  <a:close/>
                </a:path>
                <a:path w="3098800" h="3100070">
                  <a:moveTo>
                    <a:pt x="1822302" y="1608889"/>
                  </a:moveTo>
                  <a:lnTo>
                    <a:pt x="1830762" y="1552369"/>
                  </a:lnTo>
                  <a:lnTo>
                    <a:pt x="1881003" y="1559889"/>
                  </a:lnTo>
                  <a:lnTo>
                    <a:pt x="1872542" y="1616409"/>
                  </a:lnTo>
                  <a:lnTo>
                    <a:pt x="1822302" y="1608889"/>
                  </a:lnTo>
                  <a:close/>
                </a:path>
                <a:path w="3098800" h="3100070">
                  <a:moveTo>
                    <a:pt x="1805381" y="1721930"/>
                  </a:moveTo>
                  <a:lnTo>
                    <a:pt x="1813842" y="1665409"/>
                  </a:lnTo>
                  <a:lnTo>
                    <a:pt x="1864082" y="1672930"/>
                  </a:lnTo>
                  <a:lnTo>
                    <a:pt x="1855621" y="1729450"/>
                  </a:lnTo>
                  <a:lnTo>
                    <a:pt x="1805381" y="1721930"/>
                  </a:lnTo>
                  <a:close/>
                </a:path>
                <a:path w="3098800" h="3100070">
                  <a:moveTo>
                    <a:pt x="1784883" y="1429928"/>
                  </a:moveTo>
                  <a:lnTo>
                    <a:pt x="1793343" y="1373408"/>
                  </a:lnTo>
                  <a:lnTo>
                    <a:pt x="1856143" y="1382808"/>
                  </a:lnTo>
                  <a:lnTo>
                    <a:pt x="1847683" y="1439328"/>
                  </a:lnTo>
                  <a:lnTo>
                    <a:pt x="1784883" y="1429928"/>
                  </a:lnTo>
                  <a:close/>
                </a:path>
                <a:path w="3098800" h="3100070">
                  <a:moveTo>
                    <a:pt x="1767962" y="1542968"/>
                  </a:moveTo>
                  <a:lnTo>
                    <a:pt x="1776422" y="1486448"/>
                  </a:lnTo>
                  <a:lnTo>
                    <a:pt x="1839223" y="1495849"/>
                  </a:lnTo>
                  <a:lnTo>
                    <a:pt x="1830762" y="1552369"/>
                  </a:lnTo>
                  <a:lnTo>
                    <a:pt x="1767962" y="1542968"/>
                  </a:lnTo>
                  <a:close/>
                </a:path>
                <a:path w="3098800" h="3100070">
                  <a:moveTo>
                    <a:pt x="1751041" y="1656009"/>
                  </a:moveTo>
                  <a:lnTo>
                    <a:pt x="1759502" y="1599489"/>
                  </a:lnTo>
                  <a:lnTo>
                    <a:pt x="1822302" y="1608889"/>
                  </a:lnTo>
                  <a:lnTo>
                    <a:pt x="1813842" y="1665409"/>
                  </a:lnTo>
                  <a:lnTo>
                    <a:pt x="1751041" y="1656009"/>
                  </a:lnTo>
                  <a:close/>
                </a:path>
                <a:path w="3098800" h="3100070">
                  <a:moveTo>
                    <a:pt x="1743103" y="1365887"/>
                  </a:moveTo>
                  <a:lnTo>
                    <a:pt x="1751563" y="1309367"/>
                  </a:lnTo>
                  <a:lnTo>
                    <a:pt x="1801803" y="1316887"/>
                  </a:lnTo>
                  <a:lnTo>
                    <a:pt x="1793343" y="1373408"/>
                  </a:lnTo>
                  <a:lnTo>
                    <a:pt x="1743103" y="1365887"/>
                  </a:lnTo>
                  <a:close/>
                </a:path>
                <a:path w="3098800" h="3100070">
                  <a:moveTo>
                    <a:pt x="1726182" y="1478928"/>
                  </a:moveTo>
                  <a:lnTo>
                    <a:pt x="1734642" y="1422407"/>
                  </a:lnTo>
                  <a:lnTo>
                    <a:pt x="1784883" y="1429928"/>
                  </a:lnTo>
                  <a:lnTo>
                    <a:pt x="1776422" y="1486448"/>
                  </a:lnTo>
                  <a:lnTo>
                    <a:pt x="1726182" y="1478928"/>
                  </a:lnTo>
                  <a:close/>
                </a:path>
                <a:path w="3098800" h="3100070">
                  <a:moveTo>
                    <a:pt x="1709261" y="1591968"/>
                  </a:moveTo>
                  <a:lnTo>
                    <a:pt x="1717722" y="1535448"/>
                  </a:lnTo>
                  <a:lnTo>
                    <a:pt x="1767962" y="1542968"/>
                  </a:lnTo>
                  <a:lnTo>
                    <a:pt x="1759502" y="1599489"/>
                  </a:lnTo>
                  <a:lnTo>
                    <a:pt x="1709261" y="1591968"/>
                  </a:lnTo>
                  <a:close/>
                </a:path>
                <a:path w="3098800" h="3100070">
                  <a:moveTo>
                    <a:pt x="1874891" y="56520"/>
                  </a:moveTo>
                  <a:lnTo>
                    <a:pt x="1883351" y="0"/>
                  </a:lnTo>
                  <a:lnTo>
                    <a:pt x="1946151" y="9400"/>
                  </a:lnTo>
                  <a:lnTo>
                    <a:pt x="1937691" y="65920"/>
                  </a:lnTo>
                  <a:lnTo>
                    <a:pt x="1874891" y="56520"/>
                  </a:lnTo>
                  <a:close/>
                </a:path>
                <a:path w="3098800" h="3100070">
                  <a:moveTo>
                    <a:pt x="1857970" y="169560"/>
                  </a:moveTo>
                  <a:lnTo>
                    <a:pt x="1866430" y="113040"/>
                  </a:lnTo>
                  <a:lnTo>
                    <a:pt x="1929231" y="122441"/>
                  </a:lnTo>
                  <a:lnTo>
                    <a:pt x="1920770" y="178961"/>
                  </a:lnTo>
                  <a:lnTo>
                    <a:pt x="1857970" y="169560"/>
                  </a:lnTo>
                  <a:close/>
                </a:path>
                <a:path w="3098800" h="3100070">
                  <a:moveTo>
                    <a:pt x="1688763" y="1299966"/>
                  </a:moveTo>
                  <a:lnTo>
                    <a:pt x="1697223" y="1243446"/>
                  </a:lnTo>
                  <a:lnTo>
                    <a:pt x="1760023" y="1252847"/>
                  </a:lnTo>
                  <a:lnTo>
                    <a:pt x="1751563" y="1309367"/>
                  </a:lnTo>
                  <a:lnTo>
                    <a:pt x="1688763" y="1299966"/>
                  </a:lnTo>
                  <a:close/>
                </a:path>
                <a:path w="3098800" h="3100070">
                  <a:moveTo>
                    <a:pt x="1671842" y="1413007"/>
                  </a:moveTo>
                  <a:lnTo>
                    <a:pt x="1680302" y="1356487"/>
                  </a:lnTo>
                  <a:lnTo>
                    <a:pt x="1743103" y="1365887"/>
                  </a:lnTo>
                  <a:lnTo>
                    <a:pt x="1734642" y="1422407"/>
                  </a:lnTo>
                  <a:lnTo>
                    <a:pt x="1671842" y="1413007"/>
                  </a:lnTo>
                  <a:close/>
                </a:path>
                <a:path w="3098800" h="3100070">
                  <a:moveTo>
                    <a:pt x="1654921" y="1526048"/>
                  </a:moveTo>
                  <a:lnTo>
                    <a:pt x="1663382" y="1469527"/>
                  </a:lnTo>
                  <a:lnTo>
                    <a:pt x="1726182" y="1478928"/>
                  </a:lnTo>
                  <a:lnTo>
                    <a:pt x="1717722" y="1535448"/>
                  </a:lnTo>
                  <a:lnTo>
                    <a:pt x="1654921" y="1526048"/>
                  </a:lnTo>
                  <a:close/>
                </a:path>
                <a:path w="3098800" h="3100070">
                  <a:moveTo>
                    <a:pt x="1816190" y="105520"/>
                  </a:moveTo>
                  <a:lnTo>
                    <a:pt x="1824650" y="48999"/>
                  </a:lnTo>
                  <a:lnTo>
                    <a:pt x="1874891" y="56520"/>
                  </a:lnTo>
                  <a:lnTo>
                    <a:pt x="1866430" y="113040"/>
                  </a:lnTo>
                  <a:lnTo>
                    <a:pt x="1816190" y="105520"/>
                  </a:lnTo>
                  <a:close/>
                </a:path>
                <a:path w="3098800" h="3100070">
                  <a:moveTo>
                    <a:pt x="1799269" y="218560"/>
                  </a:moveTo>
                  <a:lnTo>
                    <a:pt x="1807730" y="162040"/>
                  </a:lnTo>
                  <a:lnTo>
                    <a:pt x="1857970" y="169560"/>
                  </a:lnTo>
                  <a:lnTo>
                    <a:pt x="1849510" y="226081"/>
                  </a:lnTo>
                  <a:lnTo>
                    <a:pt x="1799269" y="218560"/>
                  </a:lnTo>
                  <a:close/>
                </a:path>
                <a:path w="3098800" h="3100070">
                  <a:moveTo>
                    <a:pt x="1782349" y="331601"/>
                  </a:moveTo>
                  <a:lnTo>
                    <a:pt x="1790809" y="275081"/>
                  </a:lnTo>
                  <a:lnTo>
                    <a:pt x="1841049" y="282601"/>
                  </a:lnTo>
                  <a:lnTo>
                    <a:pt x="1832589" y="339121"/>
                  </a:lnTo>
                  <a:lnTo>
                    <a:pt x="1782349" y="331601"/>
                  </a:lnTo>
                  <a:close/>
                </a:path>
                <a:path w="3098800" h="3100070">
                  <a:moveTo>
                    <a:pt x="1663904" y="1122885"/>
                  </a:moveTo>
                  <a:lnTo>
                    <a:pt x="1672364" y="1066365"/>
                  </a:lnTo>
                  <a:lnTo>
                    <a:pt x="1722604" y="1073885"/>
                  </a:lnTo>
                  <a:lnTo>
                    <a:pt x="1714144" y="1130406"/>
                  </a:lnTo>
                  <a:lnTo>
                    <a:pt x="1663904" y="1122885"/>
                  </a:lnTo>
                  <a:close/>
                </a:path>
                <a:path w="3098800" h="3100070">
                  <a:moveTo>
                    <a:pt x="1646983" y="1235926"/>
                  </a:moveTo>
                  <a:lnTo>
                    <a:pt x="1655443" y="1179406"/>
                  </a:lnTo>
                  <a:lnTo>
                    <a:pt x="1705683" y="1186926"/>
                  </a:lnTo>
                  <a:lnTo>
                    <a:pt x="1697223" y="1243446"/>
                  </a:lnTo>
                  <a:lnTo>
                    <a:pt x="1646983" y="1235926"/>
                  </a:lnTo>
                  <a:close/>
                </a:path>
                <a:path w="3098800" h="3100070">
                  <a:moveTo>
                    <a:pt x="1630062" y="1348966"/>
                  </a:moveTo>
                  <a:lnTo>
                    <a:pt x="1638522" y="1292446"/>
                  </a:lnTo>
                  <a:lnTo>
                    <a:pt x="1688763" y="1299966"/>
                  </a:lnTo>
                  <a:lnTo>
                    <a:pt x="1680302" y="1356487"/>
                  </a:lnTo>
                  <a:lnTo>
                    <a:pt x="1630062" y="1348966"/>
                  </a:lnTo>
                  <a:close/>
                </a:path>
                <a:path w="3098800" h="3100070">
                  <a:moveTo>
                    <a:pt x="1613141" y="1462007"/>
                  </a:moveTo>
                  <a:lnTo>
                    <a:pt x="1621602" y="1405487"/>
                  </a:lnTo>
                  <a:lnTo>
                    <a:pt x="1671842" y="1413007"/>
                  </a:lnTo>
                  <a:lnTo>
                    <a:pt x="1663382" y="1469527"/>
                  </a:lnTo>
                  <a:lnTo>
                    <a:pt x="1613141" y="1462007"/>
                  </a:lnTo>
                  <a:close/>
                </a:path>
                <a:path w="3098800" h="3100070">
                  <a:moveTo>
                    <a:pt x="1728009" y="265680"/>
                  </a:moveTo>
                  <a:lnTo>
                    <a:pt x="1736469" y="209160"/>
                  </a:lnTo>
                  <a:lnTo>
                    <a:pt x="1799269" y="218560"/>
                  </a:lnTo>
                  <a:lnTo>
                    <a:pt x="1790809" y="275081"/>
                  </a:lnTo>
                  <a:lnTo>
                    <a:pt x="1728009" y="265680"/>
                  </a:lnTo>
                  <a:close/>
                </a:path>
                <a:path w="3098800" h="3100070">
                  <a:moveTo>
                    <a:pt x="1711088" y="378721"/>
                  </a:moveTo>
                  <a:lnTo>
                    <a:pt x="1719548" y="322201"/>
                  </a:lnTo>
                  <a:lnTo>
                    <a:pt x="1782349" y="331601"/>
                  </a:lnTo>
                  <a:lnTo>
                    <a:pt x="1773888" y="388121"/>
                  </a:lnTo>
                  <a:lnTo>
                    <a:pt x="1711088" y="378721"/>
                  </a:lnTo>
                  <a:close/>
                </a:path>
                <a:path w="3098800" h="3100070">
                  <a:moveTo>
                    <a:pt x="1694167" y="491762"/>
                  </a:moveTo>
                  <a:lnTo>
                    <a:pt x="1702628" y="435241"/>
                  </a:lnTo>
                  <a:lnTo>
                    <a:pt x="1765428" y="444642"/>
                  </a:lnTo>
                  <a:lnTo>
                    <a:pt x="1756968" y="501162"/>
                  </a:lnTo>
                  <a:lnTo>
                    <a:pt x="1694167" y="491762"/>
                  </a:lnTo>
                  <a:close/>
                </a:path>
                <a:path w="3098800" h="3100070">
                  <a:moveTo>
                    <a:pt x="1677247" y="604802"/>
                  </a:moveTo>
                  <a:lnTo>
                    <a:pt x="1685707" y="548282"/>
                  </a:lnTo>
                  <a:lnTo>
                    <a:pt x="1748507" y="557682"/>
                  </a:lnTo>
                  <a:lnTo>
                    <a:pt x="1740047" y="614203"/>
                  </a:lnTo>
                  <a:lnTo>
                    <a:pt x="1677247" y="604802"/>
                  </a:lnTo>
                  <a:close/>
                </a:path>
                <a:path w="3098800" h="3100070">
                  <a:moveTo>
                    <a:pt x="1660326" y="717843"/>
                  </a:moveTo>
                  <a:lnTo>
                    <a:pt x="1668786" y="661322"/>
                  </a:lnTo>
                  <a:lnTo>
                    <a:pt x="1731586" y="670723"/>
                  </a:lnTo>
                  <a:lnTo>
                    <a:pt x="1723126" y="727243"/>
                  </a:lnTo>
                  <a:lnTo>
                    <a:pt x="1660326" y="717843"/>
                  </a:lnTo>
                  <a:close/>
                </a:path>
                <a:path w="3098800" h="3100070">
                  <a:moveTo>
                    <a:pt x="1643405" y="830883"/>
                  </a:moveTo>
                  <a:lnTo>
                    <a:pt x="1651865" y="774363"/>
                  </a:lnTo>
                  <a:lnTo>
                    <a:pt x="1714666" y="783763"/>
                  </a:lnTo>
                  <a:lnTo>
                    <a:pt x="1706205" y="840284"/>
                  </a:lnTo>
                  <a:lnTo>
                    <a:pt x="1643405" y="830883"/>
                  </a:lnTo>
                  <a:close/>
                </a:path>
                <a:path w="3098800" h="3100070">
                  <a:moveTo>
                    <a:pt x="1626484" y="943924"/>
                  </a:moveTo>
                  <a:lnTo>
                    <a:pt x="1634945" y="887404"/>
                  </a:lnTo>
                  <a:lnTo>
                    <a:pt x="1697745" y="896804"/>
                  </a:lnTo>
                  <a:lnTo>
                    <a:pt x="1689285" y="953324"/>
                  </a:lnTo>
                  <a:lnTo>
                    <a:pt x="1626484" y="943924"/>
                  </a:lnTo>
                  <a:close/>
                </a:path>
                <a:path w="3098800" h="3100070">
                  <a:moveTo>
                    <a:pt x="1609564" y="1056965"/>
                  </a:moveTo>
                  <a:lnTo>
                    <a:pt x="1618024" y="1000444"/>
                  </a:lnTo>
                  <a:lnTo>
                    <a:pt x="1680824" y="1009845"/>
                  </a:lnTo>
                  <a:lnTo>
                    <a:pt x="1672364" y="1066365"/>
                  </a:lnTo>
                  <a:lnTo>
                    <a:pt x="1609564" y="1056965"/>
                  </a:lnTo>
                  <a:close/>
                </a:path>
                <a:path w="3098800" h="3100070">
                  <a:moveTo>
                    <a:pt x="1592643" y="1170005"/>
                  </a:moveTo>
                  <a:lnTo>
                    <a:pt x="1601103" y="1113485"/>
                  </a:lnTo>
                  <a:lnTo>
                    <a:pt x="1663904" y="1122885"/>
                  </a:lnTo>
                  <a:lnTo>
                    <a:pt x="1655443" y="1179406"/>
                  </a:lnTo>
                  <a:lnTo>
                    <a:pt x="1592643" y="1170005"/>
                  </a:lnTo>
                  <a:close/>
                </a:path>
                <a:path w="3098800" h="3100070">
                  <a:moveTo>
                    <a:pt x="1575722" y="1283046"/>
                  </a:moveTo>
                  <a:lnTo>
                    <a:pt x="1584183" y="1226525"/>
                  </a:lnTo>
                  <a:lnTo>
                    <a:pt x="1646983" y="1235926"/>
                  </a:lnTo>
                  <a:lnTo>
                    <a:pt x="1638522" y="1292446"/>
                  </a:lnTo>
                  <a:lnTo>
                    <a:pt x="1575722" y="1283046"/>
                  </a:lnTo>
                  <a:close/>
                </a:path>
                <a:path w="3098800" h="3100070">
                  <a:moveTo>
                    <a:pt x="1652387" y="427721"/>
                  </a:moveTo>
                  <a:lnTo>
                    <a:pt x="1660848" y="371201"/>
                  </a:lnTo>
                  <a:lnTo>
                    <a:pt x="1711088" y="378721"/>
                  </a:lnTo>
                  <a:lnTo>
                    <a:pt x="1702628" y="435241"/>
                  </a:lnTo>
                  <a:lnTo>
                    <a:pt x="1652387" y="427721"/>
                  </a:lnTo>
                  <a:close/>
                </a:path>
                <a:path w="3098800" h="3100070">
                  <a:moveTo>
                    <a:pt x="1635467" y="540761"/>
                  </a:moveTo>
                  <a:lnTo>
                    <a:pt x="1643927" y="484241"/>
                  </a:lnTo>
                  <a:lnTo>
                    <a:pt x="1694167" y="491762"/>
                  </a:lnTo>
                  <a:lnTo>
                    <a:pt x="1685707" y="548282"/>
                  </a:lnTo>
                  <a:lnTo>
                    <a:pt x="1635467" y="540761"/>
                  </a:lnTo>
                  <a:close/>
                </a:path>
                <a:path w="3098800" h="3100070">
                  <a:moveTo>
                    <a:pt x="1618546" y="653802"/>
                  </a:moveTo>
                  <a:lnTo>
                    <a:pt x="1627006" y="597282"/>
                  </a:lnTo>
                  <a:lnTo>
                    <a:pt x="1677247" y="604802"/>
                  </a:lnTo>
                  <a:lnTo>
                    <a:pt x="1668786" y="661322"/>
                  </a:lnTo>
                  <a:lnTo>
                    <a:pt x="1618546" y="653802"/>
                  </a:lnTo>
                  <a:close/>
                </a:path>
                <a:path w="3098800" h="3100070">
                  <a:moveTo>
                    <a:pt x="1601625" y="766843"/>
                  </a:moveTo>
                  <a:lnTo>
                    <a:pt x="1610086" y="710322"/>
                  </a:lnTo>
                  <a:lnTo>
                    <a:pt x="1660326" y="717843"/>
                  </a:lnTo>
                  <a:lnTo>
                    <a:pt x="1651865" y="774363"/>
                  </a:lnTo>
                  <a:lnTo>
                    <a:pt x="1601625" y="766843"/>
                  </a:lnTo>
                  <a:close/>
                </a:path>
                <a:path w="3098800" h="3100070">
                  <a:moveTo>
                    <a:pt x="1584704" y="879883"/>
                  </a:moveTo>
                  <a:lnTo>
                    <a:pt x="1593165" y="823363"/>
                  </a:lnTo>
                  <a:lnTo>
                    <a:pt x="1643405" y="830883"/>
                  </a:lnTo>
                  <a:lnTo>
                    <a:pt x="1634945" y="887404"/>
                  </a:lnTo>
                  <a:lnTo>
                    <a:pt x="1584704" y="879883"/>
                  </a:lnTo>
                  <a:close/>
                </a:path>
                <a:path w="3098800" h="3100070">
                  <a:moveTo>
                    <a:pt x="1567784" y="992924"/>
                  </a:moveTo>
                  <a:lnTo>
                    <a:pt x="1576244" y="936404"/>
                  </a:lnTo>
                  <a:lnTo>
                    <a:pt x="1626484" y="943924"/>
                  </a:lnTo>
                  <a:lnTo>
                    <a:pt x="1618024" y="1000444"/>
                  </a:lnTo>
                  <a:lnTo>
                    <a:pt x="1567784" y="992924"/>
                  </a:lnTo>
                  <a:close/>
                </a:path>
                <a:path w="3098800" h="3100070">
                  <a:moveTo>
                    <a:pt x="1550863" y="1105965"/>
                  </a:moveTo>
                  <a:lnTo>
                    <a:pt x="1559323" y="1049444"/>
                  </a:lnTo>
                  <a:lnTo>
                    <a:pt x="1609564" y="1056965"/>
                  </a:lnTo>
                  <a:lnTo>
                    <a:pt x="1601103" y="1113485"/>
                  </a:lnTo>
                  <a:lnTo>
                    <a:pt x="1550863" y="1105965"/>
                  </a:lnTo>
                  <a:close/>
                </a:path>
                <a:path w="3098800" h="3100070">
                  <a:moveTo>
                    <a:pt x="1564206" y="587881"/>
                  </a:moveTo>
                  <a:lnTo>
                    <a:pt x="1572666" y="531361"/>
                  </a:lnTo>
                  <a:lnTo>
                    <a:pt x="1635467" y="540761"/>
                  </a:lnTo>
                  <a:lnTo>
                    <a:pt x="1627006" y="597282"/>
                  </a:lnTo>
                  <a:lnTo>
                    <a:pt x="1564206" y="587881"/>
                  </a:lnTo>
                  <a:close/>
                </a:path>
                <a:path w="3098800" h="3100070">
                  <a:moveTo>
                    <a:pt x="1547285" y="700922"/>
                  </a:moveTo>
                  <a:lnTo>
                    <a:pt x="1555746" y="644402"/>
                  </a:lnTo>
                  <a:lnTo>
                    <a:pt x="1618546" y="653802"/>
                  </a:lnTo>
                  <a:lnTo>
                    <a:pt x="1610086" y="710322"/>
                  </a:lnTo>
                  <a:lnTo>
                    <a:pt x="1547285" y="700922"/>
                  </a:lnTo>
                  <a:close/>
                </a:path>
                <a:path w="3098800" h="3100070">
                  <a:moveTo>
                    <a:pt x="1530364" y="813963"/>
                  </a:moveTo>
                  <a:lnTo>
                    <a:pt x="1538825" y="757442"/>
                  </a:lnTo>
                  <a:lnTo>
                    <a:pt x="1601625" y="766843"/>
                  </a:lnTo>
                  <a:lnTo>
                    <a:pt x="1593165" y="823363"/>
                  </a:lnTo>
                  <a:lnTo>
                    <a:pt x="1530364" y="813963"/>
                  </a:lnTo>
                  <a:close/>
                </a:path>
                <a:path w="3098800" h="3100070">
                  <a:moveTo>
                    <a:pt x="1513444" y="927003"/>
                  </a:moveTo>
                  <a:lnTo>
                    <a:pt x="1521904" y="870483"/>
                  </a:lnTo>
                  <a:lnTo>
                    <a:pt x="1584704" y="879883"/>
                  </a:lnTo>
                  <a:lnTo>
                    <a:pt x="1576244" y="936404"/>
                  </a:lnTo>
                  <a:lnTo>
                    <a:pt x="1513444" y="927003"/>
                  </a:lnTo>
                  <a:close/>
                </a:path>
                <a:path w="3098800" h="3100070">
                  <a:moveTo>
                    <a:pt x="3033566" y="2310280"/>
                  </a:moveTo>
                  <a:lnTo>
                    <a:pt x="3042026" y="2253760"/>
                  </a:lnTo>
                  <a:lnTo>
                    <a:pt x="3098546" y="2262220"/>
                  </a:lnTo>
                  <a:lnTo>
                    <a:pt x="3090086" y="2318741"/>
                  </a:lnTo>
                  <a:lnTo>
                    <a:pt x="3033566" y="23102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2" name="object 6"/>
            <p:cNvSpPr/>
            <p:nvPr/>
          </p:nvSpPr>
          <p:spPr>
            <a:xfrm>
              <a:off x="6552000" y="2430720"/>
              <a:ext cx="5184360" cy="5425560"/>
            </a:xfrm>
            <a:custGeom>
              <a:avLst/>
              <a:gdLst>
                <a:gd name="textAreaLeft" fmla="*/ 0 w 5184360"/>
                <a:gd name="textAreaRight" fmla="*/ 5184720 w 5184360"/>
                <a:gd name="textAreaTop" fmla="*/ 0 h 5425560"/>
                <a:gd name="textAreaBottom" fmla="*/ 5425920 h 5425560"/>
              </a:gdLst>
              <a:ahLst/>
              <a:rect l="textAreaLeft" t="textAreaTop" r="textAreaRight" b="textAreaBottom"/>
              <a:pathLst>
                <a:path w="5184775" h="5426075">
                  <a:moveTo>
                    <a:pt x="5050938" y="5425845"/>
                  </a:moveTo>
                  <a:lnTo>
                    <a:pt x="133349" y="5425845"/>
                  </a:lnTo>
                  <a:lnTo>
                    <a:pt x="91201" y="5419047"/>
                  </a:lnTo>
                  <a:lnTo>
                    <a:pt x="54595" y="5400116"/>
                  </a:lnTo>
                  <a:lnTo>
                    <a:pt x="25728" y="5371250"/>
                  </a:lnTo>
                  <a:lnTo>
                    <a:pt x="6798" y="5334644"/>
                  </a:lnTo>
                  <a:lnTo>
                    <a:pt x="0" y="5292495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5050938" y="0"/>
                  </a:lnTo>
                  <a:lnTo>
                    <a:pt x="5093087" y="6798"/>
                  </a:lnTo>
                  <a:lnTo>
                    <a:pt x="5129693" y="25728"/>
                  </a:lnTo>
                  <a:lnTo>
                    <a:pt x="5158559" y="54595"/>
                  </a:lnTo>
                  <a:lnTo>
                    <a:pt x="5177490" y="91201"/>
                  </a:lnTo>
                  <a:lnTo>
                    <a:pt x="5184288" y="133349"/>
                  </a:lnTo>
                  <a:lnTo>
                    <a:pt x="5184288" y="5292495"/>
                  </a:lnTo>
                  <a:lnTo>
                    <a:pt x="5177490" y="5334644"/>
                  </a:lnTo>
                  <a:lnTo>
                    <a:pt x="5158559" y="5371250"/>
                  </a:lnTo>
                  <a:lnTo>
                    <a:pt x="5129693" y="5400116"/>
                  </a:lnTo>
                  <a:lnTo>
                    <a:pt x="5093087" y="5419047"/>
                  </a:lnTo>
                  <a:lnTo>
                    <a:pt x="5050938" y="5425845"/>
                  </a:lnTo>
                  <a:close/>
                </a:path>
              </a:pathLst>
            </a:custGeom>
            <a:solidFill>
              <a:srgbClr val="ffde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3" name="object 7"/>
          <p:cNvSpPr/>
          <p:nvPr/>
        </p:nvSpPr>
        <p:spPr>
          <a:xfrm>
            <a:off x="6577200" y="2822400"/>
            <a:ext cx="5085360" cy="44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Stage</a:t>
            </a:r>
            <a:r>
              <a:rPr b="0" lang="en-IN" sz="2800" spc="-4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3.1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46" strike="noStrike">
                <a:solidFill>
                  <a:srgbClr val="000000"/>
                </a:solidFill>
                <a:latin typeface="Book Antiqua"/>
              </a:rPr>
              <a:t>Model</a:t>
            </a: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Development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primarily</a:t>
            </a:r>
            <a:r>
              <a:rPr b="0" lang="en-IN" sz="2800" spc="-8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deals</a:t>
            </a:r>
            <a:r>
              <a:rPr b="0" lang="en-IN" sz="2800" spc="-8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with</a:t>
            </a:r>
            <a:r>
              <a:rPr b="0" lang="en-IN" sz="2800" spc="-8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finding</a:t>
            </a:r>
            <a:r>
              <a:rPr b="0" lang="en-IN" sz="2800" spc="-8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the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best</a:t>
            </a:r>
            <a:r>
              <a:rPr b="0" lang="en-IN" sz="2800" spc="13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model</a:t>
            </a:r>
            <a:r>
              <a:rPr b="0" lang="en-IN" sz="2800" spc="13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architecture</a:t>
            </a:r>
            <a:r>
              <a:rPr b="0" lang="en-IN" sz="2800" spc="13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and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parameters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-</a:t>
            </a:r>
            <a:r>
              <a:rPr b="0" lang="en-IN" sz="2800" spc="4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-12" strike="noStrike">
                <a:solidFill>
                  <a:srgbClr val="000000"/>
                </a:solidFill>
                <a:latin typeface="Book Antiqua"/>
              </a:rPr>
              <a:t>Hyperparamter Tuning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159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159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Tensorboard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159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1596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keras-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tuner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159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159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RayOptuna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159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1596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Pytorch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Lightning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34" name="object 8"/>
          <p:cNvGrpSpPr/>
          <p:nvPr/>
        </p:nvGrpSpPr>
        <p:grpSpPr>
          <a:xfrm>
            <a:off x="11736000" y="3744360"/>
            <a:ext cx="3866760" cy="4108680"/>
            <a:chOff x="11736000" y="3744360"/>
            <a:chExt cx="3866760" cy="4108680"/>
          </a:xfrm>
        </p:grpSpPr>
        <p:sp>
          <p:nvSpPr>
            <p:cNvPr id="1035" name="object 9"/>
            <p:cNvSpPr/>
            <p:nvPr/>
          </p:nvSpPr>
          <p:spPr>
            <a:xfrm>
              <a:off x="11736000" y="3744360"/>
              <a:ext cx="3866760" cy="4108680"/>
            </a:xfrm>
            <a:custGeom>
              <a:avLst/>
              <a:gdLst>
                <a:gd name="textAreaLeft" fmla="*/ 0 w 3866760"/>
                <a:gd name="textAreaRight" fmla="*/ 3867120 w 3866760"/>
                <a:gd name="textAreaTop" fmla="*/ 0 h 4108680"/>
                <a:gd name="textAreaBottom" fmla="*/ 4109040 h 4108680"/>
              </a:gdLst>
              <a:ahLst/>
              <a:rect l="textAreaLeft" t="textAreaTop" r="textAreaRight" b="textAreaBottom"/>
              <a:pathLst>
                <a:path w="3867150" h="4109084">
                  <a:moveTo>
                    <a:pt x="1691881" y="2055050"/>
                  </a:moveTo>
                  <a:lnTo>
                    <a:pt x="1571028" y="2055050"/>
                  </a:lnTo>
                  <a:lnTo>
                    <a:pt x="1571028" y="2175713"/>
                  </a:lnTo>
                  <a:lnTo>
                    <a:pt x="1691881" y="2175713"/>
                  </a:lnTo>
                  <a:lnTo>
                    <a:pt x="1691881" y="2055050"/>
                  </a:lnTo>
                  <a:close/>
                </a:path>
                <a:path w="3867150" h="4109084">
                  <a:moveTo>
                    <a:pt x="1812734" y="1933130"/>
                  </a:moveTo>
                  <a:lnTo>
                    <a:pt x="1691881" y="1933130"/>
                  </a:lnTo>
                  <a:lnTo>
                    <a:pt x="1691881" y="2055050"/>
                  </a:lnTo>
                  <a:lnTo>
                    <a:pt x="1812734" y="2055050"/>
                  </a:lnTo>
                  <a:lnTo>
                    <a:pt x="1812734" y="1933130"/>
                  </a:lnTo>
                  <a:close/>
                </a:path>
                <a:path w="3867150" h="4109084">
                  <a:moveTo>
                    <a:pt x="1933575" y="1812467"/>
                  </a:moveTo>
                  <a:lnTo>
                    <a:pt x="1812734" y="1812467"/>
                  </a:lnTo>
                  <a:lnTo>
                    <a:pt x="1812734" y="1933130"/>
                  </a:lnTo>
                  <a:lnTo>
                    <a:pt x="1933575" y="1933130"/>
                  </a:lnTo>
                  <a:lnTo>
                    <a:pt x="1933575" y="1812467"/>
                  </a:lnTo>
                  <a:close/>
                </a:path>
                <a:path w="3867150" h="4109084">
                  <a:moveTo>
                    <a:pt x="2054428" y="1691805"/>
                  </a:moveTo>
                  <a:lnTo>
                    <a:pt x="1933575" y="1691805"/>
                  </a:lnTo>
                  <a:lnTo>
                    <a:pt x="1933575" y="1812467"/>
                  </a:lnTo>
                  <a:lnTo>
                    <a:pt x="2054428" y="1812467"/>
                  </a:lnTo>
                  <a:lnTo>
                    <a:pt x="2054428" y="1691805"/>
                  </a:lnTo>
                  <a:close/>
                </a:path>
                <a:path w="3867150" h="4109084">
                  <a:moveTo>
                    <a:pt x="2175281" y="120662"/>
                  </a:moveTo>
                  <a:lnTo>
                    <a:pt x="2054428" y="120662"/>
                  </a:lnTo>
                  <a:lnTo>
                    <a:pt x="2054428" y="241325"/>
                  </a:lnTo>
                  <a:lnTo>
                    <a:pt x="2175281" y="241325"/>
                  </a:lnTo>
                  <a:lnTo>
                    <a:pt x="2175281" y="120662"/>
                  </a:lnTo>
                  <a:close/>
                </a:path>
                <a:path w="3867150" h="4109084">
                  <a:moveTo>
                    <a:pt x="3867150" y="120662"/>
                  </a:moveTo>
                  <a:lnTo>
                    <a:pt x="3746309" y="120662"/>
                  </a:lnTo>
                  <a:lnTo>
                    <a:pt x="3746309" y="0"/>
                  </a:lnTo>
                  <a:lnTo>
                    <a:pt x="2779522" y="0"/>
                  </a:lnTo>
                  <a:lnTo>
                    <a:pt x="2779522" y="120662"/>
                  </a:lnTo>
                  <a:lnTo>
                    <a:pt x="2779522" y="241325"/>
                  </a:lnTo>
                  <a:lnTo>
                    <a:pt x="2658668" y="241325"/>
                  </a:lnTo>
                  <a:lnTo>
                    <a:pt x="2658668" y="120662"/>
                  </a:lnTo>
                  <a:lnTo>
                    <a:pt x="2779522" y="120662"/>
                  </a:lnTo>
                  <a:lnTo>
                    <a:pt x="2779522" y="0"/>
                  </a:lnTo>
                  <a:lnTo>
                    <a:pt x="2175281" y="0"/>
                  </a:lnTo>
                  <a:lnTo>
                    <a:pt x="2175281" y="120662"/>
                  </a:lnTo>
                  <a:lnTo>
                    <a:pt x="2296122" y="120662"/>
                  </a:lnTo>
                  <a:lnTo>
                    <a:pt x="2296122" y="241325"/>
                  </a:lnTo>
                  <a:lnTo>
                    <a:pt x="2416975" y="241325"/>
                  </a:lnTo>
                  <a:lnTo>
                    <a:pt x="2416975" y="120662"/>
                  </a:lnTo>
                  <a:lnTo>
                    <a:pt x="2537815" y="120662"/>
                  </a:lnTo>
                  <a:lnTo>
                    <a:pt x="2537815" y="241325"/>
                  </a:lnTo>
                  <a:lnTo>
                    <a:pt x="2416975" y="241325"/>
                  </a:lnTo>
                  <a:lnTo>
                    <a:pt x="2416975" y="361988"/>
                  </a:lnTo>
                  <a:lnTo>
                    <a:pt x="2296122" y="361988"/>
                  </a:lnTo>
                  <a:lnTo>
                    <a:pt x="2296122" y="241325"/>
                  </a:lnTo>
                  <a:lnTo>
                    <a:pt x="2175281" y="241325"/>
                  </a:lnTo>
                  <a:lnTo>
                    <a:pt x="2175281" y="361988"/>
                  </a:lnTo>
                  <a:lnTo>
                    <a:pt x="2175281" y="966558"/>
                  </a:lnTo>
                  <a:lnTo>
                    <a:pt x="2175281" y="1087221"/>
                  </a:lnTo>
                  <a:lnTo>
                    <a:pt x="2054428" y="1087221"/>
                  </a:lnTo>
                  <a:lnTo>
                    <a:pt x="2054428" y="1207884"/>
                  </a:lnTo>
                  <a:lnTo>
                    <a:pt x="2175281" y="1207884"/>
                  </a:lnTo>
                  <a:lnTo>
                    <a:pt x="2175281" y="1329817"/>
                  </a:lnTo>
                  <a:lnTo>
                    <a:pt x="2054428" y="1329817"/>
                  </a:lnTo>
                  <a:lnTo>
                    <a:pt x="2054428" y="1450479"/>
                  </a:lnTo>
                  <a:lnTo>
                    <a:pt x="2175281" y="1450479"/>
                  </a:lnTo>
                  <a:lnTo>
                    <a:pt x="2175281" y="1571142"/>
                  </a:lnTo>
                  <a:lnTo>
                    <a:pt x="2054428" y="1571142"/>
                  </a:lnTo>
                  <a:lnTo>
                    <a:pt x="2054428" y="1691805"/>
                  </a:lnTo>
                  <a:lnTo>
                    <a:pt x="2175281" y="1691805"/>
                  </a:lnTo>
                  <a:lnTo>
                    <a:pt x="2175281" y="1812467"/>
                  </a:lnTo>
                  <a:lnTo>
                    <a:pt x="2054428" y="1812467"/>
                  </a:lnTo>
                  <a:lnTo>
                    <a:pt x="2054428" y="1933130"/>
                  </a:lnTo>
                  <a:lnTo>
                    <a:pt x="1933575" y="1933130"/>
                  </a:lnTo>
                  <a:lnTo>
                    <a:pt x="1933575" y="2055050"/>
                  </a:lnTo>
                  <a:lnTo>
                    <a:pt x="1812734" y="2055050"/>
                  </a:lnTo>
                  <a:lnTo>
                    <a:pt x="1812734" y="2175713"/>
                  </a:lnTo>
                  <a:lnTo>
                    <a:pt x="1691881" y="2175713"/>
                  </a:lnTo>
                  <a:lnTo>
                    <a:pt x="1691881" y="2296376"/>
                  </a:lnTo>
                  <a:lnTo>
                    <a:pt x="1571028" y="2296376"/>
                  </a:lnTo>
                  <a:lnTo>
                    <a:pt x="1571028" y="2175713"/>
                  </a:lnTo>
                  <a:lnTo>
                    <a:pt x="1450187" y="2175713"/>
                  </a:lnTo>
                  <a:lnTo>
                    <a:pt x="1450187" y="2296376"/>
                  </a:lnTo>
                  <a:lnTo>
                    <a:pt x="1329334" y="2296376"/>
                  </a:lnTo>
                  <a:lnTo>
                    <a:pt x="1329334" y="2537701"/>
                  </a:lnTo>
                  <a:lnTo>
                    <a:pt x="1329334" y="2658364"/>
                  </a:lnTo>
                  <a:lnTo>
                    <a:pt x="1208493" y="2658364"/>
                  </a:lnTo>
                  <a:lnTo>
                    <a:pt x="1208493" y="2537701"/>
                  </a:lnTo>
                  <a:lnTo>
                    <a:pt x="1329334" y="2537701"/>
                  </a:lnTo>
                  <a:lnTo>
                    <a:pt x="1329334" y="2296376"/>
                  </a:lnTo>
                  <a:lnTo>
                    <a:pt x="1329334" y="2175713"/>
                  </a:lnTo>
                  <a:lnTo>
                    <a:pt x="1450187" y="2175713"/>
                  </a:lnTo>
                  <a:lnTo>
                    <a:pt x="1450187" y="2055050"/>
                  </a:lnTo>
                  <a:lnTo>
                    <a:pt x="1571028" y="2055050"/>
                  </a:lnTo>
                  <a:lnTo>
                    <a:pt x="1571028" y="1933130"/>
                  </a:lnTo>
                  <a:lnTo>
                    <a:pt x="1691881" y="1933130"/>
                  </a:lnTo>
                  <a:lnTo>
                    <a:pt x="1691881" y="1812467"/>
                  </a:lnTo>
                  <a:lnTo>
                    <a:pt x="1812734" y="1812467"/>
                  </a:lnTo>
                  <a:lnTo>
                    <a:pt x="1812734" y="1691805"/>
                  </a:lnTo>
                  <a:lnTo>
                    <a:pt x="1933575" y="1691805"/>
                  </a:lnTo>
                  <a:lnTo>
                    <a:pt x="1933575" y="1571142"/>
                  </a:lnTo>
                  <a:lnTo>
                    <a:pt x="2054428" y="1571142"/>
                  </a:lnTo>
                  <a:lnTo>
                    <a:pt x="2054428" y="1450479"/>
                  </a:lnTo>
                  <a:lnTo>
                    <a:pt x="1933575" y="1450479"/>
                  </a:lnTo>
                  <a:lnTo>
                    <a:pt x="1933575" y="1329817"/>
                  </a:lnTo>
                  <a:lnTo>
                    <a:pt x="2054428" y="1329817"/>
                  </a:lnTo>
                  <a:lnTo>
                    <a:pt x="2054428" y="1207884"/>
                  </a:lnTo>
                  <a:lnTo>
                    <a:pt x="1933575" y="1207884"/>
                  </a:lnTo>
                  <a:lnTo>
                    <a:pt x="1933575" y="1087221"/>
                  </a:lnTo>
                  <a:lnTo>
                    <a:pt x="2054428" y="1087221"/>
                  </a:lnTo>
                  <a:lnTo>
                    <a:pt x="2054428" y="966558"/>
                  </a:lnTo>
                  <a:lnTo>
                    <a:pt x="2175281" y="966558"/>
                  </a:lnTo>
                  <a:lnTo>
                    <a:pt x="2175281" y="361988"/>
                  </a:lnTo>
                  <a:lnTo>
                    <a:pt x="2054428" y="361988"/>
                  </a:lnTo>
                  <a:lnTo>
                    <a:pt x="2054428" y="241325"/>
                  </a:lnTo>
                  <a:lnTo>
                    <a:pt x="1933575" y="241325"/>
                  </a:lnTo>
                  <a:lnTo>
                    <a:pt x="1933575" y="361988"/>
                  </a:lnTo>
                  <a:lnTo>
                    <a:pt x="1812734" y="361988"/>
                  </a:lnTo>
                  <a:lnTo>
                    <a:pt x="1812734" y="1571142"/>
                  </a:lnTo>
                  <a:lnTo>
                    <a:pt x="1691881" y="1571142"/>
                  </a:lnTo>
                  <a:lnTo>
                    <a:pt x="1691881" y="1691805"/>
                  </a:lnTo>
                  <a:lnTo>
                    <a:pt x="1571028" y="1691805"/>
                  </a:lnTo>
                  <a:lnTo>
                    <a:pt x="1571028" y="1812467"/>
                  </a:lnTo>
                  <a:lnTo>
                    <a:pt x="1450187" y="1812467"/>
                  </a:lnTo>
                  <a:lnTo>
                    <a:pt x="1450187" y="1933130"/>
                  </a:lnTo>
                  <a:lnTo>
                    <a:pt x="1329334" y="1933130"/>
                  </a:lnTo>
                  <a:lnTo>
                    <a:pt x="1329334" y="2055050"/>
                  </a:lnTo>
                  <a:lnTo>
                    <a:pt x="1208493" y="2055050"/>
                  </a:lnTo>
                  <a:lnTo>
                    <a:pt x="1208493" y="2175713"/>
                  </a:lnTo>
                  <a:lnTo>
                    <a:pt x="1087640" y="2175713"/>
                  </a:lnTo>
                  <a:lnTo>
                    <a:pt x="1087640" y="2296376"/>
                  </a:lnTo>
                  <a:lnTo>
                    <a:pt x="1087640" y="2537701"/>
                  </a:lnTo>
                  <a:lnTo>
                    <a:pt x="1087640" y="2658364"/>
                  </a:lnTo>
                  <a:lnTo>
                    <a:pt x="966787" y="2658364"/>
                  </a:lnTo>
                  <a:lnTo>
                    <a:pt x="966787" y="2537701"/>
                  </a:lnTo>
                  <a:lnTo>
                    <a:pt x="1087640" y="2537701"/>
                  </a:lnTo>
                  <a:lnTo>
                    <a:pt x="1087640" y="2296376"/>
                  </a:lnTo>
                  <a:lnTo>
                    <a:pt x="845947" y="2296376"/>
                  </a:lnTo>
                  <a:lnTo>
                    <a:pt x="845947" y="2537701"/>
                  </a:lnTo>
                  <a:lnTo>
                    <a:pt x="845947" y="2658364"/>
                  </a:lnTo>
                  <a:lnTo>
                    <a:pt x="725093" y="2658364"/>
                  </a:lnTo>
                  <a:lnTo>
                    <a:pt x="725093" y="2537701"/>
                  </a:lnTo>
                  <a:lnTo>
                    <a:pt x="845947" y="2537701"/>
                  </a:lnTo>
                  <a:lnTo>
                    <a:pt x="845947" y="2296376"/>
                  </a:lnTo>
                  <a:lnTo>
                    <a:pt x="725093" y="2296376"/>
                  </a:lnTo>
                  <a:lnTo>
                    <a:pt x="725093" y="2175713"/>
                  </a:lnTo>
                  <a:lnTo>
                    <a:pt x="604240" y="2175713"/>
                  </a:lnTo>
                  <a:lnTo>
                    <a:pt x="604240" y="2537701"/>
                  </a:lnTo>
                  <a:lnTo>
                    <a:pt x="604240" y="2658364"/>
                  </a:lnTo>
                  <a:lnTo>
                    <a:pt x="483400" y="2658364"/>
                  </a:lnTo>
                  <a:lnTo>
                    <a:pt x="483400" y="2537701"/>
                  </a:lnTo>
                  <a:lnTo>
                    <a:pt x="604240" y="2537701"/>
                  </a:lnTo>
                  <a:lnTo>
                    <a:pt x="604240" y="2175713"/>
                  </a:lnTo>
                  <a:lnTo>
                    <a:pt x="604240" y="2055050"/>
                  </a:lnTo>
                  <a:lnTo>
                    <a:pt x="483400" y="2055050"/>
                  </a:lnTo>
                  <a:lnTo>
                    <a:pt x="483400" y="2175713"/>
                  </a:lnTo>
                  <a:lnTo>
                    <a:pt x="483400" y="2296376"/>
                  </a:lnTo>
                  <a:lnTo>
                    <a:pt x="362546" y="2296376"/>
                  </a:lnTo>
                  <a:lnTo>
                    <a:pt x="362546" y="2175713"/>
                  </a:lnTo>
                  <a:lnTo>
                    <a:pt x="241706" y="2175713"/>
                  </a:lnTo>
                  <a:lnTo>
                    <a:pt x="241706" y="2296376"/>
                  </a:lnTo>
                  <a:lnTo>
                    <a:pt x="120853" y="2296376"/>
                  </a:lnTo>
                  <a:lnTo>
                    <a:pt x="120853" y="2175713"/>
                  </a:lnTo>
                  <a:lnTo>
                    <a:pt x="241706" y="2175713"/>
                  </a:lnTo>
                  <a:lnTo>
                    <a:pt x="241706" y="2055050"/>
                  </a:lnTo>
                  <a:lnTo>
                    <a:pt x="120853" y="2055050"/>
                  </a:lnTo>
                  <a:lnTo>
                    <a:pt x="120853" y="1933130"/>
                  </a:lnTo>
                  <a:lnTo>
                    <a:pt x="241706" y="1933130"/>
                  </a:lnTo>
                  <a:lnTo>
                    <a:pt x="241706" y="2055050"/>
                  </a:lnTo>
                  <a:lnTo>
                    <a:pt x="362546" y="2055050"/>
                  </a:lnTo>
                  <a:lnTo>
                    <a:pt x="362546" y="2175713"/>
                  </a:lnTo>
                  <a:lnTo>
                    <a:pt x="483400" y="2175713"/>
                  </a:lnTo>
                  <a:lnTo>
                    <a:pt x="483400" y="2055050"/>
                  </a:lnTo>
                  <a:lnTo>
                    <a:pt x="483400" y="1933130"/>
                  </a:lnTo>
                  <a:lnTo>
                    <a:pt x="362546" y="1933130"/>
                  </a:lnTo>
                  <a:lnTo>
                    <a:pt x="362546" y="1812467"/>
                  </a:lnTo>
                  <a:lnTo>
                    <a:pt x="241706" y="1812467"/>
                  </a:lnTo>
                  <a:lnTo>
                    <a:pt x="241706" y="1691805"/>
                  </a:lnTo>
                  <a:lnTo>
                    <a:pt x="120853" y="1691805"/>
                  </a:lnTo>
                  <a:lnTo>
                    <a:pt x="120853" y="1812467"/>
                  </a:lnTo>
                  <a:lnTo>
                    <a:pt x="0" y="1812467"/>
                  </a:lnTo>
                  <a:lnTo>
                    <a:pt x="0" y="2658364"/>
                  </a:lnTo>
                  <a:lnTo>
                    <a:pt x="120853" y="2658364"/>
                  </a:lnTo>
                  <a:lnTo>
                    <a:pt x="120853" y="2780296"/>
                  </a:lnTo>
                  <a:lnTo>
                    <a:pt x="241706" y="2780296"/>
                  </a:lnTo>
                  <a:lnTo>
                    <a:pt x="241706" y="2900959"/>
                  </a:lnTo>
                  <a:lnTo>
                    <a:pt x="362546" y="2900959"/>
                  </a:lnTo>
                  <a:lnTo>
                    <a:pt x="362546" y="3021622"/>
                  </a:lnTo>
                  <a:lnTo>
                    <a:pt x="483400" y="3021622"/>
                  </a:lnTo>
                  <a:lnTo>
                    <a:pt x="483400" y="3142284"/>
                  </a:lnTo>
                  <a:lnTo>
                    <a:pt x="604240" y="3142284"/>
                  </a:lnTo>
                  <a:lnTo>
                    <a:pt x="604240" y="3262947"/>
                  </a:lnTo>
                  <a:lnTo>
                    <a:pt x="725093" y="3262947"/>
                  </a:lnTo>
                  <a:lnTo>
                    <a:pt x="725093" y="3383610"/>
                  </a:lnTo>
                  <a:lnTo>
                    <a:pt x="845947" y="3383610"/>
                  </a:lnTo>
                  <a:lnTo>
                    <a:pt x="845947" y="3626193"/>
                  </a:lnTo>
                  <a:lnTo>
                    <a:pt x="845947" y="3746855"/>
                  </a:lnTo>
                  <a:lnTo>
                    <a:pt x="845947" y="3988181"/>
                  </a:lnTo>
                  <a:lnTo>
                    <a:pt x="845947" y="4108843"/>
                  </a:lnTo>
                  <a:lnTo>
                    <a:pt x="1329334" y="4108843"/>
                  </a:lnTo>
                  <a:lnTo>
                    <a:pt x="1329334" y="3988181"/>
                  </a:lnTo>
                  <a:lnTo>
                    <a:pt x="1208493" y="3988181"/>
                  </a:lnTo>
                  <a:lnTo>
                    <a:pt x="1208493" y="3746855"/>
                  </a:lnTo>
                  <a:lnTo>
                    <a:pt x="1329334" y="3746855"/>
                  </a:lnTo>
                  <a:lnTo>
                    <a:pt x="1329334" y="3626193"/>
                  </a:lnTo>
                  <a:lnTo>
                    <a:pt x="1691881" y="3626193"/>
                  </a:lnTo>
                  <a:lnTo>
                    <a:pt x="1691881" y="3746855"/>
                  </a:lnTo>
                  <a:lnTo>
                    <a:pt x="1691881" y="3988181"/>
                  </a:lnTo>
                  <a:lnTo>
                    <a:pt x="1691881" y="4108843"/>
                  </a:lnTo>
                  <a:lnTo>
                    <a:pt x="2175281" y="4108843"/>
                  </a:lnTo>
                  <a:lnTo>
                    <a:pt x="2175281" y="3988181"/>
                  </a:lnTo>
                  <a:lnTo>
                    <a:pt x="2054428" y="3988181"/>
                  </a:lnTo>
                  <a:lnTo>
                    <a:pt x="2054428" y="3746855"/>
                  </a:lnTo>
                  <a:lnTo>
                    <a:pt x="2175281" y="3746855"/>
                  </a:lnTo>
                  <a:lnTo>
                    <a:pt x="2175281" y="3626193"/>
                  </a:lnTo>
                  <a:lnTo>
                    <a:pt x="2175281" y="3383610"/>
                  </a:lnTo>
                  <a:lnTo>
                    <a:pt x="2175281" y="3262947"/>
                  </a:lnTo>
                  <a:lnTo>
                    <a:pt x="2296122" y="3262947"/>
                  </a:lnTo>
                  <a:lnTo>
                    <a:pt x="2296122" y="3142284"/>
                  </a:lnTo>
                  <a:lnTo>
                    <a:pt x="2416975" y="3142284"/>
                  </a:lnTo>
                  <a:lnTo>
                    <a:pt x="2416975" y="3021622"/>
                  </a:lnTo>
                  <a:lnTo>
                    <a:pt x="2537815" y="3021622"/>
                  </a:lnTo>
                  <a:lnTo>
                    <a:pt x="2537815" y="2900959"/>
                  </a:lnTo>
                  <a:lnTo>
                    <a:pt x="2658668" y="2900959"/>
                  </a:lnTo>
                  <a:lnTo>
                    <a:pt x="2658668" y="2780296"/>
                  </a:lnTo>
                  <a:lnTo>
                    <a:pt x="2658668" y="2658364"/>
                  </a:lnTo>
                  <a:lnTo>
                    <a:pt x="2779522" y="2658364"/>
                  </a:lnTo>
                  <a:lnTo>
                    <a:pt x="2779522" y="2537701"/>
                  </a:lnTo>
                  <a:lnTo>
                    <a:pt x="2779522" y="2296376"/>
                  </a:lnTo>
                  <a:lnTo>
                    <a:pt x="2900362" y="2296376"/>
                  </a:lnTo>
                  <a:lnTo>
                    <a:pt x="2900362" y="2537701"/>
                  </a:lnTo>
                  <a:lnTo>
                    <a:pt x="3142069" y="2537701"/>
                  </a:lnTo>
                  <a:lnTo>
                    <a:pt x="3142069" y="2296376"/>
                  </a:lnTo>
                  <a:lnTo>
                    <a:pt x="3142069" y="2175713"/>
                  </a:lnTo>
                  <a:lnTo>
                    <a:pt x="3142069" y="2055050"/>
                  </a:lnTo>
                  <a:lnTo>
                    <a:pt x="2779522" y="2055050"/>
                  </a:lnTo>
                  <a:lnTo>
                    <a:pt x="2779522" y="1933130"/>
                  </a:lnTo>
                  <a:lnTo>
                    <a:pt x="2779522" y="1812467"/>
                  </a:lnTo>
                  <a:lnTo>
                    <a:pt x="2900362" y="1812467"/>
                  </a:lnTo>
                  <a:lnTo>
                    <a:pt x="2900362" y="1691805"/>
                  </a:lnTo>
                  <a:lnTo>
                    <a:pt x="2900362" y="1571142"/>
                  </a:lnTo>
                  <a:lnTo>
                    <a:pt x="2900362" y="1450479"/>
                  </a:lnTo>
                  <a:lnTo>
                    <a:pt x="3504603" y="1450479"/>
                  </a:lnTo>
                  <a:lnTo>
                    <a:pt x="3504603" y="1329817"/>
                  </a:lnTo>
                  <a:lnTo>
                    <a:pt x="3625456" y="1329817"/>
                  </a:lnTo>
                  <a:lnTo>
                    <a:pt x="3625456" y="1207884"/>
                  </a:lnTo>
                  <a:lnTo>
                    <a:pt x="2900362" y="1207884"/>
                  </a:lnTo>
                  <a:lnTo>
                    <a:pt x="2900362" y="1087221"/>
                  </a:lnTo>
                  <a:lnTo>
                    <a:pt x="3746309" y="1087221"/>
                  </a:lnTo>
                  <a:lnTo>
                    <a:pt x="3746309" y="966558"/>
                  </a:lnTo>
                  <a:lnTo>
                    <a:pt x="3867150" y="966558"/>
                  </a:lnTo>
                  <a:lnTo>
                    <a:pt x="3867150" y="361988"/>
                  </a:lnTo>
                  <a:lnTo>
                    <a:pt x="3867150" y="241325"/>
                  </a:lnTo>
                  <a:lnTo>
                    <a:pt x="3867150" y="12066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6" name="object 10"/>
            <p:cNvSpPr/>
            <p:nvPr/>
          </p:nvSpPr>
          <p:spPr>
            <a:xfrm>
              <a:off x="11977920" y="4106880"/>
              <a:ext cx="2417040" cy="2175840"/>
            </a:xfrm>
            <a:custGeom>
              <a:avLst/>
              <a:gdLst>
                <a:gd name="textAreaLeft" fmla="*/ 0 w 2417040"/>
                <a:gd name="textAreaRight" fmla="*/ 2417400 w 2417040"/>
                <a:gd name="textAreaTop" fmla="*/ 0 h 2175840"/>
                <a:gd name="textAreaBottom" fmla="*/ 2176200 h 2175840"/>
              </a:gdLst>
              <a:ahLst/>
              <a:rect l="textAreaLeft" t="textAreaTop" r="textAreaRight" b="textAreaBottom"/>
              <a:pathLst>
                <a:path w="2417444" h="2176145">
                  <a:moveTo>
                    <a:pt x="120840" y="1933943"/>
                  </a:moveTo>
                  <a:lnTo>
                    <a:pt x="0" y="1933943"/>
                  </a:lnTo>
                  <a:lnTo>
                    <a:pt x="0" y="2054821"/>
                  </a:lnTo>
                  <a:lnTo>
                    <a:pt x="120840" y="2054821"/>
                  </a:lnTo>
                  <a:lnTo>
                    <a:pt x="120840" y="1933943"/>
                  </a:lnTo>
                  <a:close/>
                </a:path>
                <a:path w="2417444" h="2176145">
                  <a:moveTo>
                    <a:pt x="241693" y="2054821"/>
                  </a:moveTo>
                  <a:lnTo>
                    <a:pt x="120840" y="2054821"/>
                  </a:lnTo>
                  <a:lnTo>
                    <a:pt x="120840" y="2175687"/>
                  </a:lnTo>
                  <a:lnTo>
                    <a:pt x="241693" y="2175687"/>
                  </a:lnTo>
                  <a:lnTo>
                    <a:pt x="241693" y="2054821"/>
                  </a:lnTo>
                  <a:close/>
                </a:path>
                <a:path w="2417444" h="2176145">
                  <a:moveTo>
                    <a:pt x="362534" y="1933943"/>
                  </a:moveTo>
                  <a:lnTo>
                    <a:pt x="241693" y="1933943"/>
                  </a:lnTo>
                  <a:lnTo>
                    <a:pt x="241693" y="2054821"/>
                  </a:lnTo>
                  <a:lnTo>
                    <a:pt x="362534" y="2054821"/>
                  </a:lnTo>
                  <a:lnTo>
                    <a:pt x="362534" y="1933943"/>
                  </a:lnTo>
                  <a:close/>
                </a:path>
                <a:path w="2417444" h="2176145">
                  <a:moveTo>
                    <a:pt x="483387" y="2054821"/>
                  </a:moveTo>
                  <a:lnTo>
                    <a:pt x="362534" y="2054821"/>
                  </a:lnTo>
                  <a:lnTo>
                    <a:pt x="362534" y="2175687"/>
                  </a:lnTo>
                  <a:lnTo>
                    <a:pt x="483387" y="2175687"/>
                  </a:lnTo>
                  <a:lnTo>
                    <a:pt x="483387" y="2054821"/>
                  </a:lnTo>
                  <a:close/>
                </a:path>
                <a:path w="2417444" h="2176145">
                  <a:moveTo>
                    <a:pt x="725081" y="2054821"/>
                  </a:moveTo>
                  <a:lnTo>
                    <a:pt x="604240" y="2054821"/>
                  </a:lnTo>
                  <a:lnTo>
                    <a:pt x="604240" y="2175687"/>
                  </a:lnTo>
                  <a:lnTo>
                    <a:pt x="725081" y="2175687"/>
                  </a:lnTo>
                  <a:lnTo>
                    <a:pt x="725081" y="2054821"/>
                  </a:lnTo>
                  <a:close/>
                </a:path>
                <a:path w="2417444" h="2176145">
                  <a:moveTo>
                    <a:pt x="966787" y="2054821"/>
                  </a:moveTo>
                  <a:lnTo>
                    <a:pt x="845934" y="2054821"/>
                  </a:lnTo>
                  <a:lnTo>
                    <a:pt x="845934" y="2175687"/>
                  </a:lnTo>
                  <a:lnTo>
                    <a:pt x="966787" y="2175687"/>
                  </a:lnTo>
                  <a:lnTo>
                    <a:pt x="966787" y="2054821"/>
                  </a:lnTo>
                  <a:close/>
                </a:path>
                <a:path w="2417444" h="2176145">
                  <a:moveTo>
                    <a:pt x="1087628" y="1933943"/>
                  </a:moveTo>
                  <a:lnTo>
                    <a:pt x="966787" y="1933943"/>
                  </a:lnTo>
                  <a:lnTo>
                    <a:pt x="966787" y="2054821"/>
                  </a:lnTo>
                  <a:lnTo>
                    <a:pt x="1087628" y="2054821"/>
                  </a:lnTo>
                  <a:lnTo>
                    <a:pt x="1087628" y="1933943"/>
                  </a:lnTo>
                  <a:close/>
                </a:path>
                <a:path w="2417444" h="2176145">
                  <a:moveTo>
                    <a:pt x="1208481" y="2054821"/>
                  </a:moveTo>
                  <a:lnTo>
                    <a:pt x="1087628" y="2054821"/>
                  </a:lnTo>
                  <a:lnTo>
                    <a:pt x="1087628" y="2175687"/>
                  </a:lnTo>
                  <a:lnTo>
                    <a:pt x="1208481" y="2175687"/>
                  </a:lnTo>
                  <a:lnTo>
                    <a:pt x="1208481" y="2054821"/>
                  </a:lnTo>
                  <a:close/>
                </a:path>
                <a:path w="2417444" h="2176145">
                  <a:moveTo>
                    <a:pt x="1329321" y="1933943"/>
                  </a:moveTo>
                  <a:lnTo>
                    <a:pt x="1208481" y="1933943"/>
                  </a:lnTo>
                  <a:lnTo>
                    <a:pt x="1208481" y="2054821"/>
                  </a:lnTo>
                  <a:lnTo>
                    <a:pt x="1329321" y="2054821"/>
                  </a:lnTo>
                  <a:lnTo>
                    <a:pt x="1329321" y="1933943"/>
                  </a:lnTo>
                  <a:close/>
                </a:path>
                <a:path w="2417444" h="2176145">
                  <a:moveTo>
                    <a:pt x="1812721" y="483489"/>
                  </a:moveTo>
                  <a:lnTo>
                    <a:pt x="1691868" y="483489"/>
                  </a:lnTo>
                  <a:lnTo>
                    <a:pt x="1691868" y="604354"/>
                  </a:lnTo>
                  <a:lnTo>
                    <a:pt x="1812721" y="604354"/>
                  </a:lnTo>
                  <a:lnTo>
                    <a:pt x="1812721" y="483489"/>
                  </a:lnTo>
                  <a:close/>
                </a:path>
                <a:path w="2417444" h="2176145">
                  <a:moveTo>
                    <a:pt x="1812721" y="241744"/>
                  </a:moveTo>
                  <a:lnTo>
                    <a:pt x="1691868" y="241744"/>
                  </a:lnTo>
                  <a:lnTo>
                    <a:pt x="1691868" y="362610"/>
                  </a:lnTo>
                  <a:lnTo>
                    <a:pt x="1812721" y="362610"/>
                  </a:lnTo>
                  <a:lnTo>
                    <a:pt x="1812721" y="241744"/>
                  </a:lnTo>
                  <a:close/>
                </a:path>
                <a:path w="2417444" h="2176145">
                  <a:moveTo>
                    <a:pt x="1812721" y="0"/>
                  </a:moveTo>
                  <a:lnTo>
                    <a:pt x="1691868" y="0"/>
                  </a:lnTo>
                  <a:lnTo>
                    <a:pt x="1691868" y="120878"/>
                  </a:lnTo>
                  <a:lnTo>
                    <a:pt x="1812721" y="120878"/>
                  </a:lnTo>
                  <a:lnTo>
                    <a:pt x="1812721" y="0"/>
                  </a:lnTo>
                  <a:close/>
                </a:path>
                <a:path w="2417444" h="2176145">
                  <a:moveTo>
                    <a:pt x="1933575" y="362610"/>
                  </a:moveTo>
                  <a:lnTo>
                    <a:pt x="1812721" y="362610"/>
                  </a:lnTo>
                  <a:lnTo>
                    <a:pt x="1812721" y="483489"/>
                  </a:lnTo>
                  <a:lnTo>
                    <a:pt x="1933575" y="483489"/>
                  </a:lnTo>
                  <a:lnTo>
                    <a:pt x="1933575" y="362610"/>
                  </a:lnTo>
                  <a:close/>
                </a:path>
                <a:path w="2417444" h="2176145">
                  <a:moveTo>
                    <a:pt x="1933575" y="120878"/>
                  </a:moveTo>
                  <a:lnTo>
                    <a:pt x="1812721" y="120878"/>
                  </a:lnTo>
                  <a:lnTo>
                    <a:pt x="1812721" y="241744"/>
                  </a:lnTo>
                  <a:lnTo>
                    <a:pt x="1933575" y="241744"/>
                  </a:lnTo>
                  <a:lnTo>
                    <a:pt x="1933575" y="120878"/>
                  </a:lnTo>
                  <a:close/>
                </a:path>
                <a:path w="2417444" h="2176145">
                  <a:moveTo>
                    <a:pt x="2054415" y="483489"/>
                  </a:moveTo>
                  <a:lnTo>
                    <a:pt x="1933575" y="483489"/>
                  </a:lnTo>
                  <a:lnTo>
                    <a:pt x="1933575" y="604354"/>
                  </a:lnTo>
                  <a:lnTo>
                    <a:pt x="2054415" y="604354"/>
                  </a:lnTo>
                  <a:lnTo>
                    <a:pt x="2054415" y="483489"/>
                  </a:lnTo>
                  <a:close/>
                </a:path>
                <a:path w="2417444" h="2176145">
                  <a:moveTo>
                    <a:pt x="2054415" y="241744"/>
                  </a:moveTo>
                  <a:lnTo>
                    <a:pt x="1933575" y="241744"/>
                  </a:lnTo>
                  <a:lnTo>
                    <a:pt x="1933575" y="362610"/>
                  </a:lnTo>
                  <a:lnTo>
                    <a:pt x="2054415" y="362610"/>
                  </a:lnTo>
                  <a:lnTo>
                    <a:pt x="2054415" y="241744"/>
                  </a:lnTo>
                  <a:close/>
                </a:path>
                <a:path w="2417444" h="2176145">
                  <a:moveTo>
                    <a:pt x="2054415" y="0"/>
                  </a:moveTo>
                  <a:lnTo>
                    <a:pt x="1933575" y="0"/>
                  </a:lnTo>
                  <a:lnTo>
                    <a:pt x="1933575" y="120878"/>
                  </a:lnTo>
                  <a:lnTo>
                    <a:pt x="2054415" y="120878"/>
                  </a:lnTo>
                  <a:lnTo>
                    <a:pt x="2054415" y="0"/>
                  </a:lnTo>
                  <a:close/>
                </a:path>
                <a:path w="2417444" h="2176145">
                  <a:moveTo>
                    <a:pt x="2416962" y="0"/>
                  </a:moveTo>
                  <a:lnTo>
                    <a:pt x="2175268" y="0"/>
                  </a:lnTo>
                  <a:lnTo>
                    <a:pt x="2175268" y="241744"/>
                  </a:lnTo>
                  <a:lnTo>
                    <a:pt x="2416962" y="241744"/>
                  </a:lnTo>
                  <a:lnTo>
                    <a:pt x="241696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8" name="object 3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1039" name="object 7"/>
          <p:cNvSpPr/>
          <p:nvPr/>
        </p:nvSpPr>
        <p:spPr>
          <a:xfrm>
            <a:off x="13067640" y="93240"/>
            <a:ext cx="5220000" cy="623160"/>
          </a:xfrm>
          <a:custGeom>
            <a:avLst/>
            <a:gdLst>
              <a:gd name="textAreaLeft" fmla="*/ 0 w 5220000"/>
              <a:gd name="textAreaRight" fmla="*/ 5220360 w 522000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220334" h="623570">
                <a:moveTo>
                  <a:pt x="5189525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5189525" y="0"/>
                </a:lnTo>
                <a:lnTo>
                  <a:pt x="5220314" y="4966"/>
                </a:lnTo>
                <a:lnTo>
                  <a:pt x="5220314" y="618602"/>
                </a:lnTo>
                <a:lnTo>
                  <a:pt x="5189525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object 8"/>
          <p:cNvSpPr/>
          <p:nvPr/>
        </p:nvSpPr>
        <p:spPr>
          <a:xfrm>
            <a:off x="13177080" y="119160"/>
            <a:ext cx="5126760" cy="9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29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3.2</a:t>
            </a:r>
            <a:r>
              <a:rPr b="0" lang="en-IN" sz="2900" spc="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35" strike="noStrike">
                <a:solidFill>
                  <a:srgbClr val="000000"/>
                </a:solidFill>
                <a:latin typeface="Century"/>
              </a:rPr>
              <a:t>M</a:t>
            </a:r>
            <a:r>
              <a:rPr b="0" lang="en-IN" sz="2900" spc="52" strike="noStrike">
                <a:solidFill>
                  <a:srgbClr val="000000"/>
                </a:solidFill>
                <a:latin typeface="Century"/>
              </a:rPr>
              <a:t>o</a:t>
            </a:r>
            <a:r>
              <a:rPr b="0" lang="en-IN" sz="2900" spc="-35" strike="noStrike">
                <a:solidFill>
                  <a:srgbClr val="000000"/>
                </a:solidFill>
                <a:latin typeface="Century"/>
              </a:rPr>
              <a:t>de</a:t>
            </a:r>
            <a:r>
              <a:rPr b="0" lang="en-IN" sz="2900" spc="-511" strike="noStrike">
                <a:solidFill>
                  <a:srgbClr val="000000"/>
                </a:solidFill>
                <a:latin typeface="Century"/>
              </a:rPr>
              <a:t>l</a:t>
            </a:r>
            <a:r>
              <a:rPr b="0" i="1" lang="en-IN" sz="2700" spc="-60" strike="noStrike" baseline="61000">
                <a:solidFill>
                  <a:srgbClr val="000000"/>
                </a:solidFill>
                <a:latin typeface="Times New Roman"/>
              </a:rPr>
              <a:t>G</a:t>
            </a:r>
            <a:r>
              <a:rPr b="0" lang="en-IN" sz="2900" spc="-2277" strike="noStrike">
                <a:solidFill>
                  <a:srgbClr val="000000"/>
                </a:solidFill>
                <a:latin typeface="Century"/>
              </a:rPr>
              <a:t>D</a:t>
            </a:r>
            <a:r>
              <a:rPr b="0" i="1" lang="en-IN" sz="2700" spc="-38" strike="noStrike" baseline="61000">
                <a:solidFill>
                  <a:srgbClr val="000000"/>
                </a:solidFill>
                <a:latin typeface="Times New Roman"/>
              </a:rPr>
              <a:t>o,</a:t>
            </a:r>
            <a:r>
              <a:rPr b="0" i="1" lang="en-IN" sz="2700" spc="282" strike="noStrike" baseline="6100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2700" spc="-1126" strike="noStrike" baseline="61000">
                <a:solidFill>
                  <a:srgbClr val="000000"/>
                </a:solidFill>
                <a:latin typeface="Times New Roman"/>
              </a:rPr>
              <a:t>c</a:t>
            </a:r>
            <a:r>
              <a:rPr b="0" lang="en-IN" sz="2900" spc="-650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-593" strike="noStrike" baseline="61000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2900" spc="-1220" strike="noStrike">
                <a:solidFill>
                  <a:srgbClr val="000000"/>
                </a:solidFill>
                <a:latin typeface="Century"/>
              </a:rPr>
              <a:t>v</a:t>
            </a:r>
            <a:r>
              <a:rPr b="0" i="1" lang="en-IN" sz="2700" spc="-38" strike="noStrike" baseline="61000">
                <a:solidFill>
                  <a:srgbClr val="000000"/>
                </a:solidFill>
                <a:latin typeface="Times New Roman"/>
              </a:rPr>
              <a:t>a</a:t>
            </a:r>
            <a:r>
              <a:rPr b="0" i="1" lang="en-IN" sz="2700" spc="-1194" strike="noStrike" baseline="61000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IN" sz="2900" spc="-517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-698" strike="noStrike" baseline="61000">
                <a:solidFill>
                  <a:srgbClr val="000000"/>
                </a:solidFill>
                <a:latin typeface="Times New Roman"/>
              </a:rPr>
              <a:t>g</a:t>
            </a:r>
            <a:r>
              <a:rPr b="0" lang="en-IN" sz="2900" spc="-497" strike="noStrike">
                <a:solidFill>
                  <a:srgbClr val="000000"/>
                </a:solidFill>
                <a:latin typeface="Century"/>
              </a:rPr>
              <a:t>l</a:t>
            </a:r>
            <a:r>
              <a:rPr b="0" i="1" lang="en-IN" sz="2700" spc="-661" strike="noStrike" baseline="61000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2900" spc="-409" strike="noStrike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2700" spc="-316" strike="noStrike" baseline="61000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IN" sz="2900" spc="-1481" strike="noStrike">
                <a:solidFill>
                  <a:srgbClr val="000000"/>
                </a:solidFill>
                <a:latin typeface="Century"/>
              </a:rPr>
              <a:t>p</a:t>
            </a:r>
            <a:r>
              <a:rPr b="0" i="1" lang="en-IN" sz="2700" spc="-38" strike="noStrike" baseline="61000">
                <a:solidFill>
                  <a:srgbClr val="000000"/>
                </a:solidFill>
                <a:latin typeface="Times New Roman"/>
              </a:rPr>
              <a:t>h</a:t>
            </a:r>
            <a:r>
              <a:rPr b="0" i="1" lang="en-IN" sz="2700" spc="-557" strike="noStrike" baseline="61000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2900" spc="-1557" strike="noStrike">
                <a:solidFill>
                  <a:srgbClr val="000000"/>
                </a:solidFill>
                <a:latin typeface="Century"/>
              </a:rPr>
              <a:t>m</a:t>
            </a:r>
            <a:r>
              <a:rPr b="0" i="1" lang="en-IN" sz="2700" spc="-38" strike="noStrike" baseline="61000">
                <a:solidFill>
                  <a:srgbClr val="000000"/>
                </a:solidFill>
                <a:latin typeface="Times New Roman"/>
              </a:rPr>
              <a:t>w</a:t>
            </a:r>
            <a:r>
              <a:rPr b="0" i="1" lang="en-IN" sz="2700" spc="-1072" strike="noStrike" baseline="61000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IN" sz="2900" spc="-701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-279" strike="noStrike" baseline="61000">
                <a:solidFill>
                  <a:srgbClr val="000000"/>
                </a:solidFill>
                <a:latin typeface="Times New Roman"/>
              </a:rPr>
              <a:t>r</a:t>
            </a:r>
            <a:r>
              <a:rPr b="0" lang="en-IN" sz="2900" spc="-1625" strike="noStrike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2700" spc="-38" strike="noStrike" baseline="61000">
                <a:solidFill>
                  <a:srgbClr val="000000"/>
                </a:solidFill>
                <a:latin typeface="Times New Roman"/>
              </a:rPr>
              <a:t>l</a:t>
            </a:r>
            <a:r>
              <a:rPr b="0" i="1" lang="en-IN" sz="2700" spc="-69" strike="noStrike" baseline="61000">
                <a:solidFill>
                  <a:srgbClr val="000000"/>
                </a:solidFill>
                <a:latin typeface="Times New Roman"/>
              </a:rPr>
              <a:t>d</a:t>
            </a:r>
            <a:r>
              <a:rPr b="0" lang="en-IN" sz="2900" spc="-26" strike="noStrike">
                <a:solidFill>
                  <a:srgbClr val="000000"/>
                </a:solidFill>
                <a:latin typeface="Century"/>
              </a:rPr>
              <a:t>t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7388280" y="718920"/>
            <a:ext cx="3511080" cy="173556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52" strike="noStrike">
                <a:solidFill>
                  <a:srgbClr val="00be62"/>
                </a:solidFill>
                <a:latin typeface="Century"/>
              </a:rPr>
              <a:t>MLFLOW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2" name="object 6"/>
          <p:cNvSpPr/>
          <p:nvPr/>
        </p:nvSpPr>
        <p:spPr>
          <a:xfrm>
            <a:off x="340200" y="1842480"/>
            <a:ext cx="17740800" cy="65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200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276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What</a:t>
            </a:r>
            <a:r>
              <a:rPr b="0" lang="en-IN" sz="3300" spc="-4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is</a:t>
            </a:r>
            <a:r>
              <a:rPr b="0" lang="en-IN" sz="3300" spc="-4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cbfde"/>
                </a:solidFill>
                <a:latin typeface="Century"/>
              </a:rPr>
              <a:t>MLflow?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490680" indent="158040" algn="just">
              <a:lnSpc>
                <a:spcPct val="104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MLflow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open-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source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MLOps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platform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used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manage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complete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machine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learning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lifecycle,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including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experimentation,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tracking,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management.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2979"/>
              </a:spcBef>
              <a:tabLst>
                <a:tab algn="l" pos="0"/>
              </a:tabLst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Why</a:t>
            </a: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is</a:t>
            </a: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cbfde"/>
                </a:solidFill>
                <a:latin typeface="Century"/>
              </a:rPr>
              <a:t>MLflow</a:t>
            </a:r>
            <a:r>
              <a:rPr b="0" lang="en-IN" sz="3300" spc="-15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cbfde"/>
                </a:solidFill>
                <a:latin typeface="Century"/>
              </a:rPr>
              <a:t>used?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490680" indent="208800" algn="just">
              <a:lnSpc>
                <a:spcPct val="104000"/>
              </a:lnSpc>
              <a:spcBef>
                <a:spcPts val="1310"/>
              </a:spcBef>
              <a:tabLst>
                <a:tab algn="l" pos="0"/>
              </a:tabLst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It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used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track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hyperparameters,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performance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metrics,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artifacts,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enabling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reproducibility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systematic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comparison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multiple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experiments.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3475"/>
              </a:spcBef>
              <a:tabLst>
                <a:tab algn="l" pos="0"/>
              </a:tabLst>
            </a:pP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How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cbfde"/>
                </a:solidFill>
                <a:latin typeface="Century"/>
              </a:rPr>
              <a:t>helps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490680" algn="just">
              <a:lnSpc>
                <a:spcPct val="104000"/>
              </a:lnSpc>
              <a:spcBef>
                <a:spcPts val="816"/>
              </a:spcBef>
              <a:tabLst>
                <a:tab algn="l" pos="0"/>
              </a:tabLst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Our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involves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multiple</a:t>
            </a:r>
            <a:r>
              <a:rPr b="0" lang="en-IN" sz="3300" spc="7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CNN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configurations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7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training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runs.</a:t>
            </a:r>
            <a:r>
              <a:rPr b="0" lang="en-IN" sz="3300" spc="71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MLflow</a:t>
            </a:r>
            <a:r>
              <a:rPr b="0" lang="en-IN" sz="3300" spc="7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ensures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organized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experiment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tracking,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version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control,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reliable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selection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best-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performing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model,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while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supporting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future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deployment.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object 5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45" name="object 3"/>
          <p:cNvGrpSpPr/>
          <p:nvPr/>
        </p:nvGrpSpPr>
        <p:grpSpPr>
          <a:xfrm>
            <a:off x="0" y="0"/>
            <a:ext cx="18284760" cy="5845680"/>
            <a:chOff x="0" y="0"/>
            <a:chExt cx="18284760" cy="5845680"/>
          </a:xfrm>
        </p:grpSpPr>
        <p:pic>
          <p:nvPicPr>
            <p:cNvPr id="1046" name="object 4" descr=""/>
            <p:cNvPicPr/>
            <p:nvPr/>
          </p:nvPicPr>
          <p:blipFill>
            <a:blip r:embed="rId1"/>
            <a:stretch/>
          </p:blipFill>
          <p:spPr>
            <a:xfrm>
              <a:off x="8112600" y="131040"/>
              <a:ext cx="10172160" cy="571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47" name="object 5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359280" cy="5747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48" name="object 7"/>
          <p:cNvSpPr/>
          <p:nvPr/>
        </p:nvSpPr>
        <p:spPr>
          <a:xfrm>
            <a:off x="13067640" y="93240"/>
            <a:ext cx="5220000" cy="623160"/>
          </a:xfrm>
          <a:custGeom>
            <a:avLst/>
            <a:gdLst>
              <a:gd name="textAreaLeft" fmla="*/ 0 w 5220000"/>
              <a:gd name="textAreaRight" fmla="*/ 5220360 w 522000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220334" h="623570">
                <a:moveTo>
                  <a:pt x="5189525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5189525" y="0"/>
                </a:lnTo>
                <a:lnTo>
                  <a:pt x="5220314" y="4966"/>
                </a:lnTo>
                <a:lnTo>
                  <a:pt x="5220314" y="618602"/>
                </a:lnTo>
                <a:lnTo>
                  <a:pt x="5189525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967356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3.2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Development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50" name="object 6" descr=""/>
          <p:cNvPicPr/>
          <p:nvPr/>
        </p:nvPicPr>
        <p:blipFill>
          <a:blip r:embed="rId3"/>
          <a:stretch/>
        </p:blipFill>
        <p:spPr>
          <a:xfrm>
            <a:off x="1474200" y="6031440"/>
            <a:ext cx="15334920" cy="370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object 8"/>
          <p:cNvSpPr/>
          <p:nvPr/>
        </p:nvSpPr>
        <p:spPr>
          <a:xfrm>
            <a:off x="12907440" y="93240"/>
            <a:ext cx="5344920" cy="623160"/>
          </a:xfrm>
          <a:custGeom>
            <a:avLst/>
            <a:gdLst>
              <a:gd name="textAreaLeft" fmla="*/ 0 w 5344920"/>
              <a:gd name="textAreaRight" fmla="*/ 5345280 w 534492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345430" h="623570">
                <a:moveTo>
                  <a:pt x="5189525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5189525" y="0"/>
                </a:lnTo>
                <a:lnTo>
                  <a:pt x="5238799" y="7947"/>
                </a:lnTo>
                <a:lnTo>
                  <a:pt x="5281593" y="30078"/>
                </a:lnTo>
                <a:lnTo>
                  <a:pt x="5315339" y="63824"/>
                </a:lnTo>
                <a:lnTo>
                  <a:pt x="5337470" y="106618"/>
                </a:lnTo>
                <a:lnTo>
                  <a:pt x="5345417" y="155892"/>
                </a:lnTo>
                <a:lnTo>
                  <a:pt x="5345417" y="467676"/>
                </a:lnTo>
                <a:lnTo>
                  <a:pt x="5337470" y="516950"/>
                </a:lnTo>
                <a:lnTo>
                  <a:pt x="5315339" y="559744"/>
                </a:lnTo>
                <a:lnTo>
                  <a:pt x="5281593" y="593490"/>
                </a:lnTo>
                <a:lnTo>
                  <a:pt x="5238799" y="615621"/>
                </a:lnTo>
                <a:lnTo>
                  <a:pt x="5189525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13042080" y="119160"/>
            <a:ext cx="507600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3.2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Development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53" name="object 2"/>
          <p:cNvGrpSpPr/>
          <p:nvPr/>
        </p:nvGrpSpPr>
        <p:grpSpPr>
          <a:xfrm>
            <a:off x="1799280" y="1028520"/>
            <a:ext cx="15707880" cy="7797240"/>
            <a:chOff x="1799280" y="1028520"/>
            <a:chExt cx="15707880" cy="7797240"/>
          </a:xfrm>
        </p:grpSpPr>
        <p:pic>
          <p:nvPicPr>
            <p:cNvPr id="1054" name="object 3" descr=""/>
            <p:cNvPicPr/>
            <p:nvPr/>
          </p:nvPicPr>
          <p:blipFill>
            <a:blip r:embed="rId1"/>
            <a:stretch/>
          </p:blipFill>
          <p:spPr>
            <a:xfrm>
              <a:off x="1799280" y="1825200"/>
              <a:ext cx="14277600" cy="7000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55" name="object 4"/>
            <p:cNvSpPr/>
            <p:nvPr/>
          </p:nvSpPr>
          <p:spPr>
            <a:xfrm>
              <a:off x="13465800" y="1028520"/>
              <a:ext cx="4041360" cy="3604680"/>
            </a:xfrm>
            <a:custGeom>
              <a:avLst/>
              <a:gdLst>
                <a:gd name="textAreaLeft" fmla="*/ 0 w 4041360"/>
                <a:gd name="textAreaRight" fmla="*/ 4041720 w 4041360"/>
                <a:gd name="textAreaTop" fmla="*/ 0 h 3604680"/>
                <a:gd name="textAreaBottom" fmla="*/ 3605040 h 3604680"/>
              </a:gdLst>
              <a:ahLst/>
              <a:rect l="textAreaLeft" t="textAreaTop" r="textAreaRight" b="textAreaBottom"/>
              <a:pathLst>
                <a:path w="4041775" h="3604895">
                  <a:moveTo>
                    <a:pt x="3914419" y="3604818"/>
                  </a:moveTo>
                  <a:lnTo>
                    <a:pt x="133350" y="3604818"/>
                  </a:lnTo>
                  <a:lnTo>
                    <a:pt x="91201" y="3598019"/>
                  </a:lnTo>
                  <a:lnTo>
                    <a:pt x="54595" y="3579089"/>
                  </a:lnTo>
                  <a:lnTo>
                    <a:pt x="25728" y="3550223"/>
                  </a:lnTo>
                  <a:lnTo>
                    <a:pt x="6798" y="3513617"/>
                  </a:lnTo>
                  <a:lnTo>
                    <a:pt x="0" y="3471468"/>
                  </a:lnTo>
                  <a:lnTo>
                    <a:pt x="0" y="133350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50" y="0"/>
                  </a:lnTo>
                  <a:lnTo>
                    <a:pt x="3914419" y="0"/>
                  </a:lnTo>
                  <a:lnTo>
                    <a:pt x="3956568" y="6798"/>
                  </a:lnTo>
                  <a:lnTo>
                    <a:pt x="3993174" y="25728"/>
                  </a:lnTo>
                  <a:lnTo>
                    <a:pt x="4022040" y="54595"/>
                  </a:lnTo>
                  <a:lnTo>
                    <a:pt x="4040970" y="91201"/>
                  </a:lnTo>
                  <a:lnTo>
                    <a:pt x="4041339" y="93483"/>
                  </a:lnTo>
                  <a:lnTo>
                    <a:pt x="4041339" y="3511334"/>
                  </a:lnTo>
                  <a:lnTo>
                    <a:pt x="4022040" y="3550223"/>
                  </a:lnTo>
                  <a:lnTo>
                    <a:pt x="3993174" y="3579089"/>
                  </a:lnTo>
                  <a:lnTo>
                    <a:pt x="3956568" y="3598019"/>
                  </a:lnTo>
                  <a:lnTo>
                    <a:pt x="3914419" y="3604818"/>
                  </a:lnTo>
                  <a:close/>
                </a:path>
              </a:pathLst>
            </a:custGeom>
            <a:solidFill>
              <a:srgbClr val="ffde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56" name="object 5"/>
          <p:cNvSpPr/>
          <p:nvPr/>
        </p:nvSpPr>
        <p:spPr>
          <a:xfrm>
            <a:off x="13775760" y="1001520"/>
            <a:ext cx="3377880" cy="39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331560" indent="-31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MLFlow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Databrics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ClearML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CometML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Weights</a:t>
            </a:r>
            <a:r>
              <a:rPr b="0" lang="en-IN" sz="2800" spc="-12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12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Biases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Prefect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Apache</a:t>
            </a:r>
            <a:r>
              <a:rPr b="0" lang="en-IN" sz="2800" spc="-1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Airflow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object 6"/>
          <p:cNvSpPr/>
          <p:nvPr/>
        </p:nvSpPr>
        <p:spPr>
          <a:xfrm>
            <a:off x="541440" y="6653160"/>
            <a:ext cx="4044600" cy="3109320"/>
          </a:xfrm>
          <a:custGeom>
            <a:avLst/>
            <a:gdLst>
              <a:gd name="textAreaLeft" fmla="*/ 0 w 4044600"/>
              <a:gd name="textAreaRight" fmla="*/ 4044960 w 4044600"/>
              <a:gd name="textAreaTop" fmla="*/ 0 h 3109320"/>
              <a:gd name="textAreaBottom" fmla="*/ 3109680 h 3109320"/>
            </a:gdLst>
            <a:ahLst/>
            <a:rect l="textAreaLeft" t="textAreaTop" r="textAreaRight" b="textAreaBottom"/>
            <a:pathLst>
              <a:path w="4044950" h="3109595">
                <a:moveTo>
                  <a:pt x="3914419" y="3109518"/>
                </a:moveTo>
                <a:lnTo>
                  <a:pt x="133350" y="3109518"/>
                </a:lnTo>
                <a:lnTo>
                  <a:pt x="91201" y="3102720"/>
                </a:lnTo>
                <a:lnTo>
                  <a:pt x="54595" y="3083790"/>
                </a:lnTo>
                <a:lnTo>
                  <a:pt x="25728" y="3054923"/>
                </a:lnTo>
                <a:lnTo>
                  <a:pt x="6798" y="3018317"/>
                </a:lnTo>
                <a:lnTo>
                  <a:pt x="0" y="2976168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9"/>
                </a:lnTo>
                <a:lnTo>
                  <a:pt x="91201" y="6798"/>
                </a:lnTo>
                <a:lnTo>
                  <a:pt x="133350" y="0"/>
                </a:lnTo>
                <a:lnTo>
                  <a:pt x="3914419" y="0"/>
                </a:lnTo>
                <a:lnTo>
                  <a:pt x="3956568" y="6798"/>
                </a:lnTo>
                <a:lnTo>
                  <a:pt x="3993174" y="25729"/>
                </a:lnTo>
                <a:lnTo>
                  <a:pt x="4022041" y="54595"/>
                </a:lnTo>
                <a:lnTo>
                  <a:pt x="4040971" y="91201"/>
                </a:lnTo>
                <a:lnTo>
                  <a:pt x="4044803" y="114959"/>
                </a:lnTo>
                <a:lnTo>
                  <a:pt x="4044803" y="2994559"/>
                </a:lnTo>
                <a:lnTo>
                  <a:pt x="4022041" y="3054923"/>
                </a:lnTo>
                <a:lnTo>
                  <a:pt x="3993174" y="3083790"/>
                </a:lnTo>
                <a:lnTo>
                  <a:pt x="3956568" y="3102720"/>
                </a:lnTo>
                <a:lnTo>
                  <a:pt x="3914419" y="3109518"/>
                </a:lnTo>
                <a:close/>
              </a:path>
            </a:pathLst>
          </a:custGeom>
          <a:solidFill>
            <a:srgbClr val="ffde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object 7"/>
          <p:cNvSpPr/>
          <p:nvPr/>
        </p:nvSpPr>
        <p:spPr>
          <a:xfrm>
            <a:off x="566640" y="6625800"/>
            <a:ext cx="3878280" cy="34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1" lang="en-IN" sz="2800" spc="-21" strike="noStrike">
                <a:solidFill>
                  <a:srgbClr val="000000"/>
                </a:solidFill>
                <a:latin typeface="Book Antiqua"/>
              </a:rPr>
              <a:t>Stage</a:t>
            </a:r>
            <a:r>
              <a:rPr b="1" lang="en-IN" sz="2800" spc="-9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89" strike="noStrike">
                <a:solidFill>
                  <a:srgbClr val="000000"/>
                </a:solidFill>
                <a:latin typeface="Book Antiqua"/>
              </a:rPr>
              <a:t>3.2</a:t>
            </a:r>
            <a:r>
              <a:rPr b="1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of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Model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Development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fundamentally</a:t>
            </a:r>
            <a:r>
              <a:rPr b="0" lang="en-IN" sz="2800" spc="-14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deals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with</a:t>
            </a:r>
            <a:r>
              <a:rPr b="0" lang="en-IN" sz="2800" spc="-10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storing</a:t>
            </a:r>
            <a:r>
              <a:rPr b="0" lang="en-IN" sz="2800" spc="-10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your</a:t>
            </a:r>
            <a:r>
              <a:rPr b="0" lang="en-IN" sz="2800" spc="-10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runs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experiments</a:t>
            </a:r>
            <a:r>
              <a:rPr b="0" lang="en-IN" sz="2800" spc="4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which </a:t>
            </a:r>
            <a:r>
              <a:rPr b="0" lang="en-IN" sz="2800" spc="63" strike="noStrike">
                <a:solidFill>
                  <a:srgbClr val="000000"/>
                </a:solidFill>
                <a:latin typeface="Book Antiqua"/>
              </a:rPr>
              <a:t>can</a:t>
            </a:r>
            <a:r>
              <a:rPr b="0" lang="en-IN" sz="2800" spc="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63" strike="noStrike">
                <a:solidFill>
                  <a:srgbClr val="000000"/>
                </a:solidFill>
                <a:latin typeface="Book Antiqua"/>
              </a:rPr>
              <a:t>be</a:t>
            </a:r>
            <a:r>
              <a:rPr b="0" lang="en-IN" sz="2800" spc="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later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1" lang="en-IN" sz="2800" spc="-12" strike="noStrike">
                <a:solidFill>
                  <a:srgbClr val="000000"/>
                </a:solidFill>
                <a:latin typeface="Book Antiqua"/>
              </a:rPr>
              <a:t>reproduced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object 689"/>
          <p:cNvSpPr/>
          <p:nvPr/>
        </p:nvSpPr>
        <p:spPr>
          <a:xfrm>
            <a:off x="13195080" y="93240"/>
            <a:ext cx="4769640" cy="1137600"/>
          </a:xfrm>
          <a:custGeom>
            <a:avLst/>
            <a:gdLst>
              <a:gd name="textAreaLeft" fmla="*/ 0 w 4769640"/>
              <a:gd name="textAreaRight" fmla="*/ 4770000 w 4769640"/>
              <a:gd name="textAreaTop" fmla="*/ 0 h 1137600"/>
              <a:gd name="textAreaBottom" fmla="*/ 1137960 h 1137600"/>
            </a:gdLst>
            <a:ahLst/>
            <a:rect l="textAreaLeft" t="textAreaTop" r="textAreaRight" b="textAreaBottom"/>
            <a:pathLst>
              <a:path w="4770119" h="1137920">
                <a:moveTo>
                  <a:pt x="3203711" y="1137918"/>
                </a:moveTo>
                <a:lnTo>
                  <a:pt x="1566187" y="1137918"/>
                </a:lnTo>
                <a:lnTo>
                  <a:pt x="1516913" y="1129971"/>
                </a:lnTo>
                <a:lnTo>
                  <a:pt x="1474119" y="1107840"/>
                </a:lnTo>
                <a:lnTo>
                  <a:pt x="1440373" y="1074094"/>
                </a:lnTo>
                <a:lnTo>
                  <a:pt x="1418242" y="1031300"/>
                </a:lnTo>
                <a:lnTo>
                  <a:pt x="1410295" y="982026"/>
                </a:lnTo>
                <a:lnTo>
                  <a:pt x="1410295" y="779461"/>
                </a:lnTo>
                <a:lnTo>
                  <a:pt x="1402347" y="730187"/>
                </a:lnTo>
                <a:lnTo>
                  <a:pt x="1380217" y="687393"/>
                </a:lnTo>
                <a:lnTo>
                  <a:pt x="1346470" y="653647"/>
                </a:lnTo>
                <a:lnTo>
                  <a:pt x="1303676" y="631516"/>
                </a:lnTo>
                <a:lnTo>
                  <a:pt x="1254402" y="623568"/>
                </a:lnTo>
                <a:lnTo>
                  <a:pt x="155892" y="623568"/>
                </a:lnTo>
                <a:lnTo>
                  <a:pt x="125337" y="620545"/>
                </a:lnTo>
                <a:lnTo>
                  <a:pt x="69403" y="597377"/>
                </a:lnTo>
                <a:lnTo>
                  <a:pt x="26191" y="554165"/>
                </a:lnTo>
                <a:lnTo>
                  <a:pt x="3023" y="498231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4613858" y="0"/>
                </a:lnTo>
                <a:lnTo>
                  <a:pt x="4663132" y="7947"/>
                </a:lnTo>
                <a:lnTo>
                  <a:pt x="4705926" y="30078"/>
                </a:lnTo>
                <a:lnTo>
                  <a:pt x="4739672" y="63824"/>
                </a:lnTo>
                <a:lnTo>
                  <a:pt x="4761802" y="106618"/>
                </a:lnTo>
                <a:lnTo>
                  <a:pt x="4769750" y="155892"/>
                </a:lnTo>
                <a:lnTo>
                  <a:pt x="4769750" y="467676"/>
                </a:lnTo>
                <a:lnTo>
                  <a:pt x="4761802" y="516950"/>
                </a:lnTo>
                <a:lnTo>
                  <a:pt x="4739672" y="559744"/>
                </a:lnTo>
                <a:lnTo>
                  <a:pt x="4705926" y="593490"/>
                </a:lnTo>
                <a:lnTo>
                  <a:pt x="4663132" y="615621"/>
                </a:lnTo>
                <a:lnTo>
                  <a:pt x="4613858" y="623568"/>
                </a:lnTo>
                <a:lnTo>
                  <a:pt x="3515496" y="623568"/>
                </a:lnTo>
                <a:lnTo>
                  <a:pt x="3484941" y="626592"/>
                </a:lnTo>
                <a:lnTo>
                  <a:pt x="3429007" y="649760"/>
                </a:lnTo>
                <a:lnTo>
                  <a:pt x="3385795" y="692972"/>
                </a:lnTo>
                <a:lnTo>
                  <a:pt x="3362627" y="748906"/>
                </a:lnTo>
                <a:lnTo>
                  <a:pt x="3359604" y="779461"/>
                </a:lnTo>
                <a:lnTo>
                  <a:pt x="3359604" y="982026"/>
                </a:lnTo>
                <a:lnTo>
                  <a:pt x="3356580" y="1012581"/>
                </a:lnTo>
                <a:lnTo>
                  <a:pt x="3333412" y="1068515"/>
                </a:lnTo>
                <a:lnTo>
                  <a:pt x="3290200" y="1111727"/>
                </a:lnTo>
                <a:lnTo>
                  <a:pt x="3234266" y="1134895"/>
                </a:lnTo>
                <a:lnTo>
                  <a:pt x="3203711" y="113791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13329720" y="46800"/>
            <a:ext cx="45003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422360" indent="-1410480">
              <a:lnSpc>
                <a:spcPct val="116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41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4</a:t>
            </a:r>
            <a:r>
              <a:rPr b="0" lang="en-IN" sz="2900" spc="-3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3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2" strike="noStrike">
                <a:solidFill>
                  <a:schemeClr val="dk1"/>
                </a:solidFill>
                <a:latin typeface="Century"/>
              </a:rPr>
              <a:t>testing</a:t>
            </a:r>
            <a:r>
              <a:rPr b="0" lang="en-IN" sz="2900" spc="-35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46" strike="noStrike">
                <a:solidFill>
                  <a:schemeClr val="dk1"/>
                </a:solidFill>
                <a:latin typeface="Century"/>
              </a:rPr>
              <a:t>and </a:t>
            </a:r>
            <a:r>
              <a:rPr b="0" lang="en-IN" sz="2900" spc="-35" strike="noStrike">
                <a:solidFill>
                  <a:schemeClr val="dk1"/>
                </a:solidFill>
                <a:latin typeface="Century"/>
              </a:rPr>
              <a:t>evaluation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61" name="object 2"/>
          <p:cNvGrpSpPr/>
          <p:nvPr/>
        </p:nvGrpSpPr>
        <p:grpSpPr>
          <a:xfrm>
            <a:off x="11216520" y="1329480"/>
            <a:ext cx="410040" cy="1984680"/>
            <a:chOff x="11216520" y="1329480"/>
            <a:chExt cx="410040" cy="1984680"/>
          </a:xfrm>
        </p:grpSpPr>
        <p:sp>
          <p:nvSpPr>
            <p:cNvPr id="1062" name="object 3"/>
            <p:cNvSpPr/>
            <p:nvPr/>
          </p:nvSpPr>
          <p:spPr>
            <a:xfrm>
              <a:off x="11489760" y="1397880"/>
              <a:ext cx="136800" cy="17787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778760"/>
                <a:gd name="textAreaBottom" fmla="*/ 1779120 h 1778760"/>
              </a:gdLst>
              <a:ahLst/>
              <a:rect l="textAreaLeft" t="textAreaTop" r="textAreaRight" b="textAreaBottom"/>
              <a:pathLst>
                <a:path w="137159" h="1779270">
                  <a:moveTo>
                    <a:pt x="68300" y="1710702"/>
                  </a:moveTo>
                  <a:lnTo>
                    <a:pt x="0" y="1710702"/>
                  </a:lnTo>
                  <a:lnTo>
                    <a:pt x="0" y="1779104"/>
                  </a:lnTo>
                  <a:lnTo>
                    <a:pt x="68300" y="1779104"/>
                  </a:lnTo>
                  <a:lnTo>
                    <a:pt x="68300" y="1710702"/>
                  </a:lnTo>
                  <a:close/>
                </a:path>
                <a:path w="137159" h="1779270">
                  <a:moveTo>
                    <a:pt x="136613" y="1642300"/>
                  </a:moveTo>
                  <a:lnTo>
                    <a:pt x="68300" y="1642300"/>
                  </a:lnTo>
                  <a:lnTo>
                    <a:pt x="68300" y="1710702"/>
                  </a:lnTo>
                  <a:lnTo>
                    <a:pt x="136613" y="1710702"/>
                  </a:lnTo>
                  <a:lnTo>
                    <a:pt x="136613" y="1642300"/>
                  </a:lnTo>
                  <a:close/>
                </a:path>
                <a:path w="137159" h="1779270">
                  <a:moveTo>
                    <a:pt x="136613" y="1505432"/>
                  </a:moveTo>
                  <a:lnTo>
                    <a:pt x="68300" y="1505432"/>
                  </a:lnTo>
                  <a:lnTo>
                    <a:pt x="68300" y="1573834"/>
                  </a:lnTo>
                  <a:lnTo>
                    <a:pt x="68300" y="1642224"/>
                  </a:lnTo>
                  <a:lnTo>
                    <a:pt x="136613" y="1642224"/>
                  </a:lnTo>
                  <a:lnTo>
                    <a:pt x="136613" y="1573834"/>
                  </a:lnTo>
                  <a:lnTo>
                    <a:pt x="136613" y="1505432"/>
                  </a:lnTo>
                  <a:close/>
                </a:path>
                <a:path w="137159" h="1779270">
                  <a:moveTo>
                    <a:pt x="136613" y="1300162"/>
                  </a:moveTo>
                  <a:lnTo>
                    <a:pt x="68300" y="1300162"/>
                  </a:lnTo>
                  <a:lnTo>
                    <a:pt x="68300" y="1368564"/>
                  </a:lnTo>
                  <a:lnTo>
                    <a:pt x="68300" y="1436954"/>
                  </a:lnTo>
                  <a:lnTo>
                    <a:pt x="68300" y="1505356"/>
                  </a:lnTo>
                  <a:lnTo>
                    <a:pt x="136613" y="1505356"/>
                  </a:lnTo>
                  <a:lnTo>
                    <a:pt x="136613" y="1436954"/>
                  </a:lnTo>
                  <a:lnTo>
                    <a:pt x="136613" y="1368564"/>
                  </a:lnTo>
                  <a:lnTo>
                    <a:pt x="136613" y="1300162"/>
                  </a:lnTo>
                  <a:close/>
                </a:path>
                <a:path w="137159" h="1779270">
                  <a:moveTo>
                    <a:pt x="136613" y="1094892"/>
                  </a:moveTo>
                  <a:lnTo>
                    <a:pt x="68300" y="1094892"/>
                  </a:lnTo>
                  <a:lnTo>
                    <a:pt x="68300" y="1163294"/>
                  </a:lnTo>
                  <a:lnTo>
                    <a:pt x="68300" y="1231684"/>
                  </a:lnTo>
                  <a:lnTo>
                    <a:pt x="68300" y="1300086"/>
                  </a:lnTo>
                  <a:lnTo>
                    <a:pt x="136613" y="1300086"/>
                  </a:lnTo>
                  <a:lnTo>
                    <a:pt x="136613" y="1231684"/>
                  </a:lnTo>
                  <a:lnTo>
                    <a:pt x="136613" y="1163294"/>
                  </a:lnTo>
                  <a:lnTo>
                    <a:pt x="136613" y="1094892"/>
                  </a:lnTo>
                  <a:close/>
                </a:path>
                <a:path w="137159" h="1779270">
                  <a:moveTo>
                    <a:pt x="136613" y="821156"/>
                  </a:moveTo>
                  <a:lnTo>
                    <a:pt x="68300" y="821156"/>
                  </a:lnTo>
                  <a:lnTo>
                    <a:pt x="68300" y="889622"/>
                  </a:lnTo>
                  <a:lnTo>
                    <a:pt x="68300" y="958024"/>
                  </a:lnTo>
                  <a:lnTo>
                    <a:pt x="68300" y="1026426"/>
                  </a:lnTo>
                  <a:lnTo>
                    <a:pt x="68300" y="1094816"/>
                  </a:lnTo>
                  <a:lnTo>
                    <a:pt x="136613" y="1094816"/>
                  </a:lnTo>
                  <a:lnTo>
                    <a:pt x="136613" y="1026426"/>
                  </a:lnTo>
                  <a:lnTo>
                    <a:pt x="136613" y="958024"/>
                  </a:lnTo>
                  <a:lnTo>
                    <a:pt x="136613" y="889622"/>
                  </a:lnTo>
                  <a:lnTo>
                    <a:pt x="136613" y="821156"/>
                  </a:lnTo>
                  <a:close/>
                </a:path>
                <a:path w="137159" h="1779270">
                  <a:moveTo>
                    <a:pt x="136613" y="684276"/>
                  </a:moveTo>
                  <a:lnTo>
                    <a:pt x="68300" y="684276"/>
                  </a:lnTo>
                  <a:lnTo>
                    <a:pt x="68300" y="752678"/>
                  </a:lnTo>
                  <a:lnTo>
                    <a:pt x="68300" y="821080"/>
                  </a:lnTo>
                  <a:lnTo>
                    <a:pt x="136613" y="821080"/>
                  </a:lnTo>
                  <a:lnTo>
                    <a:pt x="136613" y="752678"/>
                  </a:lnTo>
                  <a:lnTo>
                    <a:pt x="136613" y="684276"/>
                  </a:lnTo>
                  <a:close/>
                </a:path>
                <a:path w="137159" h="1779270">
                  <a:moveTo>
                    <a:pt x="136613" y="479005"/>
                  </a:moveTo>
                  <a:lnTo>
                    <a:pt x="68300" y="479005"/>
                  </a:lnTo>
                  <a:lnTo>
                    <a:pt x="68300" y="547408"/>
                  </a:lnTo>
                  <a:lnTo>
                    <a:pt x="68300" y="615810"/>
                  </a:lnTo>
                  <a:lnTo>
                    <a:pt x="68300" y="684199"/>
                  </a:lnTo>
                  <a:lnTo>
                    <a:pt x="136613" y="684199"/>
                  </a:lnTo>
                  <a:lnTo>
                    <a:pt x="136613" y="615810"/>
                  </a:lnTo>
                  <a:lnTo>
                    <a:pt x="136613" y="547408"/>
                  </a:lnTo>
                  <a:lnTo>
                    <a:pt x="136613" y="479005"/>
                  </a:lnTo>
                  <a:close/>
                </a:path>
                <a:path w="137159" h="1779270">
                  <a:moveTo>
                    <a:pt x="136613" y="273748"/>
                  </a:moveTo>
                  <a:lnTo>
                    <a:pt x="68300" y="273748"/>
                  </a:lnTo>
                  <a:lnTo>
                    <a:pt x="68300" y="342138"/>
                  </a:lnTo>
                  <a:lnTo>
                    <a:pt x="68300" y="410540"/>
                  </a:lnTo>
                  <a:lnTo>
                    <a:pt x="68300" y="478942"/>
                  </a:lnTo>
                  <a:lnTo>
                    <a:pt x="136613" y="478942"/>
                  </a:lnTo>
                  <a:lnTo>
                    <a:pt x="136613" y="410540"/>
                  </a:lnTo>
                  <a:lnTo>
                    <a:pt x="136613" y="342138"/>
                  </a:lnTo>
                  <a:lnTo>
                    <a:pt x="136613" y="273748"/>
                  </a:lnTo>
                  <a:close/>
                </a:path>
                <a:path w="137159" h="1779270">
                  <a:moveTo>
                    <a:pt x="136613" y="68478"/>
                  </a:moveTo>
                  <a:lnTo>
                    <a:pt x="68300" y="68478"/>
                  </a:lnTo>
                  <a:lnTo>
                    <a:pt x="68300" y="136867"/>
                  </a:lnTo>
                  <a:lnTo>
                    <a:pt x="68300" y="205270"/>
                  </a:lnTo>
                  <a:lnTo>
                    <a:pt x="68300" y="273672"/>
                  </a:lnTo>
                  <a:lnTo>
                    <a:pt x="136613" y="273672"/>
                  </a:lnTo>
                  <a:lnTo>
                    <a:pt x="136613" y="205270"/>
                  </a:lnTo>
                  <a:lnTo>
                    <a:pt x="136613" y="136867"/>
                  </a:lnTo>
                  <a:lnTo>
                    <a:pt x="136613" y="68478"/>
                  </a:lnTo>
                  <a:close/>
                </a:path>
                <a:path w="137159" h="1779270">
                  <a:moveTo>
                    <a:pt x="136613" y="0"/>
                  </a:moveTo>
                  <a:lnTo>
                    <a:pt x="68300" y="0"/>
                  </a:lnTo>
                  <a:lnTo>
                    <a:pt x="68300" y="68402"/>
                  </a:lnTo>
                  <a:lnTo>
                    <a:pt x="136613" y="68402"/>
                  </a:lnTo>
                  <a:lnTo>
                    <a:pt x="1366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3" name="object 4"/>
            <p:cNvSpPr/>
            <p:nvPr/>
          </p:nvSpPr>
          <p:spPr>
            <a:xfrm>
              <a:off x="11489760" y="1329480"/>
              <a:ext cx="68400" cy="17787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778760"/>
                <a:gd name="textAreaBottom" fmla="*/ 1779120 h 1778760"/>
              </a:gdLst>
              <a:ahLst/>
              <a:rect l="textAreaLeft" t="textAreaTop" r="textAreaRight" b="textAreaBottom"/>
              <a:pathLst>
                <a:path w="68579" h="1779270">
                  <a:moveTo>
                    <a:pt x="68300" y="1710702"/>
                  </a:moveTo>
                  <a:lnTo>
                    <a:pt x="0" y="1710702"/>
                  </a:lnTo>
                  <a:lnTo>
                    <a:pt x="0" y="1779104"/>
                  </a:lnTo>
                  <a:lnTo>
                    <a:pt x="68300" y="1779104"/>
                  </a:lnTo>
                  <a:lnTo>
                    <a:pt x="68300" y="1710702"/>
                  </a:lnTo>
                  <a:close/>
                </a:path>
                <a:path w="68579" h="1779270">
                  <a:moveTo>
                    <a:pt x="68300" y="1573834"/>
                  </a:moveTo>
                  <a:lnTo>
                    <a:pt x="0" y="1573834"/>
                  </a:lnTo>
                  <a:lnTo>
                    <a:pt x="0" y="1642237"/>
                  </a:lnTo>
                  <a:lnTo>
                    <a:pt x="0" y="1710626"/>
                  </a:lnTo>
                  <a:lnTo>
                    <a:pt x="68300" y="1710626"/>
                  </a:lnTo>
                  <a:lnTo>
                    <a:pt x="68300" y="1642237"/>
                  </a:lnTo>
                  <a:lnTo>
                    <a:pt x="68300" y="1573834"/>
                  </a:lnTo>
                  <a:close/>
                </a:path>
                <a:path w="68579" h="1779270">
                  <a:moveTo>
                    <a:pt x="68300" y="1368564"/>
                  </a:moveTo>
                  <a:lnTo>
                    <a:pt x="0" y="1368564"/>
                  </a:lnTo>
                  <a:lnTo>
                    <a:pt x="0" y="1436966"/>
                  </a:lnTo>
                  <a:lnTo>
                    <a:pt x="0" y="1505356"/>
                  </a:lnTo>
                  <a:lnTo>
                    <a:pt x="0" y="1573758"/>
                  </a:lnTo>
                  <a:lnTo>
                    <a:pt x="68300" y="1573758"/>
                  </a:lnTo>
                  <a:lnTo>
                    <a:pt x="68300" y="1505356"/>
                  </a:lnTo>
                  <a:lnTo>
                    <a:pt x="68300" y="1436966"/>
                  </a:lnTo>
                  <a:lnTo>
                    <a:pt x="68300" y="1368564"/>
                  </a:lnTo>
                  <a:close/>
                </a:path>
                <a:path w="68579" h="1779270">
                  <a:moveTo>
                    <a:pt x="68300" y="1163294"/>
                  </a:moveTo>
                  <a:lnTo>
                    <a:pt x="0" y="1163294"/>
                  </a:lnTo>
                  <a:lnTo>
                    <a:pt x="0" y="1231696"/>
                  </a:lnTo>
                  <a:lnTo>
                    <a:pt x="0" y="1300086"/>
                  </a:lnTo>
                  <a:lnTo>
                    <a:pt x="0" y="1368488"/>
                  </a:lnTo>
                  <a:lnTo>
                    <a:pt x="68300" y="1368488"/>
                  </a:lnTo>
                  <a:lnTo>
                    <a:pt x="68300" y="1300086"/>
                  </a:lnTo>
                  <a:lnTo>
                    <a:pt x="68300" y="1231696"/>
                  </a:lnTo>
                  <a:lnTo>
                    <a:pt x="68300" y="1163294"/>
                  </a:lnTo>
                  <a:close/>
                </a:path>
                <a:path w="68579" h="1779270">
                  <a:moveTo>
                    <a:pt x="68300" y="889558"/>
                  </a:moveTo>
                  <a:lnTo>
                    <a:pt x="0" y="889558"/>
                  </a:lnTo>
                  <a:lnTo>
                    <a:pt x="0" y="958024"/>
                  </a:lnTo>
                  <a:lnTo>
                    <a:pt x="0" y="1026426"/>
                  </a:lnTo>
                  <a:lnTo>
                    <a:pt x="0" y="1094828"/>
                  </a:lnTo>
                  <a:lnTo>
                    <a:pt x="0" y="1163218"/>
                  </a:lnTo>
                  <a:lnTo>
                    <a:pt x="68300" y="1163218"/>
                  </a:lnTo>
                  <a:lnTo>
                    <a:pt x="68300" y="1094828"/>
                  </a:lnTo>
                  <a:lnTo>
                    <a:pt x="68300" y="1026426"/>
                  </a:lnTo>
                  <a:lnTo>
                    <a:pt x="68300" y="958024"/>
                  </a:lnTo>
                  <a:lnTo>
                    <a:pt x="68300" y="889558"/>
                  </a:lnTo>
                  <a:close/>
                </a:path>
                <a:path w="68579" h="1779270">
                  <a:moveTo>
                    <a:pt x="68300" y="752678"/>
                  </a:moveTo>
                  <a:lnTo>
                    <a:pt x="0" y="752678"/>
                  </a:lnTo>
                  <a:lnTo>
                    <a:pt x="0" y="821080"/>
                  </a:lnTo>
                  <a:lnTo>
                    <a:pt x="0" y="889482"/>
                  </a:lnTo>
                  <a:lnTo>
                    <a:pt x="68300" y="889482"/>
                  </a:lnTo>
                  <a:lnTo>
                    <a:pt x="68300" y="821080"/>
                  </a:lnTo>
                  <a:lnTo>
                    <a:pt x="68300" y="752678"/>
                  </a:lnTo>
                  <a:close/>
                </a:path>
                <a:path w="68579" h="1779270">
                  <a:moveTo>
                    <a:pt x="68300" y="547408"/>
                  </a:moveTo>
                  <a:lnTo>
                    <a:pt x="0" y="547408"/>
                  </a:lnTo>
                  <a:lnTo>
                    <a:pt x="0" y="615810"/>
                  </a:lnTo>
                  <a:lnTo>
                    <a:pt x="0" y="684212"/>
                  </a:lnTo>
                  <a:lnTo>
                    <a:pt x="0" y="752602"/>
                  </a:lnTo>
                  <a:lnTo>
                    <a:pt x="68300" y="752602"/>
                  </a:lnTo>
                  <a:lnTo>
                    <a:pt x="68300" y="684212"/>
                  </a:lnTo>
                  <a:lnTo>
                    <a:pt x="68300" y="615810"/>
                  </a:lnTo>
                  <a:lnTo>
                    <a:pt x="68300" y="547408"/>
                  </a:lnTo>
                  <a:close/>
                </a:path>
                <a:path w="68579" h="1779270">
                  <a:moveTo>
                    <a:pt x="68300" y="342150"/>
                  </a:moveTo>
                  <a:lnTo>
                    <a:pt x="0" y="342150"/>
                  </a:lnTo>
                  <a:lnTo>
                    <a:pt x="0" y="410540"/>
                  </a:lnTo>
                  <a:lnTo>
                    <a:pt x="0" y="478942"/>
                  </a:lnTo>
                  <a:lnTo>
                    <a:pt x="0" y="547344"/>
                  </a:lnTo>
                  <a:lnTo>
                    <a:pt x="68300" y="547344"/>
                  </a:lnTo>
                  <a:lnTo>
                    <a:pt x="68300" y="478942"/>
                  </a:lnTo>
                  <a:lnTo>
                    <a:pt x="68300" y="410540"/>
                  </a:lnTo>
                  <a:lnTo>
                    <a:pt x="68300" y="342150"/>
                  </a:lnTo>
                  <a:close/>
                </a:path>
                <a:path w="68579" h="1779270">
                  <a:moveTo>
                    <a:pt x="68300" y="136880"/>
                  </a:moveTo>
                  <a:lnTo>
                    <a:pt x="0" y="136880"/>
                  </a:lnTo>
                  <a:lnTo>
                    <a:pt x="0" y="205270"/>
                  </a:lnTo>
                  <a:lnTo>
                    <a:pt x="0" y="273672"/>
                  </a:lnTo>
                  <a:lnTo>
                    <a:pt x="0" y="342074"/>
                  </a:lnTo>
                  <a:lnTo>
                    <a:pt x="68300" y="342074"/>
                  </a:lnTo>
                  <a:lnTo>
                    <a:pt x="68300" y="273672"/>
                  </a:lnTo>
                  <a:lnTo>
                    <a:pt x="68300" y="205270"/>
                  </a:lnTo>
                  <a:lnTo>
                    <a:pt x="68300" y="136880"/>
                  </a:lnTo>
                  <a:close/>
                </a:path>
                <a:path w="68579" h="177927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4" name="object 5"/>
            <p:cNvSpPr/>
            <p:nvPr/>
          </p:nvSpPr>
          <p:spPr>
            <a:xfrm>
              <a:off x="114217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5" name="object 6"/>
            <p:cNvSpPr/>
            <p:nvPr/>
          </p:nvSpPr>
          <p:spPr>
            <a:xfrm>
              <a:off x="11421720" y="1535040"/>
              <a:ext cx="68400" cy="16423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42320"/>
                <a:gd name="textAreaBottom" fmla="*/ 1642680 h 1642320"/>
              </a:gdLst>
              <a:ahLst/>
              <a:rect l="textAreaLeft" t="textAreaTop" r="textAreaRight" b="textAreaBottom"/>
              <a:pathLst>
                <a:path w="68579" h="1642745">
                  <a:moveTo>
                    <a:pt x="68300" y="1505432"/>
                  </a:moveTo>
                  <a:lnTo>
                    <a:pt x="0" y="1505432"/>
                  </a:lnTo>
                  <a:lnTo>
                    <a:pt x="0" y="1573834"/>
                  </a:lnTo>
                  <a:lnTo>
                    <a:pt x="0" y="1642237"/>
                  </a:lnTo>
                  <a:lnTo>
                    <a:pt x="68300" y="1642237"/>
                  </a:lnTo>
                  <a:lnTo>
                    <a:pt x="68300" y="1573834"/>
                  </a:lnTo>
                  <a:lnTo>
                    <a:pt x="68300" y="1505432"/>
                  </a:lnTo>
                  <a:close/>
                </a:path>
                <a:path w="68579" h="1642745">
                  <a:moveTo>
                    <a:pt x="68300" y="1368564"/>
                  </a:moveTo>
                  <a:lnTo>
                    <a:pt x="0" y="1368564"/>
                  </a:lnTo>
                  <a:lnTo>
                    <a:pt x="0" y="1436966"/>
                  </a:lnTo>
                  <a:lnTo>
                    <a:pt x="0" y="1505356"/>
                  </a:lnTo>
                  <a:lnTo>
                    <a:pt x="68300" y="1505356"/>
                  </a:lnTo>
                  <a:lnTo>
                    <a:pt x="68300" y="1436966"/>
                  </a:lnTo>
                  <a:lnTo>
                    <a:pt x="68300" y="1368564"/>
                  </a:lnTo>
                  <a:close/>
                </a:path>
                <a:path w="68579" h="1642745">
                  <a:moveTo>
                    <a:pt x="68300" y="1163294"/>
                  </a:moveTo>
                  <a:lnTo>
                    <a:pt x="0" y="1163294"/>
                  </a:lnTo>
                  <a:lnTo>
                    <a:pt x="0" y="1231696"/>
                  </a:lnTo>
                  <a:lnTo>
                    <a:pt x="0" y="1300086"/>
                  </a:lnTo>
                  <a:lnTo>
                    <a:pt x="0" y="1368488"/>
                  </a:lnTo>
                  <a:lnTo>
                    <a:pt x="68300" y="1368488"/>
                  </a:lnTo>
                  <a:lnTo>
                    <a:pt x="68300" y="1300086"/>
                  </a:lnTo>
                  <a:lnTo>
                    <a:pt x="68300" y="1231696"/>
                  </a:lnTo>
                  <a:lnTo>
                    <a:pt x="68300" y="1163294"/>
                  </a:lnTo>
                  <a:close/>
                </a:path>
                <a:path w="68579" h="1642745">
                  <a:moveTo>
                    <a:pt x="68300" y="958024"/>
                  </a:moveTo>
                  <a:lnTo>
                    <a:pt x="0" y="958024"/>
                  </a:lnTo>
                  <a:lnTo>
                    <a:pt x="0" y="1026426"/>
                  </a:lnTo>
                  <a:lnTo>
                    <a:pt x="0" y="1094816"/>
                  </a:lnTo>
                  <a:lnTo>
                    <a:pt x="0" y="1163218"/>
                  </a:lnTo>
                  <a:lnTo>
                    <a:pt x="68300" y="1163218"/>
                  </a:lnTo>
                  <a:lnTo>
                    <a:pt x="68300" y="1094816"/>
                  </a:lnTo>
                  <a:lnTo>
                    <a:pt x="68300" y="1026426"/>
                  </a:lnTo>
                  <a:lnTo>
                    <a:pt x="68300" y="958024"/>
                  </a:lnTo>
                  <a:close/>
                </a:path>
                <a:path w="68579" h="1642745">
                  <a:moveTo>
                    <a:pt x="68300" y="684288"/>
                  </a:moveTo>
                  <a:lnTo>
                    <a:pt x="0" y="684288"/>
                  </a:lnTo>
                  <a:lnTo>
                    <a:pt x="0" y="752754"/>
                  </a:lnTo>
                  <a:lnTo>
                    <a:pt x="0" y="821156"/>
                  </a:lnTo>
                  <a:lnTo>
                    <a:pt x="0" y="889558"/>
                  </a:lnTo>
                  <a:lnTo>
                    <a:pt x="0" y="957948"/>
                  </a:lnTo>
                  <a:lnTo>
                    <a:pt x="68300" y="957948"/>
                  </a:lnTo>
                  <a:lnTo>
                    <a:pt x="68300" y="889558"/>
                  </a:lnTo>
                  <a:lnTo>
                    <a:pt x="68300" y="821156"/>
                  </a:lnTo>
                  <a:lnTo>
                    <a:pt x="68300" y="752754"/>
                  </a:lnTo>
                  <a:lnTo>
                    <a:pt x="68300" y="684288"/>
                  </a:lnTo>
                  <a:close/>
                </a:path>
                <a:path w="68579" h="1642745">
                  <a:moveTo>
                    <a:pt x="68300" y="547408"/>
                  </a:moveTo>
                  <a:lnTo>
                    <a:pt x="0" y="547408"/>
                  </a:lnTo>
                  <a:lnTo>
                    <a:pt x="0" y="615810"/>
                  </a:lnTo>
                  <a:lnTo>
                    <a:pt x="0" y="684212"/>
                  </a:lnTo>
                  <a:lnTo>
                    <a:pt x="68300" y="684212"/>
                  </a:lnTo>
                  <a:lnTo>
                    <a:pt x="68300" y="615810"/>
                  </a:lnTo>
                  <a:lnTo>
                    <a:pt x="68300" y="547408"/>
                  </a:lnTo>
                  <a:close/>
                </a:path>
                <a:path w="68579" h="1642745">
                  <a:moveTo>
                    <a:pt x="68300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42"/>
                  </a:lnTo>
                  <a:lnTo>
                    <a:pt x="0" y="547331"/>
                  </a:lnTo>
                  <a:lnTo>
                    <a:pt x="68300" y="547331"/>
                  </a:lnTo>
                  <a:lnTo>
                    <a:pt x="68300" y="478942"/>
                  </a:lnTo>
                  <a:lnTo>
                    <a:pt x="68300" y="410540"/>
                  </a:lnTo>
                  <a:lnTo>
                    <a:pt x="68300" y="342138"/>
                  </a:lnTo>
                  <a:close/>
                </a:path>
                <a:path w="68579" h="1642745">
                  <a:moveTo>
                    <a:pt x="68300" y="136880"/>
                  </a:moveTo>
                  <a:lnTo>
                    <a:pt x="0" y="136880"/>
                  </a:lnTo>
                  <a:lnTo>
                    <a:pt x="0" y="205270"/>
                  </a:lnTo>
                  <a:lnTo>
                    <a:pt x="0" y="273672"/>
                  </a:lnTo>
                  <a:lnTo>
                    <a:pt x="0" y="342074"/>
                  </a:lnTo>
                  <a:lnTo>
                    <a:pt x="68300" y="342074"/>
                  </a:lnTo>
                  <a:lnTo>
                    <a:pt x="68300" y="273672"/>
                  </a:lnTo>
                  <a:lnTo>
                    <a:pt x="68300" y="205270"/>
                  </a:lnTo>
                  <a:lnTo>
                    <a:pt x="68300" y="136880"/>
                  </a:lnTo>
                  <a:close/>
                </a:path>
                <a:path w="68579" h="1642745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6" name="object 7"/>
            <p:cNvSpPr/>
            <p:nvPr/>
          </p:nvSpPr>
          <p:spPr>
            <a:xfrm>
              <a:off x="11421720" y="13978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7" name="object 8"/>
            <p:cNvSpPr/>
            <p:nvPr/>
          </p:nvSpPr>
          <p:spPr>
            <a:xfrm>
              <a:off x="1142172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8" name="object 9"/>
            <p:cNvSpPr/>
            <p:nvPr/>
          </p:nvSpPr>
          <p:spPr>
            <a:xfrm>
              <a:off x="113533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9" name="object 10"/>
            <p:cNvSpPr/>
            <p:nvPr/>
          </p:nvSpPr>
          <p:spPr>
            <a:xfrm>
              <a:off x="11353320" y="1603440"/>
              <a:ext cx="68400" cy="16423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42320"/>
                <a:gd name="textAreaBottom" fmla="*/ 1642680 h 1642320"/>
              </a:gdLst>
              <a:ahLst/>
              <a:rect l="textAreaLeft" t="textAreaTop" r="textAreaRight" b="textAreaBottom"/>
              <a:pathLst>
                <a:path w="68579" h="1642745">
                  <a:moveTo>
                    <a:pt x="68313" y="1437030"/>
                  </a:moveTo>
                  <a:lnTo>
                    <a:pt x="0" y="1437030"/>
                  </a:lnTo>
                  <a:lnTo>
                    <a:pt x="0" y="1505432"/>
                  </a:lnTo>
                  <a:lnTo>
                    <a:pt x="0" y="1573834"/>
                  </a:lnTo>
                  <a:lnTo>
                    <a:pt x="0" y="1642224"/>
                  </a:lnTo>
                  <a:lnTo>
                    <a:pt x="68313" y="1642224"/>
                  </a:lnTo>
                  <a:lnTo>
                    <a:pt x="68313" y="1573834"/>
                  </a:lnTo>
                  <a:lnTo>
                    <a:pt x="68313" y="1505432"/>
                  </a:lnTo>
                  <a:lnTo>
                    <a:pt x="68313" y="1437030"/>
                  </a:lnTo>
                  <a:close/>
                </a:path>
                <a:path w="68579" h="1642745">
                  <a:moveTo>
                    <a:pt x="68313" y="1300162"/>
                  </a:moveTo>
                  <a:lnTo>
                    <a:pt x="0" y="1300162"/>
                  </a:lnTo>
                  <a:lnTo>
                    <a:pt x="0" y="1368564"/>
                  </a:lnTo>
                  <a:lnTo>
                    <a:pt x="0" y="1436954"/>
                  </a:lnTo>
                  <a:lnTo>
                    <a:pt x="68313" y="1436954"/>
                  </a:lnTo>
                  <a:lnTo>
                    <a:pt x="68313" y="1368564"/>
                  </a:lnTo>
                  <a:lnTo>
                    <a:pt x="68313" y="1300162"/>
                  </a:lnTo>
                  <a:close/>
                </a:path>
                <a:path w="68579" h="1642745">
                  <a:moveTo>
                    <a:pt x="68313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0" y="1300086"/>
                  </a:lnTo>
                  <a:lnTo>
                    <a:pt x="68313" y="1300086"/>
                  </a:lnTo>
                  <a:lnTo>
                    <a:pt x="68313" y="1231684"/>
                  </a:lnTo>
                  <a:lnTo>
                    <a:pt x="68313" y="1163294"/>
                  </a:lnTo>
                  <a:lnTo>
                    <a:pt x="68313" y="1094892"/>
                  </a:lnTo>
                  <a:close/>
                </a:path>
                <a:path w="68579" h="1642745">
                  <a:moveTo>
                    <a:pt x="68313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13" y="1094816"/>
                  </a:lnTo>
                  <a:lnTo>
                    <a:pt x="68313" y="1026414"/>
                  </a:lnTo>
                  <a:lnTo>
                    <a:pt x="68313" y="958024"/>
                  </a:lnTo>
                  <a:lnTo>
                    <a:pt x="68313" y="889622"/>
                  </a:lnTo>
                  <a:close/>
                </a:path>
                <a:path w="68579" h="1642745">
                  <a:moveTo>
                    <a:pt x="68313" y="615886"/>
                  </a:moveTo>
                  <a:lnTo>
                    <a:pt x="0" y="615886"/>
                  </a:lnTo>
                  <a:lnTo>
                    <a:pt x="0" y="684352"/>
                  </a:lnTo>
                  <a:lnTo>
                    <a:pt x="0" y="752754"/>
                  </a:lnTo>
                  <a:lnTo>
                    <a:pt x="0" y="821156"/>
                  </a:lnTo>
                  <a:lnTo>
                    <a:pt x="0" y="889546"/>
                  </a:lnTo>
                  <a:lnTo>
                    <a:pt x="68313" y="889546"/>
                  </a:lnTo>
                  <a:lnTo>
                    <a:pt x="68313" y="821156"/>
                  </a:lnTo>
                  <a:lnTo>
                    <a:pt x="68313" y="752754"/>
                  </a:lnTo>
                  <a:lnTo>
                    <a:pt x="68313" y="684352"/>
                  </a:lnTo>
                  <a:lnTo>
                    <a:pt x="68313" y="615886"/>
                  </a:lnTo>
                  <a:close/>
                </a:path>
                <a:path w="68579" h="1642745">
                  <a:moveTo>
                    <a:pt x="68313" y="479005"/>
                  </a:moveTo>
                  <a:lnTo>
                    <a:pt x="0" y="479005"/>
                  </a:lnTo>
                  <a:lnTo>
                    <a:pt x="0" y="547408"/>
                  </a:lnTo>
                  <a:lnTo>
                    <a:pt x="0" y="615810"/>
                  </a:lnTo>
                  <a:lnTo>
                    <a:pt x="68313" y="615810"/>
                  </a:lnTo>
                  <a:lnTo>
                    <a:pt x="68313" y="547408"/>
                  </a:lnTo>
                  <a:lnTo>
                    <a:pt x="68313" y="479005"/>
                  </a:lnTo>
                  <a:close/>
                </a:path>
                <a:path w="68579" h="1642745">
                  <a:moveTo>
                    <a:pt x="68313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13" y="478929"/>
                  </a:lnTo>
                  <a:lnTo>
                    <a:pt x="68313" y="410540"/>
                  </a:lnTo>
                  <a:lnTo>
                    <a:pt x="68313" y="342138"/>
                  </a:lnTo>
                  <a:lnTo>
                    <a:pt x="68313" y="273735"/>
                  </a:lnTo>
                  <a:close/>
                </a:path>
                <a:path w="68579" h="1642745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72"/>
                  </a:lnTo>
                  <a:lnTo>
                    <a:pt x="68313" y="273672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1642745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0" name="object 11"/>
            <p:cNvSpPr/>
            <p:nvPr/>
          </p:nvSpPr>
          <p:spPr>
            <a:xfrm>
              <a:off x="11353320" y="139788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59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137159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1" name="object 12"/>
            <p:cNvSpPr/>
            <p:nvPr/>
          </p:nvSpPr>
          <p:spPr>
            <a:xfrm>
              <a:off x="1135332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2" name="object 13"/>
            <p:cNvSpPr/>
            <p:nvPr/>
          </p:nvSpPr>
          <p:spPr>
            <a:xfrm>
              <a:off x="112849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3" name="object 14"/>
            <p:cNvSpPr/>
            <p:nvPr/>
          </p:nvSpPr>
          <p:spPr>
            <a:xfrm>
              <a:off x="112849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4" name="object 15"/>
            <p:cNvSpPr/>
            <p:nvPr/>
          </p:nvSpPr>
          <p:spPr>
            <a:xfrm>
              <a:off x="11284920" y="1397880"/>
              <a:ext cx="68400" cy="17787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778760"/>
                <a:gd name="textAreaBottom" fmla="*/ 1779120 h 1778760"/>
              </a:gdLst>
              <a:ahLst/>
              <a:rect l="textAreaLeft" t="textAreaTop" r="textAreaRight" b="textAreaBottom"/>
              <a:pathLst>
                <a:path w="68579" h="1779270">
                  <a:moveTo>
                    <a:pt x="68300" y="1642300"/>
                  </a:moveTo>
                  <a:lnTo>
                    <a:pt x="0" y="1642300"/>
                  </a:lnTo>
                  <a:lnTo>
                    <a:pt x="0" y="1710702"/>
                  </a:lnTo>
                  <a:lnTo>
                    <a:pt x="0" y="1779104"/>
                  </a:lnTo>
                  <a:lnTo>
                    <a:pt x="68300" y="1779104"/>
                  </a:lnTo>
                  <a:lnTo>
                    <a:pt x="68300" y="1710702"/>
                  </a:lnTo>
                  <a:lnTo>
                    <a:pt x="68300" y="1642300"/>
                  </a:lnTo>
                  <a:close/>
                </a:path>
                <a:path w="68579" h="1779270">
                  <a:moveTo>
                    <a:pt x="68300" y="1505432"/>
                  </a:moveTo>
                  <a:lnTo>
                    <a:pt x="0" y="1505432"/>
                  </a:lnTo>
                  <a:lnTo>
                    <a:pt x="0" y="1573834"/>
                  </a:lnTo>
                  <a:lnTo>
                    <a:pt x="0" y="1642224"/>
                  </a:lnTo>
                  <a:lnTo>
                    <a:pt x="68300" y="1642224"/>
                  </a:lnTo>
                  <a:lnTo>
                    <a:pt x="68300" y="1573834"/>
                  </a:lnTo>
                  <a:lnTo>
                    <a:pt x="68300" y="1505432"/>
                  </a:lnTo>
                  <a:close/>
                </a:path>
                <a:path w="68579" h="1779270">
                  <a:moveTo>
                    <a:pt x="68300" y="1300162"/>
                  </a:moveTo>
                  <a:lnTo>
                    <a:pt x="0" y="1300162"/>
                  </a:lnTo>
                  <a:lnTo>
                    <a:pt x="0" y="1368564"/>
                  </a:lnTo>
                  <a:lnTo>
                    <a:pt x="0" y="1436954"/>
                  </a:lnTo>
                  <a:lnTo>
                    <a:pt x="0" y="1505356"/>
                  </a:lnTo>
                  <a:lnTo>
                    <a:pt x="68300" y="1505356"/>
                  </a:lnTo>
                  <a:lnTo>
                    <a:pt x="68300" y="1436954"/>
                  </a:lnTo>
                  <a:lnTo>
                    <a:pt x="68300" y="1368564"/>
                  </a:lnTo>
                  <a:lnTo>
                    <a:pt x="68300" y="1300162"/>
                  </a:lnTo>
                  <a:close/>
                </a:path>
                <a:path w="68579" h="177927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0" y="1300086"/>
                  </a:lnTo>
                  <a:lnTo>
                    <a:pt x="68300" y="1300086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779270">
                  <a:moveTo>
                    <a:pt x="68300" y="821156"/>
                  </a:moveTo>
                  <a:lnTo>
                    <a:pt x="0" y="821156"/>
                  </a:lnTo>
                  <a:lnTo>
                    <a:pt x="0" y="889622"/>
                  </a:lnTo>
                  <a:lnTo>
                    <a:pt x="0" y="958024"/>
                  </a:lnTo>
                  <a:lnTo>
                    <a:pt x="0" y="1026426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26"/>
                  </a:lnTo>
                  <a:lnTo>
                    <a:pt x="68300" y="958024"/>
                  </a:lnTo>
                  <a:lnTo>
                    <a:pt x="68300" y="889622"/>
                  </a:lnTo>
                  <a:lnTo>
                    <a:pt x="68300" y="821156"/>
                  </a:lnTo>
                  <a:close/>
                </a:path>
                <a:path w="68579" h="1779270">
                  <a:moveTo>
                    <a:pt x="68300" y="684276"/>
                  </a:moveTo>
                  <a:lnTo>
                    <a:pt x="0" y="684276"/>
                  </a:lnTo>
                  <a:lnTo>
                    <a:pt x="0" y="752678"/>
                  </a:lnTo>
                  <a:lnTo>
                    <a:pt x="0" y="821080"/>
                  </a:lnTo>
                  <a:lnTo>
                    <a:pt x="68300" y="821080"/>
                  </a:lnTo>
                  <a:lnTo>
                    <a:pt x="68300" y="752678"/>
                  </a:lnTo>
                  <a:lnTo>
                    <a:pt x="68300" y="684276"/>
                  </a:lnTo>
                  <a:close/>
                </a:path>
                <a:path w="68579" h="1779270">
                  <a:moveTo>
                    <a:pt x="68300" y="479005"/>
                  </a:moveTo>
                  <a:lnTo>
                    <a:pt x="0" y="479005"/>
                  </a:lnTo>
                  <a:lnTo>
                    <a:pt x="0" y="547408"/>
                  </a:lnTo>
                  <a:lnTo>
                    <a:pt x="0" y="615810"/>
                  </a:lnTo>
                  <a:lnTo>
                    <a:pt x="0" y="684199"/>
                  </a:lnTo>
                  <a:lnTo>
                    <a:pt x="68300" y="684199"/>
                  </a:lnTo>
                  <a:lnTo>
                    <a:pt x="68300" y="615810"/>
                  </a:lnTo>
                  <a:lnTo>
                    <a:pt x="68300" y="547408"/>
                  </a:lnTo>
                  <a:lnTo>
                    <a:pt x="68300" y="479005"/>
                  </a:lnTo>
                  <a:close/>
                </a:path>
                <a:path w="68579" h="1779270">
                  <a:moveTo>
                    <a:pt x="68300" y="273748"/>
                  </a:moveTo>
                  <a:lnTo>
                    <a:pt x="0" y="273748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0" y="478942"/>
                  </a:lnTo>
                  <a:lnTo>
                    <a:pt x="68300" y="478942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48"/>
                  </a:lnTo>
                  <a:close/>
                </a:path>
                <a:path w="68579" h="177927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177927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5" name="object 16"/>
            <p:cNvSpPr/>
            <p:nvPr/>
          </p:nvSpPr>
          <p:spPr>
            <a:xfrm>
              <a:off x="1128492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6" name="object 17"/>
            <p:cNvSpPr/>
            <p:nvPr/>
          </p:nvSpPr>
          <p:spPr>
            <a:xfrm>
              <a:off x="112165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7" name="object 18"/>
            <p:cNvSpPr/>
            <p:nvPr/>
          </p:nvSpPr>
          <p:spPr>
            <a:xfrm>
              <a:off x="112165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8" name="object 19"/>
            <p:cNvSpPr/>
            <p:nvPr/>
          </p:nvSpPr>
          <p:spPr>
            <a:xfrm>
              <a:off x="11216520" y="1397880"/>
              <a:ext cx="68400" cy="17787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778760"/>
                <a:gd name="textAreaBottom" fmla="*/ 1779120 h 1778760"/>
              </a:gdLst>
              <a:ahLst/>
              <a:rect l="textAreaLeft" t="textAreaTop" r="textAreaRight" b="textAreaBottom"/>
              <a:pathLst>
                <a:path w="68579" h="1779270">
                  <a:moveTo>
                    <a:pt x="68300" y="1642300"/>
                  </a:moveTo>
                  <a:lnTo>
                    <a:pt x="0" y="1642300"/>
                  </a:lnTo>
                  <a:lnTo>
                    <a:pt x="0" y="1710702"/>
                  </a:lnTo>
                  <a:lnTo>
                    <a:pt x="0" y="1779104"/>
                  </a:lnTo>
                  <a:lnTo>
                    <a:pt x="68300" y="1779104"/>
                  </a:lnTo>
                  <a:lnTo>
                    <a:pt x="68300" y="1710702"/>
                  </a:lnTo>
                  <a:lnTo>
                    <a:pt x="68300" y="1642300"/>
                  </a:lnTo>
                  <a:close/>
                </a:path>
                <a:path w="68579" h="1779270">
                  <a:moveTo>
                    <a:pt x="68300" y="1505432"/>
                  </a:moveTo>
                  <a:lnTo>
                    <a:pt x="0" y="1505432"/>
                  </a:lnTo>
                  <a:lnTo>
                    <a:pt x="0" y="1573834"/>
                  </a:lnTo>
                  <a:lnTo>
                    <a:pt x="0" y="1642224"/>
                  </a:lnTo>
                  <a:lnTo>
                    <a:pt x="68300" y="1642224"/>
                  </a:lnTo>
                  <a:lnTo>
                    <a:pt x="68300" y="1573834"/>
                  </a:lnTo>
                  <a:lnTo>
                    <a:pt x="68300" y="1505432"/>
                  </a:lnTo>
                  <a:close/>
                </a:path>
                <a:path w="68579" h="1779270">
                  <a:moveTo>
                    <a:pt x="68300" y="1300162"/>
                  </a:moveTo>
                  <a:lnTo>
                    <a:pt x="0" y="1300162"/>
                  </a:lnTo>
                  <a:lnTo>
                    <a:pt x="0" y="1368564"/>
                  </a:lnTo>
                  <a:lnTo>
                    <a:pt x="0" y="1436954"/>
                  </a:lnTo>
                  <a:lnTo>
                    <a:pt x="0" y="1505356"/>
                  </a:lnTo>
                  <a:lnTo>
                    <a:pt x="68300" y="1505356"/>
                  </a:lnTo>
                  <a:lnTo>
                    <a:pt x="68300" y="1436954"/>
                  </a:lnTo>
                  <a:lnTo>
                    <a:pt x="68300" y="1368564"/>
                  </a:lnTo>
                  <a:lnTo>
                    <a:pt x="68300" y="1300162"/>
                  </a:lnTo>
                  <a:close/>
                </a:path>
                <a:path w="68579" h="177927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0" y="1300086"/>
                  </a:lnTo>
                  <a:lnTo>
                    <a:pt x="68300" y="1300086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779270">
                  <a:moveTo>
                    <a:pt x="68300" y="821156"/>
                  </a:moveTo>
                  <a:lnTo>
                    <a:pt x="0" y="821156"/>
                  </a:lnTo>
                  <a:lnTo>
                    <a:pt x="0" y="889622"/>
                  </a:lnTo>
                  <a:lnTo>
                    <a:pt x="0" y="958024"/>
                  </a:lnTo>
                  <a:lnTo>
                    <a:pt x="0" y="1026426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26"/>
                  </a:lnTo>
                  <a:lnTo>
                    <a:pt x="68300" y="958024"/>
                  </a:lnTo>
                  <a:lnTo>
                    <a:pt x="68300" y="889622"/>
                  </a:lnTo>
                  <a:lnTo>
                    <a:pt x="68300" y="821156"/>
                  </a:lnTo>
                  <a:close/>
                </a:path>
                <a:path w="68579" h="1779270">
                  <a:moveTo>
                    <a:pt x="68300" y="684276"/>
                  </a:moveTo>
                  <a:lnTo>
                    <a:pt x="0" y="684276"/>
                  </a:lnTo>
                  <a:lnTo>
                    <a:pt x="0" y="752678"/>
                  </a:lnTo>
                  <a:lnTo>
                    <a:pt x="0" y="821080"/>
                  </a:lnTo>
                  <a:lnTo>
                    <a:pt x="68300" y="821080"/>
                  </a:lnTo>
                  <a:lnTo>
                    <a:pt x="68300" y="752678"/>
                  </a:lnTo>
                  <a:lnTo>
                    <a:pt x="68300" y="684276"/>
                  </a:lnTo>
                  <a:close/>
                </a:path>
                <a:path w="68579" h="1779270">
                  <a:moveTo>
                    <a:pt x="68300" y="479005"/>
                  </a:moveTo>
                  <a:lnTo>
                    <a:pt x="0" y="479005"/>
                  </a:lnTo>
                  <a:lnTo>
                    <a:pt x="0" y="547408"/>
                  </a:lnTo>
                  <a:lnTo>
                    <a:pt x="0" y="615810"/>
                  </a:lnTo>
                  <a:lnTo>
                    <a:pt x="0" y="684199"/>
                  </a:lnTo>
                  <a:lnTo>
                    <a:pt x="68300" y="684199"/>
                  </a:lnTo>
                  <a:lnTo>
                    <a:pt x="68300" y="615810"/>
                  </a:lnTo>
                  <a:lnTo>
                    <a:pt x="68300" y="547408"/>
                  </a:lnTo>
                  <a:lnTo>
                    <a:pt x="68300" y="479005"/>
                  </a:lnTo>
                  <a:close/>
                </a:path>
                <a:path w="68579" h="1779270">
                  <a:moveTo>
                    <a:pt x="68300" y="273748"/>
                  </a:moveTo>
                  <a:lnTo>
                    <a:pt x="0" y="273748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0" y="478942"/>
                  </a:lnTo>
                  <a:lnTo>
                    <a:pt x="68300" y="478942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48"/>
                  </a:lnTo>
                  <a:close/>
                </a:path>
                <a:path w="68579" h="177927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177927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9" name="object 20"/>
            <p:cNvSpPr/>
            <p:nvPr/>
          </p:nvSpPr>
          <p:spPr>
            <a:xfrm>
              <a:off x="1121652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80" name="object 27"/>
          <p:cNvGrpSpPr/>
          <p:nvPr/>
        </p:nvGrpSpPr>
        <p:grpSpPr>
          <a:xfrm>
            <a:off x="11148120" y="1329480"/>
            <a:ext cx="68400" cy="273960"/>
            <a:chOff x="11148120" y="1329480"/>
            <a:chExt cx="68400" cy="273960"/>
          </a:xfrm>
        </p:grpSpPr>
        <p:sp>
          <p:nvSpPr>
            <p:cNvPr id="1081" name="object 28"/>
            <p:cNvSpPr/>
            <p:nvPr/>
          </p:nvSpPr>
          <p:spPr>
            <a:xfrm>
              <a:off x="1114812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2" name="object 29"/>
            <p:cNvSpPr/>
            <p:nvPr/>
          </p:nvSpPr>
          <p:spPr>
            <a:xfrm>
              <a:off x="1114812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83" name="object 42"/>
          <p:cNvGrpSpPr/>
          <p:nvPr/>
        </p:nvGrpSpPr>
        <p:grpSpPr>
          <a:xfrm>
            <a:off x="11080080" y="1329480"/>
            <a:ext cx="68400" cy="273960"/>
            <a:chOff x="11080080" y="1329480"/>
            <a:chExt cx="68400" cy="273960"/>
          </a:xfrm>
        </p:grpSpPr>
        <p:sp>
          <p:nvSpPr>
            <p:cNvPr id="1084" name="object 43"/>
            <p:cNvSpPr/>
            <p:nvPr/>
          </p:nvSpPr>
          <p:spPr>
            <a:xfrm>
              <a:off x="1108008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5" name="object 44"/>
            <p:cNvSpPr/>
            <p:nvPr/>
          </p:nvSpPr>
          <p:spPr>
            <a:xfrm>
              <a:off x="1108008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86" name="object 56"/>
          <p:cNvGrpSpPr/>
          <p:nvPr/>
        </p:nvGrpSpPr>
        <p:grpSpPr>
          <a:xfrm>
            <a:off x="11011680" y="1329480"/>
            <a:ext cx="68400" cy="273960"/>
            <a:chOff x="11011680" y="1329480"/>
            <a:chExt cx="68400" cy="273960"/>
          </a:xfrm>
        </p:grpSpPr>
        <p:sp>
          <p:nvSpPr>
            <p:cNvPr id="1087" name="object 57"/>
            <p:cNvSpPr/>
            <p:nvPr/>
          </p:nvSpPr>
          <p:spPr>
            <a:xfrm>
              <a:off x="1101168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8" name="object 58"/>
            <p:cNvSpPr/>
            <p:nvPr/>
          </p:nvSpPr>
          <p:spPr>
            <a:xfrm>
              <a:off x="1101168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89" name="object 73"/>
          <p:cNvGrpSpPr/>
          <p:nvPr/>
        </p:nvGrpSpPr>
        <p:grpSpPr>
          <a:xfrm>
            <a:off x="10943280" y="1329480"/>
            <a:ext cx="68400" cy="273960"/>
            <a:chOff x="10943280" y="1329480"/>
            <a:chExt cx="68400" cy="273960"/>
          </a:xfrm>
        </p:grpSpPr>
        <p:sp>
          <p:nvSpPr>
            <p:cNvPr id="1090" name="object 74"/>
            <p:cNvSpPr/>
            <p:nvPr/>
          </p:nvSpPr>
          <p:spPr>
            <a:xfrm>
              <a:off x="1094328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1" name="object 75"/>
            <p:cNvSpPr/>
            <p:nvPr/>
          </p:nvSpPr>
          <p:spPr>
            <a:xfrm>
              <a:off x="1094328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92" name="object 91"/>
          <p:cNvGrpSpPr/>
          <p:nvPr/>
        </p:nvGrpSpPr>
        <p:grpSpPr>
          <a:xfrm>
            <a:off x="10874880" y="1329480"/>
            <a:ext cx="68400" cy="273960"/>
            <a:chOff x="10874880" y="1329480"/>
            <a:chExt cx="68400" cy="273960"/>
          </a:xfrm>
        </p:grpSpPr>
        <p:sp>
          <p:nvSpPr>
            <p:cNvPr id="1093" name="object 92"/>
            <p:cNvSpPr/>
            <p:nvPr/>
          </p:nvSpPr>
          <p:spPr>
            <a:xfrm>
              <a:off x="1087488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4" name="object 93"/>
            <p:cNvSpPr/>
            <p:nvPr/>
          </p:nvSpPr>
          <p:spPr>
            <a:xfrm>
              <a:off x="1087488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95" name="object 111"/>
          <p:cNvGrpSpPr/>
          <p:nvPr/>
        </p:nvGrpSpPr>
        <p:grpSpPr>
          <a:xfrm>
            <a:off x="10806480" y="1329480"/>
            <a:ext cx="68400" cy="273960"/>
            <a:chOff x="10806480" y="1329480"/>
            <a:chExt cx="68400" cy="273960"/>
          </a:xfrm>
        </p:grpSpPr>
        <p:sp>
          <p:nvSpPr>
            <p:cNvPr id="1096" name="object 112"/>
            <p:cNvSpPr/>
            <p:nvPr/>
          </p:nvSpPr>
          <p:spPr>
            <a:xfrm>
              <a:off x="1080648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7" name="object 113"/>
            <p:cNvSpPr/>
            <p:nvPr/>
          </p:nvSpPr>
          <p:spPr>
            <a:xfrm>
              <a:off x="1080648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98" name="object 134"/>
          <p:cNvGrpSpPr/>
          <p:nvPr/>
        </p:nvGrpSpPr>
        <p:grpSpPr>
          <a:xfrm>
            <a:off x="10738080" y="1329480"/>
            <a:ext cx="68760" cy="273960"/>
            <a:chOff x="10738080" y="1329480"/>
            <a:chExt cx="68760" cy="273960"/>
          </a:xfrm>
        </p:grpSpPr>
        <p:sp>
          <p:nvSpPr>
            <p:cNvPr id="1099" name="object 135"/>
            <p:cNvSpPr/>
            <p:nvPr/>
          </p:nvSpPr>
          <p:spPr>
            <a:xfrm>
              <a:off x="1073808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0" name="object 136"/>
            <p:cNvSpPr/>
            <p:nvPr/>
          </p:nvSpPr>
          <p:spPr>
            <a:xfrm>
              <a:off x="1073844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01" name="object 158"/>
          <p:cNvGrpSpPr/>
          <p:nvPr/>
        </p:nvGrpSpPr>
        <p:grpSpPr>
          <a:xfrm>
            <a:off x="10670040" y="1329480"/>
            <a:ext cx="68400" cy="273960"/>
            <a:chOff x="10670040" y="1329480"/>
            <a:chExt cx="68400" cy="273960"/>
          </a:xfrm>
        </p:grpSpPr>
        <p:sp>
          <p:nvSpPr>
            <p:cNvPr id="1102" name="object 159"/>
            <p:cNvSpPr/>
            <p:nvPr/>
          </p:nvSpPr>
          <p:spPr>
            <a:xfrm>
              <a:off x="1067004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3" name="object 160"/>
            <p:cNvSpPr/>
            <p:nvPr/>
          </p:nvSpPr>
          <p:spPr>
            <a:xfrm>
              <a:off x="1067004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04" name="object 181"/>
          <p:cNvGrpSpPr/>
          <p:nvPr/>
        </p:nvGrpSpPr>
        <p:grpSpPr>
          <a:xfrm>
            <a:off x="10601640" y="1329480"/>
            <a:ext cx="68400" cy="273960"/>
            <a:chOff x="10601640" y="1329480"/>
            <a:chExt cx="68400" cy="273960"/>
          </a:xfrm>
        </p:grpSpPr>
        <p:sp>
          <p:nvSpPr>
            <p:cNvPr id="1105" name="object 182"/>
            <p:cNvSpPr/>
            <p:nvPr/>
          </p:nvSpPr>
          <p:spPr>
            <a:xfrm>
              <a:off x="1060164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6" name="object 183"/>
            <p:cNvSpPr/>
            <p:nvPr/>
          </p:nvSpPr>
          <p:spPr>
            <a:xfrm>
              <a:off x="1060164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07" name="object 202"/>
          <p:cNvGrpSpPr/>
          <p:nvPr/>
        </p:nvGrpSpPr>
        <p:grpSpPr>
          <a:xfrm>
            <a:off x="10533240" y="1329480"/>
            <a:ext cx="68400" cy="273960"/>
            <a:chOff x="10533240" y="1329480"/>
            <a:chExt cx="68400" cy="273960"/>
          </a:xfrm>
        </p:grpSpPr>
        <p:sp>
          <p:nvSpPr>
            <p:cNvPr id="1108" name="object 203"/>
            <p:cNvSpPr/>
            <p:nvPr/>
          </p:nvSpPr>
          <p:spPr>
            <a:xfrm>
              <a:off x="1053324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9" name="object 204"/>
            <p:cNvSpPr/>
            <p:nvPr/>
          </p:nvSpPr>
          <p:spPr>
            <a:xfrm>
              <a:off x="1053324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0" name="object 223"/>
          <p:cNvGrpSpPr/>
          <p:nvPr/>
        </p:nvGrpSpPr>
        <p:grpSpPr>
          <a:xfrm>
            <a:off x="10464840" y="1329480"/>
            <a:ext cx="68400" cy="273960"/>
            <a:chOff x="10464840" y="1329480"/>
            <a:chExt cx="68400" cy="273960"/>
          </a:xfrm>
        </p:grpSpPr>
        <p:sp>
          <p:nvSpPr>
            <p:cNvPr id="1111" name="object 224"/>
            <p:cNvSpPr/>
            <p:nvPr/>
          </p:nvSpPr>
          <p:spPr>
            <a:xfrm>
              <a:off x="1046484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2" name="object 225"/>
            <p:cNvSpPr/>
            <p:nvPr/>
          </p:nvSpPr>
          <p:spPr>
            <a:xfrm>
              <a:off x="1046484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3" name="object 243"/>
          <p:cNvGrpSpPr/>
          <p:nvPr/>
        </p:nvGrpSpPr>
        <p:grpSpPr>
          <a:xfrm>
            <a:off x="10396440" y="1329480"/>
            <a:ext cx="68400" cy="273960"/>
            <a:chOff x="10396440" y="1329480"/>
            <a:chExt cx="68400" cy="273960"/>
          </a:xfrm>
        </p:grpSpPr>
        <p:sp>
          <p:nvSpPr>
            <p:cNvPr id="1114" name="object 244"/>
            <p:cNvSpPr/>
            <p:nvPr/>
          </p:nvSpPr>
          <p:spPr>
            <a:xfrm>
              <a:off x="1039644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5" name="object 245"/>
            <p:cNvSpPr/>
            <p:nvPr/>
          </p:nvSpPr>
          <p:spPr>
            <a:xfrm>
              <a:off x="1039644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6" name="object 264"/>
          <p:cNvGrpSpPr/>
          <p:nvPr/>
        </p:nvGrpSpPr>
        <p:grpSpPr>
          <a:xfrm>
            <a:off x="10328400" y="1329480"/>
            <a:ext cx="68400" cy="273960"/>
            <a:chOff x="10328400" y="1329480"/>
            <a:chExt cx="68400" cy="273960"/>
          </a:xfrm>
        </p:grpSpPr>
        <p:sp>
          <p:nvSpPr>
            <p:cNvPr id="1117" name="object 265"/>
            <p:cNvSpPr/>
            <p:nvPr/>
          </p:nvSpPr>
          <p:spPr>
            <a:xfrm>
              <a:off x="1032840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8" name="object 266"/>
            <p:cNvSpPr/>
            <p:nvPr/>
          </p:nvSpPr>
          <p:spPr>
            <a:xfrm>
              <a:off x="1032840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9" name="object 282"/>
          <p:cNvGrpSpPr/>
          <p:nvPr/>
        </p:nvGrpSpPr>
        <p:grpSpPr>
          <a:xfrm>
            <a:off x="10260000" y="1329480"/>
            <a:ext cx="68400" cy="273960"/>
            <a:chOff x="10260000" y="1329480"/>
            <a:chExt cx="68400" cy="273960"/>
          </a:xfrm>
        </p:grpSpPr>
        <p:sp>
          <p:nvSpPr>
            <p:cNvPr id="1120" name="object 283"/>
            <p:cNvSpPr/>
            <p:nvPr/>
          </p:nvSpPr>
          <p:spPr>
            <a:xfrm>
              <a:off x="1026000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1" name="object 284"/>
            <p:cNvSpPr/>
            <p:nvPr/>
          </p:nvSpPr>
          <p:spPr>
            <a:xfrm>
              <a:off x="1026000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2" name="object 300"/>
          <p:cNvGrpSpPr/>
          <p:nvPr/>
        </p:nvGrpSpPr>
        <p:grpSpPr>
          <a:xfrm>
            <a:off x="10191600" y="1329480"/>
            <a:ext cx="68400" cy="273960"/>
            <a:chOff x="10191600" y="1329480"/>
            <a:chExt cx="68400" cy="273960"/>
          </a:xfrm>
        </p:grpSpPr>
        <p:sp>
          <p:nvSpPr>
            <p:cNvPr id="1123" name="object 301"/>
            <p:cNvSpPr/>
            <p:nvPr/>
          </p:nvSpPr>
          <p:spPr>
            <a:xfrm>
              <a:off x="1019160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76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76" y="205270"/>
                  </a:lnTo>
                  <a:lnTo>
                    <a:pt x="68376" y="136867"/>
                  </a:lnTo>
                  <a:lnTo>
                    <a:pt x="68376" y="68478"/>
                  </a:lnTo>
                  <a:close/>
                </a:path>
                <a:path w="68579" h="205740">
                  <a:moveTo>
                    <a:pt x="68376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76" y="68402"/>
                  </a:lnTo>
                  <a:lnTo>
                    <a:pt x="6837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4" name="object 302"/>
            <p:cNvSpPr/>
            <p:nvPr/>
          </p:nvSpPr>
          <p:spPr>
            <a:xfrm>
              <a:off x="1019160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5" name="object 318"/>
          <p:cNvGrpSpPr/>
          <p:nvPr/>
        </p:nvGrpSpPr>
        <p:grpSpPr>
          <a:xfrm>
            <a:off x="10123200" y="1329480"/>
            <a:ext cx="68400" cy="273960"/>
            <a:chOff x="10123200" y="1329480"/>
            <a:chExt cx="68400" cy="273960"/>
          </a:xfrm>
        </p:grpSpPr>
        <p:sp>
          <p:nvSpPr>
            <p:cNvPr id="1126" name="object 319"/>
            <p:cNvSpPr/>
            <p:nvPr/>
          </p:nvSpPr>
          <p:spPr>
            <a:xfrm>
              <a:off x="1012320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7" name="object 320"/>
            <p:cNvSpPr/>
            <p:nvPr/>
          </p:nvSpPr>
          <p:spPr>
            <a:xfrm>
              <a:off x="1012320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8" name="object 337"/>
          <p:cNvGrpSpPr/>
          <p:nvPr/>
        </p:nvGrpSpPr>
        <p:grpSpPr>
          <a:xfrm>
            <a:off x="10054800" y="1329480"/>
            <a:ext cx="68400" cy="273960"/>
            <a:chOff x="10054800" y="1329480"/>
            <a:chExt cx="68400" cy="273960"/>
          </a:xfrm>
        </p:grpSpPr>
        <p:sp>
          <p:nvSpPr>
            <p:cNvPr id="1129" name="object 338"/>
            <p:cNvSpPr/>
            <p:nvPr/>
          </p:nvSpPr>
          <p:spPr>
            <a:xfrm>
              <a:off x="1005480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0" name="object 339"/>
            <p:cNvSpPr/>
            <p:nvPr/>
          </p:nvSpPr>
          <p:spPr>
            <a:xfrm>
              <a:off x="1005480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1" name="object 356"/>
          <p:cNvGrpSpPr/>
          <p:nvPr/>
        </p:nvGrpSpPr>
        <p:grpSpPr>
          <a:xfrm>
            <a:off x="9986400" y="1329480"/>
            <a:ext cx="68400" cy="273960"/>
            <a:chOff x="9986400" y="1329480"/>
            <a:chExt cx="68400" cy="273960"/>
          </a:xfrm>
        </p:grpSpPr>
        <p:sp>
          <p:nvSpPr>
            <p:cNvPr id="1132" name="object 357"/>
            <p:cNvSpPr/>
            <p:nvPr/>
          </p:nvSpPr>
          <p:spPr>
            <a:xfrm>
              <a:off x="998640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3" name="object 358"/>
            <p:cNvSpPr/>
            <p:nvPr/>
          </p:nvSpPr>
          <p:spPr>
            <a:xfrm>
              <a:off x="998640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4" name="object 378"/>
          <p:cNvGrpSpPr/>
          <p:nvPr/>
        </p:nvGrpSpPr>
        <p:grpSpPr>
          <a:xfrm>
            <a:off x="9918360" y="1329480"/>
            <a:ext cx="68400" cy="273960"/>
            <a:chOff x="9918360" y="1329480"/>
            <a:chExt cx="68400" cy="273960"/>
          </a:xfrm>
        </p:grpSpPr>
        <p:sp>
          <p:nvSpPr>
            <p:cNvPr id="1135" name="object 379"/>
            <p:cNvSpPr/>
            <p:nvPr/>
          </p:nvSpPr>
          <p:spPr>
            <a:xfrm>
              <a:off x="991836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6" name="object 380"/>
            <p:cNvSpPr/>
            <p:nvPr/>
          </p:nvSpPr>
          <p:spPr>
            <a:xfrm>
              <a:off x="991836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object 398"/>
          <p:cNvGrpSpPr/>
          <p:nvPr/>
        </p:nvGrpSpPr>
        <p:grpSpPr>
          <a:xfrm>
            <a:off x="9849960" y="1329480"/>
            <a:ext cx="68400" cy="273960"/>
            <a:chOff x="9849960" y="1329480"/>
            <a:chExt cx="68400" cy="273960"/>
          </a:xfrm>
        </p:grpSpPr>
        <p:sp>
          <p:nvSpPr>
            <p:cNvPr id="1138" name="object 399"/>
            <p:cNvSpPr/>
            <p:nvPr/>
          </p:nvSpPr>
          <p:spPr>
            <a:xfrm>
              <a:off x="984996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9" name="object 400"/>
            <p:cNvSpPr/>
            <p:nvPr/>
          </p:nvSpPr>
          <p:spPr>
            <a:xfrm>
              <a:off x="984996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0" name="object 416"/>
          <p:cNvGrpSpPr/>
          <p:nvPr/>
        </p:nvGrpSpPr>
        <p:grpSpPr>
          <a:xfrm>
            <a:off x="9781560" y="1329480"/>
            <a:ext cx="68400" cy="273960"/>
            <a:chOff x="9781560" y="1329480"/>
            <a:chExt cx="68400" cy="273960"/>
          </a:xfrm>
        </p:grpSpPr>
        <p:sp>
          <p:nvSpPr>
            <p:cNvPr id="1141" name="object 417"/>
            <p:cNvSpPr/>
            <p:nvPr/>
          </p:nvSpPr>
          <p:spPr>
            <a:xfrm>
              <a:off x="978156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2" name="object 418"/>
            <p:cNvSpPr/>
            <p:nvPr/>
          </p:nvSpPr>
          <p:spPr>
            <a:xfrm>
              <a:off x="978156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3" name="object 429"/>
          <p:cNvGrpSpPr/>
          <p:nvPr/>
        </p:nvGrpSpPr>
        <p:grpSpPr>
          <a:xfrm>
            <a:off x="9713160" y="1329480"/>
            <a:ext cx="68400" cy="273960"/>
            <a:chOff x="9713160" y="1329480"/>
            <a:chExt cx="68400" cy="273960"/>
          </a:xfrm>
        </p:grpSpPr>
        <p:sp>
          <p:nvSpPr>
            <p:cNvPr id="1144" name="object 430"/>
            <p:cNvSpPr/>
            <p:nvPr/>
          </p:nvSpPr>
          <p:spPr>
            <a:xfrm>
              <a:off x="971316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13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78"/>
                  </a:lnTo>
                  <a:close/>
                </a:path>
                <a:path w="68579" h="20574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5" name="object 431"/>
            <p:cNvSpPr/>
            <p:nvPr/>
          </p:nvSpPr>
          <p:spPr>
            <a:xfrm>
              <a:off x="971316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6" name="object 442"/>
          <p:cNvGrpSpPr/>
          <p:nvPr/>
        </p:nvGrpSpPr>
        <p:grpSpPr>
          <a:xfrm>
            <a:off x="9644760" y="1329480"/>
            <a:ext cx="68400" cy="273960"/>
            <a:chOff x="9644760" y="1329480"/>
            <a:chExt cx="68400" cy="273960"/>
          </a:xfrm>
        </p:grpSpPr>
        <p:sp>
          <p:nvSpPr>
            <p:cNvPr id="1147" name="object 443"/>
            <p:cNvSpPr/>
            <p:nvPr/>
          </p:nvSpPr>
          <p:spPr>
            <a:xfrm>
              <a:off x="964476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8" name="object 444"/>
            <p:cNvSpPr/>
            <p:nvPr/>
          </p:nvSpPr>
          <p:spPr>
            <a:xfrm>
              <a:off x="964476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9" name="object 457"/>
          <p:cNvGrpSpPr/>
          <p:nvPr/>
        </p:nvGrpSpPr>
        <p:grpSpPr>
          <a:xfrm>
            <a:off x="9576720" y="1329480"/>
            <a:ext cx="68400" cy="273960"/>
            <a:chOff x="9576720" y="1329480"/>
            <a:chExt cx="68400" cy="273960"/>
          </a:xfrm>
        </p:grpSpPr>
        <p:sp>
          <p:nvSpPr>
            <p:cNvPr id="1150" name="object 458"/>
            <p:cNvSpPr/>
            <p:nvPr/>
          </p:nvSpPr>
          <p:spPr>
            <a:xfrm>
              <a:off x="9576720" y="139788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40">
                  <a:moveTo>
                    <a:pt x="68300" y="68478"/>
                  </a:moveTo>
                  <a:lnTo>
                    <a:pt x="0" y="68478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78"/>
                  </a:lnTo>
                  <a:close/>
                </a:path>
                <a:path w="68579" h="20574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1" name="object 459"/>
            <p:cNvSpPr/>
            <p:nvPr/>
          </p:nvSpPr>
          <p:spPr>
            <a:xfrm>
              <a:off x="9576720" y="13294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52" name="object 469"/>
          <p:cNvGrpSpPr/>
          <p:nvPr/>
        </p:nvGrpSpPr>
        <p:grpSpPr>
          <a:xfrm>
            <a:off x="9508320" y="1397880"/>
            <a:ext cx="68400" cy="205560"/>
            <a:chOff x="9508320" y="1397880"/>
            <a:chExt cx="68400" cy="205560"/>
          </a:xfrm>
        </p:grpSpPr>
        <p:sp>
          <p:nvSpPr>
            <p:cNvPr id="1153" name="object 470"/>
            <p:cNvSpPr/>
            <p:nvPr/>
          </p:nvSpPr>
          <p:spPr>
            <a:xfrm>
              <a:off x="9508320" y="14666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59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4" name="object 471"/>
            <p:cNvSpPr/>
            <p:nvPr/>
          </p:nvSpPr>
          <p:spPr>
            <a:xfrm>
              <a:off x="9508320" y="139788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55" name="object 476"/>
          <p:cNvGrpSpPr/>
          <p:nvPr/>
        </p:nvGrpSpPr>
        <p:grpSpPr>
          <a:xfrm>
            <a:off x="9439920" y="1466640"/>
            <a:ext cx="68400" cy="136800"/>
            <a:chOff x="9439920" y="1466640"/>
            <a:chExt cx="68400" cy="136800"/>
          </a:xfrm>
        </p:grpSpPr>
        <p:sp>
          <p:nvSpPr>
            <p:cNvPr id="1156" name="object 477"/>
            <p:cNvSpPr/>
            <p:nvPr/>
          </p:nvSpPr>
          <p:spPr>
            <a:xfrm>
              <a:off x="9439920" y="15350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7" name="object 478"/>
            <p:cNvSpPr/>
            <p:nvPr/>
          </p:nvSpPr>
          <p:spPr>
            <a:xfrm>
              <a:off x="9439920" y="1466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58" name="object 482"/>
          <p:cNvSpPr/>
          <p:nvPr/>
        </p:nvSpPr>
        <p:spPr>
          <a:xfrm>
            <a:off x="9371520" y="153504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80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object 26"/>
          <p:cNvSpPr/>
          <p:nvPr/>
        </p:nvSpPr>
        <p:spPr>
          <a:xfrm>
            <a:off x="11148120" y="167184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80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60" name="object 38"/>
          <p:cNvGrpSpPr/>
          <p:nvPr/>
        </p:nvGrpSpPr>
        <p:grpSpPr>
          <a:xfrm>
            <a:off x="11080080" y="1671840"/>
            <a:ext cx="68400" cy="1368360"/>
            <a:chOff x="11080080" y="1671840"/>
            <a:chExt cx="68400" cy="1368360"/>
          </a:xfrm>
        </p:grpSpPr>
        <p:sp>
          <p:nvSpPr>
            <p:cNvPr id="1161" name="object 39"/>
            <p:cNvSpPr/>
            <p:nvPr/>
          </p:nvSpPr>
          <p:spPr>
            <a:xfrm>
              <a:off x="11080080" y="1808640"/>
              <a:ext cx="68400" cy="1231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68579" h="123190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231900">
                  <a:moveTo>
                    <a:pt x="68300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14"/>
                  </a:lnTo>
                  <a:lnTo>
                    <a:pt x="68300" y="958024"/>
                  </a:lnTo>
                  <a:lnTo>
                    <a:pt x="68300" y="889622"/>
                  </a:lnTo>
                  <a:close/>
                </a:path>
                <a:path w="68579" h="1231900">
                  <a:moveTo>
                    <a:pt x="68300" y="684352"/>
                  </a:moveTo>
                  <a:lnTo>
                    <a:pt x="0" y="684352"/>
                  </a:lnTo>
                  <a:lnTo>
                    <a:pt x="0" y="752754"/>
                  </a:lnTo>
                  <a:lnTo>
                    <a:pt x="0" y="821143"/>
                  </a:lnTo>
                  <a:lnTo>
                    <a:pt x="0" y="889546"/>
                  </a:lnTo>
                  <a:lnTo>
                    <a:pt x="68300" y="889546"/>
                  </a:lnTo>
                  <a:lnTo>
                    <a:pt x="68300" y="821143"/>
                  </a:lnTo>
                  <a:lnTo>
                    <a:pt x="68300" y="752754"/>
                  </a:lnTo>
                  <a:lnTo>
                    <a:pt x="68300" y="684352"/>
                  </a:lnTo>
                  <a:close/>
                </a:path>
                <a:path w="68579" h="1231900">
                  <a:moveTo>
                    <a:pt x="68300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0" y="615886"/>
                  </a:lnTo>
                  <a:lnTo>
                    <a:pt x="0" y="684276"/>
                  </a:lnTo>
                  <a:lnTo>
                    <a:pt x="68300" y="684276"/>
                  </a:lnTo>
                  <a:lnTo>
                    <a:pt x="68300" y="615886"/>
                  </a:lnTo>
                  <a:lnTo>
                    <a:pt x="68300" y="547484"/>
                  </a:lnTo>
                  <a:lnTo>
                    <a:pt x="68300" y="479082"/>
                  </a:lnTo>
                  <a:lnTo>
                    <a:pt x="68300" y="410616"/>
                  </a:lnTo>
                  <a:close/>
                </a:path>
                <a:path w="68579" h="1231900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1231900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123190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2" name="object 40"/>
            <p:cNvSpPr/>
            <p:nvPr/>
          </p:nvSpPr>
          <p:spPr>
            <a:xfrm>
              <a:off x="1108008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3" name="object 41"/>
            <p:cNvSpPr/>
            <p:nvPr/>
          </p:nvSpPr>
          <p:spPr>
            <a:xfrm>
              <a:off x="1108008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4" name="object 52"/>
          <p:cNvGrpSpPr/>
          <p:nvPr/>
        </p:nvGrpSpPr>
        <p:grpSpPr>
          <a:xfrm>
            <a:off x="11011680" y="1671840"/>
            <a:ext cx="68400" cy="1368360"/>
            <a:chOff x="11011680" y="1671840"/>
            <a:chExt cx="68400" cy="1368360"/>
          </a:xfrm>
        </p:grpSpPr>
        <p:sp>
          <p:nvSpPr>
            <p:cNvPr id="1165" name="object 53"/>
            <p:cNvSpPr/>
            <p:nvPr/>
          </p:nvSpPr>
          <p:spPr>
            <a:xfrm>
              <a:off x="11011680" y="1808640"/>
              <a:ext cx="68400" cy="1231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68579" h="123190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231900">
                  <a:moveTo>
                    <a:pt x="68300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14"/>
                  </a:lnTo>
                  <a:lnTo>
                    <a:pt x="68300" y="958024"/>
                  </a:lnTo>
                  <a:lnTo>
                    <a:pt x="68300" y="889622"/>
                  </a:lnTo>
                  <a:close/>
                </a:path>
                <a:path w="68579" h="1231900">
                  <a:moveTo>
                    <a:pt x="68300" y="684352"/>
                  </a:moveTo>
                  <a:lnTo>
                    <a:pt x="0" y="684352"/>
                  </a:lnTo>
                  <a:lnTo>
                    <a:pt x="0" y="752754"/>
                  </a:lnTo>
                  <a:lnTo>
                    <a:pt x="0" y="821143"/>
                  </a:lnTo>
                  <a:lnTo>
                    <a:pt x="0" y="889546"/>
                  </a:lnTo>
                  <a:lnTo>
                    <a:pt x="68300" y="889546"/>
                  </a:lnTo>
                  <a:lnTo>
                    <a:pt x="68300" y="821143"/>
                  </a:lnTo>
                  <a:lnTo>
                    <a:pt x="68300" y="752754"/>
                  </a:lnTo>
                  <a:lnTo>
                    <a:pt x="68300" y="684352"/>
                  </a:lnTo>
                  <a:close/>
                </a:path>
                <a:path w="68579" h="1231900">
                  <a:moveTo>
                    <a:pt x="68300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0" y="615886"/>
                  </a:lnTo>
                  <a:lnTo>
                    <a:pt x="0" y="684276"/>
                  </a:lnTo>
                  <a:lnTo>
                    <a:pt x="68300" y="684276"/>
                  </a:lnTo>
                  <a:lnTo>
                    <a:pt x="68300" y="615886"/>
                  </a:lnTo>
                  <a:lnTo>
                    <a:pt x="68300" y="547484"/>
                  </a:lnTo>
                  <a:lnTo>
                    <a:pt x="68300" y="479082"/>
                  </a:lnTo>
                  <a:lnTo>
                    <a:pt x="68300" y="410616"/>
                  </a:lnTo>
                  <a:close/>
                </a:path>
                <a:path w="68579" h="1231900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1231900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123190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6" name="object 54"/>
            <p:cNvSpPr/>
            <p:nvPr/>
          </p:nvSpPr>
          <p:spPr>
            <a:xfrm>
              <a:off x="1101168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7" name="object 55"/>
            <p:cNvSpPr/>
            <p:nvPr/>
          </p:nvSpPr>
          <p:spPr>
            <a:xfrm>
              <a:off x="1101168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8" name="object 67"/>
          <p:cNvGrpSpPr/>
          <p:nvPr/>
        </p:nvGrpSpPr>
        <p:grpSpPr>
          <a:xfrm>
            <a:off x="10943280" y="1671840"/>
            <a:ext cx="68400" cy="1368360"/>
            <a:chOff x="10943280" y="1671840"/>
            <a:chExt cx="68400" cy="1368360"/>
          </a:xfrm>
        </p:grpSpPr>
        <p:sp>
          <p:nvSpPr>
            <p:cNvPr id="1169" name="object 68"/>
            <p:cNvSpPr/>
            <p:nvPr/>
          </p:nvSpPr>
          <p:spPr>
            <a:xfrm>
              <a:off x="10943280" y="2698200"/>
              <a:ext cx="68400" cy="342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68579" h="342264">
                  <a:moveTo>
                    <a:pt x="68313" y="205270"/>
                  </a:moveTo>
                  <a:lnTo>
                    <a:pt x="0" y="205270"/>
                  </a:lnTo>
                  <a:lnTo>
                    <a:pt x="0" y="273672"/>
                  </a:lnTo>
                  <a:lnTo>
                    <a:pt x="0" y="342061"/>
                  </a:lnTo>
                  <a:lnTo>
                    <a:pt x="68313" y="342061"/>
                  </a:lnTo>
                  <a:lnTo>
                    <a:pt x="68313" y="273672"/>
                  </a:lnTo>
                  <a:lnTo>
                    <a:pt x="68313" y="205270"/>
                  </a:lnTo>
                  <a:close/>
                </a:path>
                <a:path w="68579" h="342264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0" y="205193"/>
                  </a:lnTo>
                  <a:lnTo>
                    <a:pt x="68313" y="205193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0" name="object 69"/>
            <p:cNvSpPr/>
            <p:nvPr/>
          </p:nvSpPr>
          <p:spPr>
            <a:xfrm>
              <a:off x="10943280" y="2356200"/>
              <a:ext cx="68400" cy="342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68579" h="342264">
                  <a:moveTo>
                    <a:pt x="68313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13" y="342061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close/>
                </a:path>
                <a:path w="68579" h="342264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1" name="object 70"/>
            <p:cNvSpPr/>
            <p:nvPr/>
          </p:nvSpPr>
          <p:spPr>
            <a:xfrm>
              <a:off x="10943280" y="1808640"/>
              <a:ext cx="68400" cy="547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547560"/>
                <a:gd name="textAreaBottom" fmla="*/ 547920 h 547560"/>
              </a:gdLst>
              <a:ahLst/>
              <a:rect l="textAreaLeft" t="textAreaTop" r="textAreaRight" b="textAreaBottom"/>
              <a:pathLst>
                <a:path w="68579" h="548005">
                  <a:moveTo>
                    <a:pt x="68313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68313" y="547484"/>
                  </a:lnTo>
                  <a:lnTo>
                    <a:pt x="68313" y="479082"/>
                  </a:lnTo>
                  <a:lnTo>
                    <a:pt x="68313" y="410616"/>
                  </a:lnTo>
                  <a:close/>
                </a:path>
                <a:path w="68579" h="548005">
                  <a:moveTo>
                    <a:pt x="68313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13" y="410540"/>
                  </a:lnTo>
                  <a:lnTo>
                    <a:pt x="68313" y="342138"/>
                  </a:lnTo>
                  <a:lnTo>
                    <a:pt x="68313" y="273735"/>
                  </a:lnTo>
                  <a:close/>
                </a:path>
                <a:path w="68579" h="548005">
                  <a:moveTo>
                    <a:pt x="68313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65"/>
                  </a:lnTo>
                  <a:close/>
                </a:path>
                <a:path w="68579" h="548005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2" name="object 71"/>
            <p:cNvSpPr/>
            <p:nvPr/>
          </p:nvSpPr>
          <p:spPr>
            <a:xfrm>
              <a:off x="1094328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3" name="object 72"/>
            <p:cNvSpPr/>
            <p:nvPr/>
          </p:nvSpPr>
          <p:spPr>
            <a:xfrm>
              <a:off x="1094328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74" name="object 85"/>
          <p:cNvGrpSpPr/>
          <p:nvPr/>
        </p:nvGrpSpPr>
        <p:grpSpPr>
          <a:xfrm>
            <a:off x="10874880" y="1671840"/>
            <a:ext cx="68400" cy="1368360"/>
            <a:chOff x="10874880" y="1671840"/>
            <a:chExt cx="68400" cy="1368360"/>
          </a:xfrm>
        </p:grpSpPr>
        <p:sp>
          <p:nvSpPr>
            <p:cNvPr id="1175" name="object 86"/>
            <p:cNvSpPr/>
            <p:nvPr/>
          </p:nvSpPr>
          <p:spPr>
            <a:xfrm>
              <a:off x="10874880" y="2698200"/>
              <a:ext cx="68400" cy="342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68579" h="342264">
                  <a:moveTo>
                    <a:pt x="68300" y="205270"/>
                  </a:moveTo>
                  <a:lnTo>
                    <a:pt x="0" y="205270"/>
                  </a:lnTo>
                  <a:lnTo>
                    <a:pt x="0" y="273672"/>
                  </a:lnTo>
                  <a:lnTo>
                    <a:pt x="0" y="342061"/>
                  </a:lnTo>
                  <a:lnTo>
                    <a:pt x="68300" y="342061"/>
                  </a:lnTo>
                  <a:lnTo>
                    <a:pt x="68300" y="273672"/>
                  </a:lnTo>
                  <a:lnTo>
                    <a:pt x="68300" y="205270"/>
                  </a:lnTo>
                  <a:close/>
                </a:path>
                <a:path w="68579" h="342264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0" y="205193"/>
                  </a:lnTo>
                  <a:lnTo>
                    <a:pt x="68300" y="205193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6" name="object 87"/>
            <p:cNvSpPr/>
            <p:nvPr/>
          </p:nvSpPr>
          <p:spPr>
            <a:xfrm>
              <a:off x="10874880" y="2287800"/>
              <a:ext cx="68400" cy="410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10400"/>
                <a:gd name="textAreaBottom" fmla="*/ 410760 h 410400"/>
              </a:gdLst>
              <a:ahLst/>
              <a:rect l="textAreaLeft" t="textAreaTop" r="textAreaRight" b="textAreaBottom"/>
              <a:pathLst>
                <a:path w="68579" h="410844">
                  <a:moveTo>
                    <a:pt x="68300" y="205270"/>
                  </a:moveTo>
                  <a:lnTo>
                    <a:pt x="0" y="205270"/>
                  </a:lnTo>
                  <a:lnTo>
                    <a:pt x="0" y="273672"/>
                  </a:lnTo>
                  <a:lnTo>
                    <a:pt x="0" y="342061"/>
                  </a:lnTo>
                  <a:lnTo>
                    <a:pt x="0" y="410464"/>
                  </a:lnTo>
                  <a:lnTo>
                    <a:pt x="68300" y="410464"/>
                  </a:lnTo>
                  <a:lnTo>
                    <a:pt x="68300" y="342061"/>
                  </a:lnTo>
                  <a:lnTo>
                    <a:pt x="68300" y="273672"/>
                  </a:lnTo>
                  <a:lnTo>
                    <a:pt x="68300" y="205270"/>
                  </a:lnTo>
                  <a:close/>
                </a:path>
                <a:path w="68579" h="410844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0" y="205193"/>
                  </a:lnTo>
                  <a:lnTo>
                    <a:pt x="68300" y="205193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7" name="object 88"/>
            <p:cNvSpPr/>
            <p:nvPr/>
          </p:nvSpPr>
          <p:spPr>
            <a:xfrm>
              <a:off x="10874880" y="180864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00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68300" y="479082"/>
                  </a:lnTo>
                  <a:lnTo>
                    <a:pt x="68300" y="410616"/>
                  </a:lnTo>
                  <a:close/>
                </a:path>
                <a:path w="68579" h="479425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479425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479425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8" name="object 89"/>
            <p:cNvSpPr/>
            <p:nvPr/>
          </p:nvSpPr>
          <p:spPr>
            <a:xfrm>
              <a:off x="1087488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9" name="object 90"/>
            <p:cNvSpPr/>
            <p:nvPr/>
          </p:nvSpPr>
          <p:spPr>
            <a:xfrm>
              <a:off x="1087488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0" name="object 103"/>
          <p:cNvGrpSpPr/>
          <p:nvPr/>
        </p:nvGrpSpPr>
        <p:grpSpPr>
          <a:xfrm>
            <a:off x="10806480" y="1671840"/>
            <a:ext cx="68400" cy="1368360"/>
            <a:chOff x="10806480" y="1671840"/>
            <a:chExt cx="68400" cy="1368360"/>
          </a:xfrm>
        </p:grpSpPr>
        <p:sp>
          <p:nvSpPr>
            <p:cNvPr id="1181" name="object 104"/>
            <p:cNvSpPr/>
            <p:nvPr/>
          </p:nvSpPr>
          <p:spPr>
            <a:xfrm>
              <a:off x="10806480" y="2356200"/>
              <a:ext cx="68400" cy="684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0"/>
                <a:gd name="textAreaBottom" fmla="*/ 684360 h 684000"/>
              </a:gdLst>
              <a:ahLst/>
              <a:rect l="textAreaLeft" t="textAreaTop" r="textAreaRight" b="textAreaBottom"/>
              <a:pathLst>
                <a:path w="68579" h="684530">
                  <a:moveTo>
                    <a:pt x="68300" y="547408"/>
                  </a:moveTo>
                  <a:lnTo>
                    <a:pt x="0" y="547408"/>
                  </a:lnTo>
                  <a:lnTo>
                    <a:pt x="0" y="615810"/>
                  </a:lnTo>
                  <a:lnTo>
                    <a:pt x="0" y="684199"/>
                  </a:lnTo>
                  <a:lnTo>
                    <a:pt x="68300" y="684199"/>
                  </a:lnTo>
                  <a:lnTo>
                    <a:pt x="68300" y="615810"/>
                  </a:lnTo>
                  <a:lnTo>
                    <a:pt x="68300" y="547408"/>
                  </a:lnTo>
                  <a:close/>
                </a:path>
                <a:path w="68579" h="684530">
                  <a:moveTo>
                    <a:pt x="68300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0" y="547331"/>
                  </a:lnTo>
                  <a:lnTo>
                    <a:pt x="68300" y="547331"/>
                  </a:lnTo>
                  <a:lnTo>
                    <a:pt x="68300" y="478929"/>
                  </a:lnTo>
                  <a:lnTo>
                    <a:pt x="68300" y="410540"/>
                  </a:lnTo>
                  <a:lnTo>
                    <a:pt x="68300" y="342138"/>
                  </a:lnTo>
                  <a:close/>
                </a:path>
                <a:path w="68579" h="684530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00" y="342061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68453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2" name="object 105"/>
            <p:cNvSpPr/>
            <p:nvPr/>
          </p:nvSpPr>
          <p:spPr>
            <a:xfrm>
              <a:off x="10806480" y="2219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65"/>
                  </a:lnTo>
                  <a:lnTo>
                    <a:pt x="0" y="136867"/>
                  </a:lnTo>
                  <a:lnTo>
                    <a:pt x="68300" y="136867"/>
                  </a:lnTo>
                  <a:lnTo>
                    <a:pt x="68300" y="68465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3" name="object 106"/>
            <p:cNvSpPr/>
            <p:nvPr/>
          </p:nvSpPr>
          <p:spPr>
            <a:xfrm>
              <a:off x="10806480" y="201384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39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205739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4" name="object 107"/>
            <p:cNvSpPr/>
            <p:nvPr/>
          </p:nvSpPr>
          <p:spPr>
            <a:xfrm>
              <a:off x="1080648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5" name="object 108"/>
            <p:cNvSpPr/>
            <p:nvPr/>
          </p:nvSpPr>
          <p:spPr>
            <a:xfrm>
              <a:off x="1080648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6" name="object 109"/>
            <p:cNvSpPr/>
            <p:nvPr/>
          </p:nvSpPr>
          <p:spPr>
            <a:xfrm>
              <a:off x="1080648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7" name="object 110"/>
            <p:cNvSpPr/>
            <p:nvPr/>
          </p:nvSpPr>
          <p:spPr>
            <a:xfrm>
              <a:off x="1080648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8" name="object 128"/>
          <p:cNvGrpSpPr/>
          <p:nvPr/>
        </p:nvGrpSpPr>
        <p:grpSpPr>
          <a:xfrm>
            <a:off x="10738080" y="1671840"/>
            <a:ext cx="68760" cy="615960"/>
            <a:chOff x="10738080" y="1671840"/>
            <a:chExt cx="68760" cy="615960"/>
          </a:xfrm>
        </p:grpSpPr>
        <p:sp>
          <p:nvSpPr>
            <p:cNvPr id="1189" name="object 129"/>
            <p:cNvSpPr/>
            <p:nvPr/>
          </p:nvSpPr>
          <p:spPr>
            <a:xfrm>
              <a:off x="10738080" y="2013840"/>
              <a:ext cx="68400" cy="2739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960"/>
                <a:gd name="textAreaBottom" fmla="*/ 274320 h 273960"/>
              </a:gdLst>
              <a:ahLst/>
              <a:rect l="textAreaLeft" t="textAreaTop" r="textAreaRight" b="textAreaBottom"/>
              <a:pathLst>
                <a:path w="68579" h="274319">
                  <a:moveTo>
                    <a:pt x="68313" y="205346"/>
                  </a:moveTo>
                  <a:lnTo>
                    <a:pt x="0" y="205346"/>
                  </a:lnTo>
                  <a:lnTo>
                    <a:pt x="0" y="273812"/>
                  </a:lnTo>
                  <a:lnTo>
                    <a:pt x="68313" y="273812"/>
                  </a:lnTo>
                  <a:lnTo>
                    <a:pt x="68313" y="205346"/>
                  </a:lnTo>
                  <a:close/>
                </a:path>
                <a:path w="68579" h="274319">
                  <a:moveTo>
                    <a:pt x="68313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65"/>
                  </a:lnTo>
                  <a:close/>
                </a:path>
                <a:path w="68579" h="274319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0" name="object 130"/>
            <p:cNvSpPr/>
            <p:nvPr/>
          </p:nvSpPr>
          <p:spPr>
            <a:xfrm>
              <a:off x="1073808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13" y="136804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1" name="object 131"/>
            <p:cNvSpPr/>
            <p:nvPr/>
          </p:nvSpPr>
          <p:spPr>
            <a:xfrm>
              <a:off x="1073844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2" name="object 132"/>
            <p:cNvSpPr/>
            <p:nvPr/>
          </p:nvSpPr>
          <p:spPr>
            <a:xfrm>
              <a:off x="1073844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3" name="object 133"/>
            <p:cNvSpPr/>
            <p:nvPr/>
          </p:nvSpPr>
          <p:spPr>
            <a:xfrm>
              <a:off x="1073844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4" name="object 153"/>
          <p:cNvGrpSpPr/>
          <p:nvPr/>
        </p:nvGrpSpPr>
        <p:grpSpPr>
          <a:xfrm>
            <a:off x="10670040" y="1671840"/>
            <a:ext cx="68400" cy="342000"/>
            <a:chOff x="10670040" y="1671840"/>
            <a:chExt cx="68400" cy="342000"/>
          </a:xfrm>
        </p:grpSpPr>
        <p:sp>
          <p:nvSpPr>
            <p:cNvPr id="1195" name="object 154"/>
            <p:cNvSpPr/>
            <p:nvPr/>
          </p:nvSpPr>
          <p:spPr>
            <a:xfrm>
              <a:off x="1067004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6" name="object 155"/>
            <p:cNvSpPr/>
            <p:nvPr/>
          </p:nvSpPr>
          <p:spPr>
            <a:xfrm>
              <a:off x="1067004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7" name="object 156"/>
            <p:cNvSpPr/>
            <p:nvPr/>
          </p:nvSpPr>
          <p:spPr>
            <a:xfrm>
              <a:off x="1067004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8" name="object 157"/>
            <p:cNvSpPr/>
            <p:nvPr/>
          </p:nvSpPr>
          <p:spPr>
            <a:xfrm>
              <a:off x="1067004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9" name="object 176"/>
          <p:cNvGrpSpPr/>
          <p:nvPr/>
        </p:nvGrpSpPr>
        <p:grpSpPr>
          <a:xfrm>
            <a:off x="10601640" y="1671840"/>
            <a:ext cx="68400" cy="342000"/>
            <a:chOff x="10601640" y="1671840"/>
            <a:chExt cx="68400" cy="342000"/>
          </a:xfrm>
        </p:grpSpPr>
        <p:sp>
          <p:nvSpPr>
            <p:cNvPr id="1200" name="object 177"/>
            <p:cNvSpPr/>
            <p:nvPr/>
          </p:nvSpPr>
          <p:spPr>
            <a:xfrm>
              <a:off x="1060164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1" name="object 178"/>
            <p:cNvSpPr/>
            <p:nvPr/>
          </p:nvSpPr>
          <p:spPr>
            <a:xfrm>
              <a:off x="1060164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2" name="object 179"/>
            <p:cNvSpPr/>
            <p:nvPr/>
          </p:nvSpPr>
          <p:spPr>
            <a:xfrm>
              <a:off x="1060164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3" name="object 180"/>
            <p:cNvSpPr/>
            <p:nvPr/>
          </p:nvSpPr>
          <p:spPr>
            <a:xfrm>
              <a:off x="1060164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4" name="object 197"/>
          <p:cNvGrpSpPr/>
          <p:nvPr/>
        </p:nvGrpSpPr>
        <p:grpSpPr>
          <a:xfrm>
            <a:off x="10533240" y="1671840"/>
            <a:ext cx="68400" cy="342000"/>
            <a:chOff x="10533240" y="1671840"/>
            <a:chExt cx="68400" cy="342000"/>
          </a:xfrm>
        </p:grpSpPr>
        <p:sp>
          <p:nvSpPr>
            <p:cNvPr id="1205" name="object 198"/>
            <p:cNvSpPr/>
            <p:nvPr/>
          </p:nvSpPr>
          <p:spPr>
            <a:xfrm>
              <a:off x="1053324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13" y="136804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6" name="object 199"/>
            <p:cNvSpPr/>
            <p:nvPr/>
          </p:nvSpPr>
          <p:spPr>
            <a:xfrm>
              <a:off x="1053324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7" name="object 200"/>
            <p:cNvSpPr/>
            <p:nvPr/>
          </p:nvSpPr>
          <p:spPr>
            <a:xfrm>
              <a:off x="1053324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8" name="object 201"/>
            <p:cNvSpPr/>
            <p:nvPr/>
          </p:nvSpPr>
          <p:spPr>
            <a:xfrm>
              <a:off x="1053324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9" name="object 218"/>
          <p:cNvGrpSpPr/>
          <p:nvPr/>
        </p:nvGrpSpPr>
        <p:grpSpPr>
          <a:xfrm>
            <a:off x="10464840" y="1671840"/>
            <a:ext cx="68400" cy="342000"/>
            <a:chOff x="10464840" y="1671840"/>
            <a:chExt cx="68400" cy="342000"/>
          </a:xfrm>
        </p:grpSpPr>
        <p:sp>
          <p:nvSpPr>
            <p:cNvPr id="1210" name="object 219"/>
            <p:cNvSpPr/>
            <p:nvPr/>
          </p:nvSpPr>
          <p:spPr>
            <a:xfrm>
              <a:off x="1046484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1" name="object 220"/>
            <p:cNvSpPr/>
            <p:nvPr/>
          </p:nvSpPr>
          <p:spPr>
            <a:xfrm>
              <a:off x="1046484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2" name="object 221"/>
            <p:cNvSpPr/>
            <p:nvPr/>
          </p:nvSpPr>
          <p:spPr>
            <a:xfrm>
              <a:off x="1046484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3" name="object 222"/>
            <p:cNvSpPr/>
            <p:nvPr/>
          </p:nvSpPr>
          <p:spPr>
            <a:xfrm>
              <a:off x="1046484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4" name="object 238"/>
          <p:cNvGrpSpPr/>
          <p:nvPr/>
        </p:nvGrpSpPr>
        <p:grpSpPr>
          <a:xfrm>
            <a:off x="10396440" y="1671840"/>
            <a:ext cx="68400" cy="342000"/>
            <a:chOff x="10396440" y="1671840"/>
            <a:chExt cx="68400" cy="342000"/>
          </a:xfrm>
        </p:grpSpPr>
        <p:sp>
          <p:nvSpPr>
            <p:cNvPr id="1215" name="object 239"/>
            <p:cNvSpPr/>
            <p:nvPr/>
          </p:nvSpPr>
          <p:spPr>
            <a:xfrm>
              <a:off x="1039644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6" name="object 240"/>
            <p:cNvSpPr/>
            <p:nvPr/>
          </p:nvSpPr>
          <p:spPr>
            <a:xfrm>
              <a:off x="1039644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7" name="object 241"/>
            <p:cNvSpPr/>
            <p:nvPr/>
          </p:nvSpPr>
          <p:spPr>
            <a:xfrm>
              <a:off x="1039644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8" name="object 242"/>
            <p:cNvSpPr/>
            <p:nvPr/>
          </p:nvSpPr>
          <p:spPr>
            <a:xfrm>
              <a:off x="1039644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9" name="object 259"/>
          <p:cNvGrpSpPr/>
          <p:nvPr/>
        </p:nvGrpSpPr>
        <p:grpSpPr>
          <a:xfrm>
            <a:off x="10328400" y="1671840"/>
            <a:ext cx="68400" cy="342000"/>
            <a:chOff x="10328400" y="1671840"/>
            <a:chExt cx="68400" cy="342000"/>
          </a:xfrm>
        </p:grpSpPr>
        <p:sp>
          <p:nvSpPr>
            <p:cNvPr id="1220" name="object 260"/>
            <p:cNvSpPr/>
            <p:nvPr/>
          </p:nvSpPr>
          <p:spPr>
            <a:xfrm>
              <a:off x="1032840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13" y="136804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1" name="object 261"/>
            <p:cNvSpPr/>
            <p:nvPr/>
          </p:nvSpPr>
          <p:spPr>
            <a:xfrm>
              <a:off x="1032840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2" name="object 262"/>
            <p:cNvSpPr/>
            <p:nvPr/>
          </p:nvSpPr>
          <p:spPr>
            <a:xfrm>
              <a:off x="1032840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3" name="object 263"/>
            <p:cNvSpPr/>
            <p:nvPr/>
          </p:nvSpPr>
          <p:spPr>
            <a:xfrm>
              <a:off x="1032840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4" name="object 277"/>
          <p:cNvGrpSpPr/>
          <p:nvPr/>
        </p:nvGrpSpPr>
        <p:grpSpPr>
          <a:xfrm>
            <a:off x="10260000" y="1671840"/>
            <a:ext cx="68400" cy="342000"/>
            <a:chOff x="10260000" y="1671840"/>
            <a:chExt cx="68400" cy="342000"/>
          </a:xfrm>
        </p:grpSpPr>
        <p:sp>
          <p:nvSpPr>
            <p:cNvPr id="1225" name="object 278"/>
            <p:cNvSpPr/>
            <p:nvPr/>
          </p:nvSpPr>
          <p:spPr>
            <a:xfrm>
              <a:off x="1026000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6" name="object 279"/>
            <p:cNvSpPr/>
            <p:nvPr/>
          </p:nvSpPr>
          <p:spPr>
            <a:xfrm>
              <a:off x="1026000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7" name="object 280"/>
            <p:cNvSpPr/>
            <p:nvPr/>
          </p:nvSpPr>
          <p:spPr>
            <a:xfrm>
              <a:off x="1026000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8" name="object 281"/>
            <p:cNvSpPr/>
            <p:nvPr/>
          </p:nvSpPr>
          <p:spPr>
            <a:xfrm>
              <a:off x="1026000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9" name="object 295"/>
          <p:cNvGrpSpPr/>
          <p:nvPr/>
        </p:nvGrpSpPr>
        <p:grpSpPr>
          <a:xfrm>
            <a:off x="10191600" y="1671840"/>
            <a:ext cx="68400" cy="342000"/>
            <a:chOff x="10191600" y="1671840"/>
            <a:chExt cx="68400" cy="342000"/>
          </a:xfrm>
        </p:grpSpPr>
        <p:sp>
          <p:nvSpPr>
            <p:cNvPr id="1230" name="object 296"/>
            <p:cNvSpPr/>
            <p:nvPr/>
          </p:nvSpPr>
          <p:spPr>
            <a:xfrm>
              <a:off x="1019160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76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76" y="136804"/>
                  </a:lnTo>
                  <a:lnTo>
                    <a:pt x="68376" y="68402"/>
                  </a:lnTo>
                  <a:lnTo>
                    <a:pt x="68376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1" name="object 297"/>
            <p:cNvSpPr/>
            <p:nvPr/>
          </p:nvSpPr>
          <p:spPr>
            <a:xfrm>
              <a:off x="1019160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2" name="object 298"/>
            <p:cNvSpPr/>
            <p:nvPr/>
          </p:nvSpPr>
          <p:spPr>
            <a:xfrm>
              <a:off x="1019160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3" name="object 299"/>
            <p:cNvSpPr/>
            <p:nvPr/>
          </p:nvSpPr>
          <p:spPr>
            <a:xfrm>
              <a:off x="1019160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4" name="object 313"/>
          <p:cNvGrpSpPr/>
          <p:nvPr/>
        </p:nvGrpSpPr>
        <p:grpSpPr>
          <a:xfrm>
            <a:off x="10123200" y="1671840"/>
            <a:ext cx="68400" cy="342000"/>
            <a:chOff x="10123200" y="1671840"/>
            <a:chExt cx="68400" cy="342000"/>
          </a:xfrm>
        </p:grpSpPr>
        <p:sp>
          <p:nvSpPr>
            <p:cNvPr id="1235" name="object 314"/>
            <p:cNvSpPr/>
            <p:nvPr/>
          </p:nvSpPr>
          <p:spPr>
            <a:xfrm>
              <a:off x="1012320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13" y="136804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6" name="object 315"/>
            <p:cNvSpPr/>
            <p:nvPr/>
          </p:nvSpPr>
          <p:spPr>
            <a:xfrm>
              <a:off x="1012320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7" name="object 316"/>
            <p:cNvSpPr/>
            <p:nvPr/>
          </p:nvSpPr>
          <p:spPr>
            <a:xfrm>
              <a:off x="1012320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8" name="object 317"/>
            <p:cNvSpPr/>
            <p:nvPr/>
          </p:nvSpPr>
          <p:spPr>
            <a:xfrm>
              <a:off x="1012320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9" name="object 332"/>
          <p:cNvGrpSpPr/>
          <p:nvPr/>
        </p:nvGrpSpPr>
        <p:grpSpPr>
          <a:xfrm>
            <a:off x="10054800" y="1671840"/>
            <a:ext cx="68400" cy="342000"/>
            <a:chOff x="10054800" y="1671840"/>
            <a:chExt cx="68400" cy="342000"/>
          </a:xfrm>
        </p:grpSpPr>
        <p:sp>
          <p:nvSpPr>
            <p:cNvPr id="1240" name="object 333"/>
            <p:cNvSpPr/>
            <p:nvPr/>
          </p:nvSpPr>
          <p:spPr>
            <a:xfrm>
              <a:off x="1005480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1" name="object 334"/>
            <p:cNvSpPr/>
            <p:nvPr/>
          </p:nvSpPr>
          <p:spPr>
            <a:xfrm>
              <a:off x="1005480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2" name="object 335"/>
            <p:cNvSpPr/>
            <p:nvPr/>
          </p:nvSpPr>
          <p:spPr>
            <a:xfrm>
              <a:off x="1005480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3" name="object 336"/>
            <p:cNvSpPr/>
            <p:nvPr/>
          </p:nvSpPr>
          <p:spPr>
            <a:xfrm>
              <a:off x="1005480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4" name="object 351"/>
          <p:cNvGrpSpPr/>
          <p:nvPr/>
        </p:nvGrpSpPr>
        <p:grpSpPr>
          <a:xfrm>
            <a:off x="9986400" y="1671840"/>
            <a:ext cx="68400" cy="342000"/>
            <a:chOff x="9986400" y="1671840"/>
            <a:chExt cx="68400" cy="342000"/>
          </a:xfrm>
        </p:grpSpPr>
        <p:sp>
          <p:nvSpPr>
            <p:cNvPr id="1245" name="object 352"/>
            <p:cNvSpPr/>
            <p:nvPr/>
          </p:nvSpPr>
          <p:spPr>
            <a:xfrm>
              <a:off x="998640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6" name="object 353"/>
            <p:cNvSpPr/>
            <p:nvPr/>
          </p:nvSpPr>
          <p:spPr>
            <a:xfrm>
              <a:off x="998640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7" name="object 354"/>
            <p:cNvSpPr/>
            <p:nvPr/>
          </p:nvSpPr>
          <p:spPr>
            <a:xfrm>
              <a:off x="998640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8" name="object 355"/>
            <p:cNvSpPr/>
            <p:nvPr/>
          </p:nvSpPr>
          <p:spPr>
            <a:xfrm>
              <a:off x="998640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9" name="object 150"/>
          <p:cNvGrpSpPr/>
          <p:nvPr/>
        </p:nvGrpSpPr>
        <p:grpSpPr>
          <a:xfrm>
            <a:off x="10670040" y="2150640"/>
            <a:ext cx="68400" cy="136800"/>
            <a:chOff x="10670040" y="2150640"/>
            <a:chExt cx="68400" cy="136800"/>
          </a:xfrm>
        </p:grpSpPr>
        <p:sp>
          <p:nvSpPr>
            <p:cNvPr id="1250" name="object 151"/>
            <p:cNvSpPr/>
            <p:nvPr/>
          </p:nvSpPr>
          <p:spPr>
            <a:xfrm>
              <a:off x="10670040" y="22190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472"/>
                  </a:moveTo>
                  <a:lnTo>
                    <a:pt x="0" y="68472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472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1" name="object 152"/>
            <p:cNvSpPr/>
            <p:nvPr/>
          </p:nvSpPr>
          <p:spPr>
            <a:xfrm>
              <a:off x="10670040" y="2150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2" name="object 173"/>
          <p:cNvGrpSpPr/>
          <p:nvPr/>
        </p:nvGrpSpPr>
        <p:grpSpPr>
          <a:xfrm>
            <a:off x="10601640" y="2150640"/>
            <a:ext cx="68400" cy="136800"/>
            <a:chOff x="10601640" y="2150640"/>
            <a:chExt cx="68400" cy="136800"/>
          </a:xfrm>
        </p:grpSpPr>
        <p:sp>
          <p:nvSpPr>
            <p:cNvPr id="1253" name="object 174"/>
            <p:cNvSpPr/>
            <p:nvPr/>
          </p:nvSpPr>
          <p:spPr>
            <a:xfrm>
              <a:off x="10601640" y="22190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472"/>
                  </a:moveTo>
                  <a:lnTo>
                    <a:pt x="0" y="68472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472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4" name="object 175"/>
            <p:cNvSpPr/>
            <p:nvPr/>
          </p:nvSpPr>
          <p:spPr>
            <a:xfrm>
              <a:off x="10601640" y="2150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5" name="object 194"/>
          <p:cNvGrpSpPr/>
          <p:nvPr/>
        </p:nvGrpSpPr>
        <p:grpSpPr>
          <a:xfrm>
            <a:off x="10533240" y="2150640"/>
            <a:ext cx="68400" cy="205200"/>
            <a:chOff x="10533240" y="2150640"/>
            <a:chExt cx="68400" cy="205200"/>
          </a:xfrm>
        </p:grpSpPr>
        <p:sp>
          <p:nvSpPr>
            <p:cNvPr id="1256" name="object 195"/>
            <p:cNvSpPr/>
            <p:nvPr/>
          </p:nvSpPr>
          <p:spPr>
            <a:xfrm>
              <a:off x="10533240" y="2219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65"/>
                  </a:lnTo>
                  <a:lnTo>
                    <a:pt x="0" y="136867"/>
                  </a:lnTo>
                  <a:lnTo>
                    <a:pt x="68313" y="136867"/>
                  </a:lnTo>
                  <a:lnTo>
                    <a:pt x="68313" y="68465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7" name="object 196"/>
            <p:cNvSpPr/>
            <p:nvPr/>
          </p:nvSpPr>
          <p:spPr>
            <a:xfrm>
              <a:off x="10533240" y="2150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8" name="object 214"/>
          <p:cNvGrpSpPr/>
          <p:nvPr/>
        </p:nvGrpSpPr>
        <p:grpSpPr>
          <a:xfrm>
            <a:off x="10464840" y="2150640"/>
            <a:ext cx="68400" cy="205560"/>
            <a:chOff x="10464840" y="2150640"/>
            <a:chExt cx="68400" cy="205560"/>
          </a:xfrm>
        </p:grpSpPr>
        <p:sp>
          <p:nvSpPr>
            <p:cNvPr id="1259" name="object 215"/>
            <p:cNvSpPr/>
            <p:nvPr/>
          </p:nvSpPr>
          <p:spPr>
            <a:xfrm>
              <a:off x="10464840" y="22878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0" name="object 216"/>
            <p:cNvSpPr/>
            <p:nvPr/>
          </p:nvSpPr>
          <p:spPr>
            <a:xfrm>
              <a:off x="10464840" y="22190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472"/>
                  </a:moveTo>
                  <a:lnTo>
                    <a:pt x="0" y="68472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472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1" name="object 217"/>
            <p:cNvSpPr/>
            <p:nvPr/>
          </p:nvSpPr>
          <p:spPr>
            <a:xfrm>
              <a:off x="10464840" y="2150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2" name="object 235"/>
          <p:cNvGrpSpPr/>
          <p:nvPr/>
        </p:nvGrpSpPr>
        <p:grpSpPr>
          <a:xfrm>
            <a:off x="10396440" y="2150640"/>
            <a:ext cx="68400" cy="273960"/>
            <a:chOff x="10396440" y="2150640"/>
            <a:chExt cx="68400" cy="273960"/>
          </a:xfrm>
        </p:grpSpPr>
        <p:sp>
          <p:nvSpPr>
            <p:cNvPr id="1263" name="object 236"/>
            <p:cNvSpPr/>
            <p:nvPr/>
          </p:nvSpPr>
          <p:spPr>
            <a:xfrm>
              <a:off x="10396440" y="22878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4" name="object 237"/>
            <p:cNvSpPr/>
            <p:nvPr/>
          </p:nvSpPr>
          <p:spPr>
            <a:xfrm>
              <a:off x="10396440" y="21506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68478"/>
                  </a:moveTo>
                  <a:lnTo>
                    <a:pt x="0" y="68478"/>
                  </a:lnTo>
                  <a:lnTo>
                    <a:pt x="0" y="136944"/>
                  </a:lnTo>
                  <a:lnTo>
                    <a:pt x="68300" y="136944"/>
                  </a:lnTo>
                  <a:lnTo>
                    <a:pt x="68300" y="68478"/>
                  </a:lnTo>
                  <a:close/>
                </a:path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65" name="object 258"/>
          <p:cNvSpPr/>
          <p:nvPr/>
        </p:nvSpPr>
        <p:spPr>
          <a:xfrm>
            <a:off x="10328400" y="215064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13" y="68478"/>
                </a:moveTo>
                <a:lnTo>
                  <a:pt x="0" y="68478"/>
                </a:lnTo>
                <a:lnTo>
                  <a:pt x="0" y="136944"/>
                </a:lnTo>
                <a:lnTo>
                  <a:pt x="68313" y="136944"/>
                </a:lnTo>
                <a:lnTo>
                  <a:pt x="68313" y="68478"/>
                </a:lnTo>
                <a:close/>
              </a:path>
              <a:path w="68579" h="137160">
                <a:moveTo>
                  <a:pt x="68313" y="0"/>
                </a:moveTo>
                <a:lnTo>
                  <a:pt x="0" y="0"/>
                </a:lnTo>
                <a:lnTo>
                  <a:pt x="0" y="68402"/>
                </a:lnTo>
                <a:lnTo>
                  <a:pt x="68313" y="68402"/>
                </a:lnTo>
                <a:lnTo>
                  <a:pt x="68313" y="0"/>
                </a:lnTo>
                <a:close/>
              </a:path>
            </a:pathLst>
          </a:custGeom>
          <a:solidFill>
            <a:srgbClr val="ffd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object 276"/>
          <p:cNvSpPr/>
          <p:nvPr/>
        </p:nvSpPr>
        <p:spPr>
          <a:xfrm>
            <a:off x="10260000" y="215064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00" y="68478"/>
                </a:moveTo>
                <a:lnTo>
                  <a:pt x="0" y="68478"/>
                </a:lnTo>
                <a:lnTo>
                  <a:pt x="0" y="136944"/>
                </a:lnTo>
                <a:lnTo>
                  <a:pt x="68300" y="136944"/>
                </a:lnTo>
                <a:lnTo>
                  <a:pt x="68300" y="68478"/>
                </a:lnTo>
                <a:close/>
              </a:path>
              <a:path w="68579" h="137160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ffd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object 294"/>
          <p:cNvSpPr/>
          <p:nvPr/>
        </p:nvSpPr>
        <p:spPr>
          <a:xfrm>
            <a:off x="10191600" y="215064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76" y="68478"/>
                </a:moveTo>
                <a:lnTo>
                  <a:pt x="0" y="68478"/>
                </a:lnTo>
                <a:lnTo>
                  <a:pt x="0" y="136944"/>
                </a:lnTo>
                <a:lnTo>
                  <a:pt x="68376" y="136944"/>
                </a:lnTo>
                <a:lnTo>
                  <a:pt x="68376" y="68478"/>
                </a:lnTo>
                <a:close/>
              </a:path>
              <a:path w="68579" h="137160">
                <a:moveTo>
                  <a:pt x="68376" y="0"/>
                </a:moveTo>
                <a:lnTo>
                  <a:pt x="0" y="0"/>
                </a:lnTo>
                <a:lnTo>
                  <a:pt x="0" y="68402"/>
                </a:lnTo>
                <a:lnTo>
                  <a:pt x="68376" y="68402"/>
                </a:lnTo>
                <a:lnTo>
                  <a:pt x="68376" y="0"/>
                </a:lnTo>
                <a:close/>
              </a:path>
            </a:pathLst>
          </a:custGeom>
          <a:solidFill>
            <a:srgbClr val="ffd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object 312"/>
          <p:cNvSpPr/>
          <p:nvPr/>
        </p:nvSpPr>
        <p:spPr>
          <a:xfrm>
            <a:off x="10123200" y="215064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13" y="68478"/>
                </a:moveTo>
                <a:lnTo>
                  <a:pt x="0" y="68478"/>
                </a:lnTo>
                <a:lnTo>
                  <a:pt x="0" y="136944"/>
                </a:lnTo>
                <a:lnTo>
                  <a:pt x="68313" y="136944"/>
                </a:lnTo>
                <a:lnTo>
                  <a:pt x="68313" y="68478"/>
                </a:lnTo>
                <a:close/>
              </a:path>
              <a:path w="68579" h="137160">
                <a:moveTo>
                  <a:pt x="68313" y="0"/>
                </a:moveTo>
                <a:lnTo>
                  <a:pt x="0" y="0"/>
                </a:lnTo>
                <a:lnTo>
                  <a:pt x="0" y="68402"/>
                </a:lnTo>
                <a:lnTo>
                  <a:pt x="68313" y="68402"/>
                </a:lnTo>
                <a:lnTo>
                  <a:pt x="68313" y="0"/>
                </a:lnTo>
                <a:close/>
              </a:path>
            </a:pathLst>
          </a:custGeom>
          <a:solidFill>
            <a:srgbClr val="ffd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object 331"/>
          <p:cNvSpPr/>
          <p:nvPr/>
        </p:nvSpPr>
        <p:spPr>
          <a:xfrm>
            <a:off x="10054800" y="215064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00" y="68478"/>
                </a:moveTo>
                <a:lnTo>
                  <a:pt x="0" y="68478"/>
                </a:lnTo>
                <a:lnTo>
                  <a:pt x="0" y="136944"/>
                </a:lnTo>
                <a:lnTo>
                  <a:pt x="68300" y="136944"/>
                </a:lnTo>
                <a:lnTo>
                  <a:pt x="68300" y="68478"/>
                </a:lnTo>
                <a:close/>
              </a:path>
              <a:path w="68579" h="137160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ffd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object 350"/>
          <p:cNvSpPr/>
          <p:nvPr/>
        </p:nvSpPr>
        <p:spPr>
          <a:xfrm>
            <a:off x="9986400" y="215064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00" y="68478"/>
                </a:moveTo>
                <a:lnTo>
                  <a:pt x="0" y="68478"/>
                </a:lnTo>
                <a:lnTo>
                  <a:pt x="0" y="136944"/>
                </a:lnTo>
                <a:lnTo>
                  <a:pt x="68300" y="136944"/>
                </a:lnTo>
                <a:lnTo>
                  <a:pt x="68300" y="68478"/>
                </a:lnTo>
                <a:close/>
              </a:path>
              <a:path w="68579" h="137160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ffd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1" name="object 371"/>
          <p:cNvGrpSpPr/>
          <p:nvPr/>
        </p:nvGrpSpPr>
        <p:grpSpPr>
          <a:xfrm>
            <a:off x="9918360" y="1671840"/>
            <a:ext cx="68400" cy="615600"/>
            <a:chOff x="9918360" y="1671840"/>
            <a:chExt cx="68400" cy="615600"/>
          </a:xfrm>
        </p:grpSpPr>
        <p:sp>
          <p:nvSpPr>
            <p:cNvPr id="1272" name="object 372"/>
            <p:cNvSpPr/>
            <p:nvPr/>
          </p:nvSpPr>
          <p:spPr>
            <a:xfrm>
              <a:off x="9918360" y="21506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68478"/>
                  </a:moveTo>
                  <a:lnTo>
                    <a:pt x="0" y="68478"/>
                  </a:lnTo>
                  <a:lnTo>
                    <a:pt x="0" y="136944"/>
                  </a:lnTo>
                  <a:lnTo>
                    <a:pt x="68313" y="136944"/>
                  </a:lnTo>
                  <a:lnTo>
                    <a:pt x="68313" y="68478"/>
                  </a:lnTo>
                  <a:close/>
                </a:path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3" name="object 373"/>
            <p:cNvSpPr/>
            <p:nvPr/>
          </p:nvSpPr>
          <p:spPr>
            <a:xfrm>
              <a:off x="9918360" y="20138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68313" y="136867"/>
                  </a:lnTo>
                  <a:lnTo>
                    <a:pt x="68313" y="68465"/>
                  </a:lnTo>
                  <a:close/>
                </a:path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4" name="object 374"/>
            <p:cNvSpPr/>
            <p:nvPr/>
          </p:nvSpPr>
          <p:spPr>
            <a:xfrm>
              <a:off x="9918360" y="18770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68313" y="136804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5" name="object 375"/>
            <p:cNvSpPr/>
            <p:nvPr/>
          </p:nvSpPr>
          <p:spPr>
            <a:xfrm>
              <a:off x="9918360" y="18086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6" name="object 376"/>
            <p:cNvSpPr/>
            <p:nvPr/>
          </p:nvSpPr>
          <p:spPr>
            <a:xfrm>
              <a:off x="991836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7" name="object 377"/>
            <p:cNvSpPr/>
            <p:nvPr/>
          </p:nvSpPr>
          <p:spPr>
            <a:xfrm>
              <a:off x="991836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78" name="object 393"/>
          <p:cNvGrpSpPr/>
          <p:nvPr/>
        </p:nvGrpSpPr>
        <p:grpSpPr>
          <a:xfrm>
            <a:off x="9849960" y="1671840"/>
            <a:ext cx="68400" cy="615600"/>
            <a:chOff x="9849960" y="1671840"/>
            <a:chExt cx="68400" cy="615600"/>
          </a:xfrm>
        </p:grpSpPr>
        <p:sp>
          <p:nvSpPr>
            <p:cNvPr id="1279" name="object 394"/>
            <p:cNvSpPr/>
            <p:nvPr/>
          </p:nvSpPr>
          <p:spPr>
            <a:xfrm>
              <a:off x="9849960" y="21506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68478"/>
                  </a:moveTo>
                  <a:lnTo>
                    <a:pt x="0" y="68478"/>
                  </a:lnTo>
                  <a:lnTo>
                    <a:pt x="0" y="136944"/>
                  </a:lnTo>
                  <a:lnTo>
                    <a:pt x="68300" y="136944"/>
                  </a:lnTo>
                  <a:lnTo>
                    <a:pt x="68300" y="68478"/>
                  </a:lnTo>
                  <a:close/>
                </a:path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0" name="object 395"/>
            <p:cNvSpPr/>
            <p:nvPr/>
          </p:nvSpPr>
          <p:spPr>
            <a:xfrm>
              <a:off x="9849960" y="1808640"/>
              <a:ext cx="68400" cy="342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68579" h="342264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342264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342264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1" name="object 396"/>
            <p:cNvSpPr/>
            <p:nvPr/>
          </p:nvSpPr>
          <p:spPr>
            <a:xfrm>
              <a:off x="984996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2" name="object 397"/>
            <p:cNvSpPr/>
            <p:nvPr/>
          </p:nvSpPr>
          <p:spPr>
            <a:xfrm>
              <a:off x="984996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83" name="object 127"/>
          <p:cNvSpPr/>
          <p:nvPr/>
        </p:nvSpPr>
        <p:spPr>
          <a:xfrm>
            <a:off x="10738440" y="242460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80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object 126"/>
          <p:cNvSpPr/>
          <p:nvPr/>
        </p:nvSpPr>
        <p:spPr>
          <a:xfrm>
            <a:off x="10738440" y="256140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80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object 149"/>
          <p:cNvSpPr/>
          <p:nvPr/>
        </p:nvSpPr>
        <p:spPr>
          <a:xfrm>
            <a:off x="10670040" y="249300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80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86" name="object 122"/>
          <p:cNvGrpSpPr/>
          <p:nvPr/>
        </p:nvGrpSpPr>
        <p:grpSpPr>
          <a:xfrm>
            <a:off x="10738080" y="2698200"/>
            <a:ext cx="68760" cy="342000"/>
            <a:chOff x="10738080" y="2698200"/>
            <a:chExt cx="68760" cy="342000"/>
          </a:xfrm>
        </p:grpSpPr>
        <p:sp>
          <p:nvSpPr>
            <p:cNvPr id="1287" name="object 123"/>
            <p:cNvSpPr/>
            <p:nvPr/>
          </p:nvSpPr>
          <p:spPr>
            <a:xfrm>
              <a:off x="1073808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8" name="object 124"/>
            <p:cNvSpPr/>
            <p:nvPr/>
          </p:nvSpPr>
          <p:spPr>
            <a:xfrm>
              <a:off x="10738080" y="27666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9" name="object 125"/>
            <p:cNvSpPr/>
            <p:nvPr/>
          </p:nvSpPr>
          <p:spPr>
            <a:xfrm>
              <a:off x="10738440" y="26982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90" name="object 144"/>
          <p:cNvGrpSpPr/>
          <p:nvPr/>
        </p:nvGrpSpPr>
        <p:grpSpPr>
          <a:xfrm>
            <a:off x="10670040" y="2629800"/>
            <a:ext cx="68400" cy="410400"/>
            <a:chOff x="10670040" y="2629800"/>
            <a:chExt cx="68400" cy="410400"/>
          </a:xfrm>
        </p:grpSpPr>
        <p:sp>
          <p:nvSpPr>
            <p:cNvPr id="1291" name="object 145"/>
            <p:cNvSpPr/>
            <p:nvPr/>
          </p:nvSpPr>
          <p:spPr>
            <a:xfrm>
              <a:off x="1067004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2" name="object 146"/>
            <p:cNvSpPr/>
            <p:nvPr/>
          </p:nvSpPr>
          <p:spPr>
            <a:xfrm>
              <a:off x="10670040" y="27666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3" name="object 147"/>
            <p:cNvSpPr/>
            <p:nvPr/>
          </p:nvSpPr>
          <p:spPr>
            <a:xfrm>
              <a:off x="10670040" y="26982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4" name="object 148"/>
            <p:cNvSpPr/>
            <p:nvPr/>
          </p:nvSpPr>
          <p:spPr>
            <a:xfrm>
              <a:off x="10670040" y="26298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95" name="object 172"/>
          <p:cNvSpPr/>
          <p:nvPr/>
        </p:nvSpPr>
        <p:spPr>
          <a:xfrm>
            <a:off x="10601640" y="256140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80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96" name="object 168"/>
          <p:cNvGrpSpPr/>
          <p:nvPr/>
        </p:nvGrpSpPr>
        <p:grpSpPr>
          <a:xfrm>
            <a:off x="10601640" y="2698200"/>
            <a:ext cx="68400" cy="342000"/>
            <a:chOff x="10601640" y="2698200"/>
            <a:chExt cx="68400" cy="342000"/>
          </a:xfrm>
        </p:grpSpPr>
        <p:sp>
          <p:nvSpPr>
            <p:cNvPr id="1297" name="object 169"/>
            <p:cNvSpPr/>
            <p:nvPr/>
          </p:nvSpPr>
          <p:spPr>
            <a:xfrm>
              <a:off x="1060164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8" name="object 170"/>
            <p:cNvSpPr/>
            <p:nvPr/>
          </p:nvSpPr>
          <p:spPr>
            <a:xfrm>
              <a:off x="10601640" y="27666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9" name="object 171"/>
            <p:cNvSpPr/>
            <p:nvPr/>
          </p:nvSpPr>
          <p:spPr>
            <a:xfrm>
              <a:off x="10601640" y="26982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0" name="object 190"/>
          <p:cNvGrpSpPr/>
          <p:nvPr/>
        </p:nvGrpSpPr>
        <p:grpSpPr>
          <a:xfrm>
            <a:off x="10533240" y="2629800"/>
            <a:ext cx="68400" cy="410040"/>
            <a:chOff x="10533240" y="2629800"/>
            <a:chExt cx="68400" cy="410040"/>
          </a:xfrm>
        </p:grpSpPr>
        <p:sp>
          <p:nvSpPr>
            <p:cNvPr id="1301" name="object 191"/>
            <p:cNvSpPr/>
            <p:nvPr/>
          </p:nvSpPr>
          <p:spPr>
            <a:xfrm>
              <a:off x="10533240" y="276660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13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close/>
                </a:path>
                <a:path w="68579" h="273685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2" name="object 192"/>
            <p:cNvSpPr/>
            <p:nvPr/>
          </p:nvSpPr>
          <p:spPr>
            <a:xfrm>
              <a:off x="10533240" y="26982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3" name="object 193"/>
            <p:cNvSpPr/>
            <p:nvPr/>
          </p:nvSpPr>
          <p:spPr>
            <a:xfrm>
              <a:off x="10533240" y="26298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4" name="object 211"/>
          <p:cNvGrpSpPr/>
          <p:nvPr/>
        </p:nvGrpSpPr>
        <p:grpSpPr>
          <a:xfrm>
            <a:off x="10464840" y="2698200"/>
            <a:ext cx="68400" cy="341640"/>
            <a:chOff x="10464840" y="2698200"/>
            <a:chExt cx="68400" cy="341640"/>
          </a:xfrm>
        </p:grpSpPr>
        <p:sp>
          <p:nvSpPr>
            <p:cNvPr id="1305" name="object 212"/>
            <p:cNvSpPr/>
            <p:nvPr/>
          </p:nvSpPr>
          <p:spPr>
            <a:xfrm>
              <a:off x="10464840" y="276660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7368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6" name="object 213"/>
            <p:cNvSpPr/>
            <p:nvPr/>
          </p:nvSpPr>
          <p:spPr>
            <a:xfrm>
              <a:off x="10464840" y="26982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7" name="object 232"/>
          <p:cNvGrpSpPr/>
          <p:nvPr/>
        </p:nvGrpSpPr>
        <p:grpSpPr>
          <a:xfrm>
            <a:off x="10396440" y="2698200"/>
            <a:ext cx="68400" cy="341640"/>
            <a:chOff x="10396440" y="2698200"/>
            <a:chExt cx="68400" cy="341640"/>
          </a:xfrm>
        </p:grpSpPr>
        <p:sp>
          <p:nvSpPr>
            <p:cNvPr id="1308" name="object 233"/>
            <p:cNvSpPr/>
            <p:nvPr/>
          </p:nvSpPr>
          <p:spPr>
            <a:xfrm>
              <a:off x="10396440" y="276660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7368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9" name="object 234"/>
            <p:cNvSpPr/>
            <p:nvPr/>
          </p:nvSpPr>
          <p:spPr>
            <a:xfrm>
              <a:off x="10396440" y="26982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10" name="object 255"/>
          <p:cNvGrpSpPr/>
          <p:nvPr/>
        </p:nvGrpSpPr>
        <p:grpSpPr>
          <a:xfrm>
            <a:off x="10328400" y="2356200"/>
            <a:ext cx="68400" cy="342000"/>
            <a:chOff x="10328400" y="2356200"/>
            <a:chExt cx="68400" cy="342000"/>
          </a:xfrm>
        </p:grpSpPr>
        <p:sp>
          <p:nvSpPr>
            <p:cNvPr id="1311" name="object 256"/>
            <p:cNvSpPr/>
            <p:nvPr/>
          </p:nvSpPr>
          <p:spPr>
            <a:xfrm>
              <a:off x="10328400" y="26298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2" name="object 257"/>
            <p:cNvSpPr/>
            <p:nvPr/>
          </p:nvSpPr>
          <p:spPr>
            <a:xfrm>
              <a:off x="10328400" y="235620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13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close/>
                </a:path>
                <a:path w="68579" h="273685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3" name="object 252"/>
          <p:cNvGrpSpPr/>
          <p:nvPr/>
        </p:nvGrpSpPr>
        <p:grpSpPr>
          <a:xfrm>
            <a:off x="10328400" y="2835000"/>
            <a:ext cx="68400" cy="205200"/>
            <a:chOff x="10328400" y="2835000"/>
            <a:chExt cx="68400" cy="205200"/>
          </a:xfrm>
        </p:grpSpPr>
        <p:sp>
          <p:nvSpPr>
            <p:cNvPr id="1314" name="object 253"/>
            <p:cNvSpPr/>
            <p:nvPr/>
          </p:nvSpPr>
          <p:spPr>
            <a:xfrm>
              <a:off x="1032840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5" name="object 254"/>
            <p:cNvSpPr/>
            <p:nvPr/>
          </p:nvSpPr>
          <p:spPr>
            <a:xfrm>
              <a:off x="1032840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6" name="object 273"/>
          <p:cNvGrpSpPr/>
          <p:nvPr/>
        </p:nvGrpSpPr>
        <p:grpSpPr>
          <a:xfrm>
            <a:off x="10260000" y="2835000"/>
            <a:ext cx="68400" cy="205200"/>
            <a:chOff x="10260000" y="2835000"/>
            <a:chExt cx="68400" cy="205200"/>
          </a:xfrm>
        </p:grpSpPr>
        <p:sp>
          <p:nvSpPr>
            <p:cNvPr id="1317" name="object 274"/>
            <p:cNvSpPr/>
            <p:nvPr/>
          </p:nvSpPr>
          <p:spPr>
            <a:xfrm>
              <a:off x="1026000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8" name="object 275"/>
            <p:cNvSpPr/>
            <p:nvPr/>
          </p:nvSpPr>
          <p:spPr>
            <a:xfrm>
              <a:off x="1026000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9" name="object 291"/>
          <p:cNvGrpSpPr/>
          <p:nvPr/>
        </p:nvGrpSpPr>
        <p:grpSpPr>
          <a:xfrm>
            <a:off x="10191600" y="2835000"/>
            <a:ext cx="68400" cy="205200"/>
            <a:chOff x="10191600" y="2835000"/>
            <a:chExt cx="68400" cy="205200"/>
          </a:xfrm>
        </p:grpSpPr>
        <p:sp>
          <p:nvSpPr>
            <p:cNvPr id="1320" name="object 292"/>
            <p:cNvSpPr/>
            <p:nvPr/>
          </p:nvSpPr>
          <p:spPr>
            <a:xfrm>
              <a:off x="1019160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76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76" y="136791"/>
                  </a:lnTo>
                  <a:lnTo>
                    <a:pt x="68376" y="68402"/>
                  </a:lnTo>
                  <a:lnTo>
                    <a:pt x="6837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1" name="object 293"/>
            <p:cNvSpPr/>
            <p:nvPr/>
          </p:nvSpPr>
          <p:spPr>
            <a:xfrm>
              <a:off x="1019160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2" name="object 309"/>
          <p:cNvGrpSpPr/>
          <p:nvPr/>
        </p:nvGrpSpPr>
        <p:grpSpPr>
          <a:xfrm>
            <a:off x="10123200" y="2835000"/>
            <a:ext cx="68400" cy="205200"/>
            <a:chOff x="10123200" y="2835000"/>
            <a:chExt cx="68400" cy="205200"/>
          </a:xfrm>
        </p:grpSpPr>
        <p:sp>
          <p:nvSpPr>
            <p:cNvPr id="1323" name="object 310"/>
            <p:cNvSpPr/>
            <p:nvPr/>
          </p:nvSpPr>
          <p:spPr>
            <a:xfrm>
              <a:off x="1012320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4" name="object 311"/>
            <p:cNvSpPr/>
            <p:nvPr/>
          </p:nvSpPr>
          <p:spPr>
            <a:xfrm>
              <a:off x="1012320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5" name="object 328"/>
          <p:cNvGrpSpPr/>
          <p:nvPr/>
        </p:nvGrpSpPr>
        <p:grpSpPr>
          <a:xfrm>
            <a:off x="10054800" y="2835000"/>
            <a:ext cx="68400" cy="205200"/>
            <a:chOff x="10054800" y="2835000"/>
            <a:chExt cx="68400" cy="205200"/>
          </a:xfrm>
        </p:grpSpPr>
        <p:sp>
          <p:nvSpPr>
            <p:cNvPr id="1326" name="object 329"/>
            <p:cNvSpPr/>
            <p:nvPr/>
          </p:nvSpPr>
          <p:spPr>
            <a:xfrm>
              <a:off x="1005480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7" name="object 330"/>
            <p:cNvSpPr/>
            <p:nvPr/>
          </p:nvSpPr>
          <p:spPr>
            <a:xfrm>
              <a:off x="1005480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8" name="object 347"/>
          <p:cNvGrpSpPr/>
          <p:nvPr/>
        </p:nvGrpSpPr>
        <p:grpSpPr>
          <a:xfrm>
            <a:off x="9986400" y="2835000"/>
            <a:ext cx="68400" cy="205200"/>
            <a:chOff x="9986400" y="2835000"/>
            <a:chExt cx="68400" cy="205200"/>
          </a:xfrm>
        </p:grpSpPr>
        <p:sp>
          <p:nvSpPr>
            <p:cNvPr id="1329" name="object 348"/>
            <p:cNvSpPr/>
            <p:nvPr/>
          </p:nvSpPr>
          <p:spPr>
            <a:xfrm>
              <a:off x="998640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0" name="object 349"/>
            <p:cNvSpPr/>
            <p:nvPr/>
          </p:nvSpPr>
          <p:spPr>
            <a:xfrm>
              <a:off x="998640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1" name="object 368"/>
          <p:cNvGrpSpPr/>
          <p:nvPr/>
        </p:nvGrpSpPr>
        <p:grpSpPr>
          <a:xfrm>
            <a:off x="9918360" y="2835000"/>
            <a:ext cx="68400" cy="205200"/>
            <a:chOff x="9918360" y="2835000"/>
            <a:chExt cx="68400" cy="205200"/>
          </a:xfrm>
        </p:grpSpPr>
        <p:sp>
          <p:nvSpPr>
            <p:cNvPr id="1332" name="object 369"/>
            <p:cNvSpPr/>
            <p:nvPr/>
          </p:nvSpPr>
          <p:spPr>
            <a:xfrm>
              <a:off x="991836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3" name="object 370"/>
            <p:cNvSpPr/>
            <p:nvPr/>
          </p:nvSpPr>
          <p:spPr>
            <a:xfrm>
              <a:off x="991836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4" name="object 390"/>
          <p:cNvGrpSpPr/>
          <p:nvPr/>
        </p:nvGrpSpPr>
        <p:grpSpPr>
          <a:xfrm>
            <a:off x="9849960" y="2835000"/>
            <a:ext cx="68400" cy="205200"/>
            <a:chOff x="9849960" y="2835000"/>
            <a:chExt cx="68400" cy="205200"/>
          </a:xfrm>
        </p:grpSpPr>
        <p:sp>
          <p:nvSpPr>
            <p:cNvPr id="1335" name="object 391"/>
            <p:cNvSpPr/>
            <p:nvPr/>
          </p:nvSpPr>
          <p:spPr>
            <a:xfrm>
              <a:off x="984996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6" name="object 392"/>
            <p:cNvSpPr/>
            <p:nvPr/>
          </p:nvSpPr>
          <p:spPr>
            <a:xfrm>
              <a:off x="9849960" y="2835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7" name="object 409"/>
          <p:cNvGrpSpPr/>
          <p:nvPr/>
        </p:nvGrpSpPr>
        <p:grpSpPr>
          <a:xfrm>
            <a:off x="9781560" y="1671840"/>
            <a:ext cx="68400" cy="1368360"/>
            <a:chOff x="9781560" y="1671840"/>
            <a:chExt cx="68400" cy="1368360"/>
          </a:xfrm>
        </p:grpSpPr>
        <p:sp>
          <p:nvSpPr>
            <p:cNvPr id="1338" name="object 410"/>
            <p:cNvSpPr/>
            <p:nvPr/>
          </p:nvSpPr>
          <p:spPr>
            <a:xfrm>
              <a:off x="9781560" y="290340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9" name="object 411"/>
            <p:cNvSpPr/>
            <p:nvPr/>
          </p:nvSpPr>
          <p:spPr>
            <a:xfrm>
              <a:off x="9781560" y="2287800"/>
              <a:ext cx="68400" cy="6156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15600"/>
                <a:gd name="textAreaBottom" fmla="*/ 615960 h 615600"/>
              </a:gdLst>
              <a:ahLst/>
              <a:rect l="textAreaLeft" t="textAreaTop" r="textAreaRight" b="textAreaBottom"/>
              <a:pathLst>
                <a:path w="68579" h="615950">
                  <a:moveTo>
                    <a:pt x="68300" y="410540"/>
                  </a:moveTo>
                  <a:lnTo>
                    <a:pt x="0" y="410540"/>
                  </a:lnTo>
                  <a:lnTo>
                    <a:pt x="0" y="478942"/>
                  </a:lnTo>
                  <a:lnTo>
                    <a:pt x="0" y="547331"/>
                  </a:lnTo>
                  <a:lnTo>
                    <a:pt x="0" y="615734"/>
                  </a:lnTo>
                  <a:lnTo>
                    <a:pt x="68300" y="615734"/>
                  </a:lnTo>
                  <a:lnTo>
                    <a:pt x="68300" y="547331"/>
                  </a:lnTo>
                  <a:lnTo>
                    <a:pt x="68300" y="478942"/>
                  </a:lnTo>
                  <a:lnTo>
                    <a:pt x="68300" y="410540"/>
                  </a:lnTo>
                  <a:close/>
                </a:path>
                <a:path w="68579" h="615950">
                  <a:moveTo>
                    <a:pt x="68300" y="205270"/>
                  </a:moveTo>
                  <a:lnTo>
                    <a:pt x="0" y="205270"/>
                  </a:lnTo>
                  <a:lnTo>
                    <a:pt x="0" y="273672"/>
                  </a:lnTo>
                  <a:lnTo>
                    <a:pt x="0" y="342061"/>
                  </a:lnTo>
                  <a:lnTo>
                    <a:pt x="0" y="410464"/>
                  </a:lnTo>
                  <a:lnTo>
                    <a:pt x="68300" y="410464"/>
                  </a:lnTo>
                  <a:lnTo>
                    <a:pt x="68300" y="342061"/>
                  </a:lnTo>
                  <a:lnTo>
                    <a:pt x="68300" y="273672"/>
                  </a:lnTo>
                  <a:lnTo>
                    <a:pt x="68300" y="205270"/>
                  </a:lnTo>
                  <a:close/>
                </a:path>
                <a:path w="68579" h="61595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804"/>
                  </a:lnTo>
                  <a:lnTo>
                    <a:pt x="0" y="205193"/>
                  </a:lnTo>
                  <a:lnTo>
                    <a:pt x="68300" y="205193"/>
                  </a:lnTo>
                  <a:lnTo>
                    <a:pt x="68300" y="136804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0" name="object 412"/>
            <p:cNvSpPr/>
            <p:nvPr/>
          </p:nvSpPr>
          <p:spPr>
            <a:xfrm>
              <a:off x="9781560" y="215064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68478"/>
                  </a:moveTo>
                  <a:lnTo>
                    <a:pt x="0" y="68478"/>
                  </a:lnTo>
                  <a:lnTo>
                    <a:pt x="0" y="136944"/>
                  </a:lnTo>
                  <a:lnTo>
                    <a:pt x="68300" y="136944"/>
                  </a:lnTo>
                  <a:lnTo>
                    <a:pt x="68300" y="68478"/>
                  </a:lnTo>
                  <a:close/>
                </a:path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ffd5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1" name="object 413"/>
            <p:cNvSpPr/>
            <p:nvPr/>
          </p:nvSpPr>
          <p:spPr>
            <a:xfrm>
              <a:off x="9781560" y="1808640"/>
              <a:ext cx="68400" cy="342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68579" h="342264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342264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342264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2" name="object 414"/>
            <p:cNvSpPr/>
            <p:nvPr/>
          </p:nvSpPr>
          <p:spPr>
            <a:xfrm>
              <a:off x="978156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3" name="object 415"/>
            <p:cNvSpPr/>
            <p:nvPr/>
          </p:nvSpPr>
          <p:spPr>
            <a:xfrm>
              <a:off x="978156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4" name="object 425"/>
          <p:cNvGrpSpPr/>
          <p:nvPr/>
        </p:nvGrpSpPr>
        <p:grpSpPr>
          <a:xfrm>
            <a:off x="9713160" y="1671840"/>
            <a:ext cx="68400" cy="1368360"/>
            <a:chOff x="9713160" y="1671840"/>
            <a:chExt cx="68400" cy="1368360"/>
          </a:xfrm>
        </p:grpSpPr>
        <p:sp>
          <p:nvSpPr>
            <p:cNvPr id="1345" name="object 426"/>
            <p:cNvSpPr/>
            <p:nvPr/>
          </p:nvSpPr>
          <p:spPr>
            <a:xfrm>
              <a:off x="9713160" y="1808640"/>
              <a:ext cx="68400" cy="1231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68579" h="1231900">
                  <a:moveTo>
                    <a:pt x="68313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68313" y="1231684"/>
                  </a:lnTo>
                  <a:lnTo>
                    <a:pt x="68313" y="1163294"/>
                  </a:lnTo>
                  <a:lnTo>
                    <a:pt x="68313" y="1094892"/>
                  </a:lnTo>
                  <a:close/>
                </a:path>
                <a:path w="68579" h="1231900">
                  <a:moveTo>
                    <a:pt x="68313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13" y="1094816"/>
                  </a:lnTo>
                  <a:lnTo>
                    <a:pt x="68313" y="1026414"/>
                  </a:lnTo>
                  <a:lnTo>
                    <a:pt x="68313" y="958024"/>
                  </a:lnTo>
                  <a:lnTo>
                    <a:pt x="68313" y="889622"/>
                  </a:lnTo>
                  <a:close/>
                </a:path>
                <a:path w="68579" h="1231900">
                  <a:moveTo>
                    <a:pt x="68313" y="684352"/>
                  </a:moveTo>
                  <a:lnTo>
                    <a:pt x="0" y="684352"/>
                  </a:lnTo>
                  <a:lnTo>
                    <a:pt x="0" y="752754"/>
                  </a:lnTo>
                  <a:lnTo>
                    <a:pt x="0" y="821143"/>
                  </a:lnTo>
                  <a:lnTo>
                    <a:pt x="0" y="889546"/>
                  </a:lnTo>
                  <a:lnTo>
                    <a:pt x="68313" y="889546"/>
                  </a:lnTo>
                  <a:lnTo>
                    <a:pt x="68313" y="821143"/>
                  </a:lnTo>
                  <a:lnTo>
                    <a:pt x="68313" y="752754"/>
                  </a:lnTo>
                  <a:lnTo>
                    <a:pt x="68313" y="684352"/>
                  </a:lnTo>
                  <a:close/>
                </a:path>
                <a:path w="68579" h="1231900">
                  <a:moveTo>
                    <a:pt x="68313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0" y="615886"/>
                  </a:lnTo>
                  <a:lnTo>
                    <a:pt x="0" y="684276"/>
                  </a:lnTo>
                  <a:lnTo>
                    <a:pt x="68313" y="684276"/>
                  </a:lnTo>
                  <a:lnTo>
                    <a:pt x="68313" y="615886"/>
                  </a:lnTo>
                  <a:lnTo>
                    <a:pt x="68313" y="547484"/>
                  </a:lnTo>
                  <a:lnTo>
                    <a:pt x="68313" y="479082"/>
                  </a:lnTo>
                  <a:lnTo>
                    <a:pt x="68313" y="410616"/>
                  </a:lnTo>
                  <a:close/>
                </a:path>
                <a:path w="68579" h="1231900">
                  <a:moveTo>
                    <a:pt x="68313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13" y="410540"/>
                  </a:lnTo>
                  <a:lnTo>
                    <a:pt x="68313" y="342138"/>
                  </a:lnTo>
                  <a:lnTo>
                    <a:pt x="68313" y="273735"/>
                  </a:lnTo>
                  <a:close/>
                </a:path>
                <a:path w="68579" h="1231900">
                  <a:moveTo>
                    <a:pt x="68313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lnTo>
                    <a:pt x="68313" y="68465"/>
                  </a:lnTo>
                  <a:close/>
                </a:path>
                <a:path w="68579" h="123190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6" name="object 427"/>
            <p:cNvSpPr/>
            <p:nvPr/>
          </p:nvSpPr>
          <p:spPr>
            <a:xfrm>
              <a:off x="971316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7" name="object 428"/>
            <p:cNvSpPr/>
            <p:nvPr/>
          </p:nvSpPr>
          <p:spPr>
            <a:xfrm>
              <a:off x="971316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8" name="object 438"/>
          <p:cNvGrpSpPr/>
          <p:nvPr/>
        </p:nvGrpSpPr>
        <p:grpSpPr>
          <a:xfrm>
            <a:off x="9644760" y="1671840"/>
            <a:ext cx="68400" cy="1368360"/>
            <a:chOff x="9644760" y="1671840"/>
            <a:chExt cx="68400" cy="1368360"/>
          </a:xfrm>
        </p:grpSpPr>
        <p:sp>
          <p:nvSpPr>
            <p:cNvPr id="1349" name="object 439"/>
            <p:cNvSpPr/>
            <p:nvPr/>
          </p:nvSpPr>
          <p:spPr>
            <a:xfrm>
              <a:off x="9644760" y="1808640"/>
              <a:ext cx="68400" cy="1231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68579" h="123190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231900">
                  <a:moveTo>
                    <a:pt x="68300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14"/>
                  </a:lnTo>
                  <a:lnTo>
                    <a:pt x="68300" y="958024"/>
                  </a:lnTo>
                  <a:lnTo>
                    <a:pt x="68300" y="889622"/>
                  </a:lnTo>
                  <a:close/>
                </a:path>
                <a:path w="68579" h="1231900">
                  <a:moveTo>
                    <a:pt x="68300" y="684352"/>
                  </a:moveTo>
                  <a:lnTo>
                    <a:pt x="0" y="684352"/>
                  </a:lnTo>
                  <a:lnTo>
                    <a:pt x="0" y="752754"/>
                  </a:lnTo>
                  <a:lnTo>
                    <a:pt x="0" y="821143"/>
                  </a:lnTo>
                  <a:lnTo>
                    <a:pt x="0" y="889546"/>
                  </a:lnTo>
                  <a:lnTo>
                    <a:pt x="68300" y="889546"/>
                  </a:lnTo>
                  <a:lnTo>
                    <a:pt x="68300" y="821143"/>
                  </a:lnTo>
                  <a:lnTo>
                    <a:pt x="68300" y="752754"/>
                  </a:lnTo>
                  <a:lnTo>
                    <a:pt x="68300" y="684352"/>
                  </a:lnTo>
                  <a:close/>
                </a:path>
                <a:path w="68579" h="1231900">
                  <a:moveTo>
                    <a:pt x="68300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0" y="615886"/>
                  </a:lnTo>
                  <a:lnTo>
                    <a:pt x="0" y="684276"/>
                  </a:lnTo>
                  <a:lnTo>
                    <a:pt x="68300" y="684276"/>
                  </a:lnTo>
                  <a:lnTo>
                    <a:pt x="68300" y="615886"/>
                  </a:lnTo>
                  <a:lnTo>
                    <a:pt x="68300" y="547484"/>
                  </a:lnTo>
                  <a:lnTo>
                    <a:pt x="68300" y="479082"/>
                  </a:lnTo>
                  <a:lnTo>
                    <a:pt x="68300" y="410616"/>
                  </a:lnTo>
                  <a:close/>
                </a:path>
                <a:path w="68579" h="1231900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1231900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123190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0" name="object 440"/>
            <p:cNvSpPr/>
            <p:nvPr/>
          </p:nvSpPr>
          <p:spPr>
            <a:xfrm>
              <a:off x="964476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1" name="object 441"/>
            <p:cNvSpPr/>
            <p:nvPr/>
          </p:nvSpPr>
          <p:spPr>
            <a:xfrm>
              <a:off x="964476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2" name="object 453"/>
          <p:cNvGrpSpPr/>
          <p:nvPr/>
        </p:nvGrpSpPr>
        <p:grpSpPr>
          <a:xfrm>
            <a:off x="9576720" y="1671840"/>
            <a:ext cx="68400" cy="1368360"/>
            <a:chOff x="9576720" y="1671840"/>
            <a:chExt cx="68400" cy="1368360"/>
          </a:xfrm>
        </p:grpSpPr>
        <p:sp>
          <p:nvSpPr>
            <p:cNvPr id="1353" name="object 454"/>
            <p:cNvSpPr/>
            <p:nvPr/>
          </p:nvSpPr>
          <p:spPr>
            <a:xfrm>
              <a:off x="9576720" y="1808640"/>
              <a:ext cx="68400" cy="1231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68579" h="123190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231900">
                  <a:moveTo>
                    <a:pt x="68300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14"/>
                  </a:lnTo>
                  <a:lnTo>
                    <a:pt x="68300" y="958024"/>
                  </a:lnTo>
                  <a:lnTo>
                    <a:pt x="68300" y="889622"/>
                  </a:lnTo>
                  <a:close/>
                </a:path>
                <a:path w="68579" h="1231900">
                  <a:moveTo>
                    <a:pt x="68300" y="684352"/>
                  </a:moveTo>
                  <a:lnTo>
                    <a:pt x="0" y="684352"/>
                  </a:lnTo>
                  <a:lnTo>
                    <a:pt x="0" y="752754"/>
                  </a:lnTo>
                  <a:lnTo>
                    <a:pt x="0" y="821143"/>
                  </a:lnTo>
                  <a:lnTo>
                    <a:pt x="0" y="889546"/>
                  </a:lnTo>
                  <a:lnTo>
                    <a:pt x="68300" y="889546"/>
                  </a:lnTo>
                  <a:lnTo>
                    <a:pt x="68300" y="821143"/>
                  </a:lnTo>
                  <a:lnTo>
                    <a:pt x="68300" y="752754"/>
                  </a:lnTo>
                  <a:lnTo>
                    <a:pt x="68300" y="684352"/>
                  </a:lnTo>
                  <a:close/>
                </a:path>
                <a:path w="68579" h="1231900">
                  <a:moveTo>
                    <a:pt x="68300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0" y="615886"/>
                  </a:lnTo>
                  <a:lnTo>
                    <a:pt x="0" y="684276"/>
                  </a:lnTo>
                  <a:lnTo>
                    <a:pt x="68300" y="684276"/>
                  </a:lnTo>
                  <a:lnTo>
                    <a:pt x="68300" y="615886"/>
                  </a:lnTo>
                  <a:lnTo>
                    <a:pt x="68300" y="547484"/>
                  </a:lnTo>
                  <a:lnTo>
                    <a:pt x="68300" y="479082"/>
                  </a:lnTo>
                  <a:lnTo>
                    <a:pt x="68300" y="410616"/>
                  </a:lnTo>
                  <a:close/>
                </a:path>
                <a:path w="68579" h="1231900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1231900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123190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4" name="object 455"/>
            <p:cNvSpPr/>
            <p:nvPr/>
          </p:nvSpPr>
          <p:spPr>
            <a:xfrm>
              <a:off x="957672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5" name="object 456"/>
            <p:cNvSpPr/>
            <p:nvPr/>
          </p:nvSpPr>
          <p:spPr>
            <a:xfrm>
              <a:off x="957672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6" name="object 465"/>
          <p:cNvGrpSpPr/>
          <p:nvPr/>
        </p:nvGrpSpPr>
        <p:grpSpPr>
          <a:xfrm>
            <a:off x="9508320" y="1671840"/>
            <a:ext cx="68400" cy="1368360"/>
            <a:chOff x="9508320" y="1671840"/>
            <a:chExt cx="68400" cy="1368360"/>
          </a:xfrm>
        </p:grpSpPr>
        <p:sp>
          <p:nvSpPr>
            <p:cNvPr id="1357" name="object 466"/>
            <p:cNvSpPr/>
            <p:nvPr/>
          </p:nvSpPr>
          <p:spPr>
            <a:xfrm>
              <a:off x="9508320" y="1808640"/>
              <a:ext cx="68400" cy="1231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68579" h="1231900">
                  <a:moveTo>
                    <a:pt x="68300" y="1094892"/>
                  </a:moveTo>
                  <a:lnTo>
                    <a:pt x="0" y="1094892"/>
                  </a:lnTo>
                  <a:lnTo>
                    <a:pt x="0" y="1163294"/>
                  </a:lnTo>
                  <a:lnTo>
                    <a:pt x="0" y="1231684"/>
                  </a:lnTo>
                  <a:lnTo>
                    <a:pt x="68300" y="1231684"/>
                  </a:lnTo>
                  <a:lnTo>
                    <a:pt x="68300" y="1163294"/>
                  </a:lnTo>
                  <a:lnTo>
                    <a:pt x="68300" y="1094892"/>
                  </a:lnTo>
                  <a:close/>
                </a:path>
                <a:path w="68579" h="1231900">
                  <a:moveTo>
                    <a:pt x="68300" y="889622"/>
                  </a:moveTo>
                  <a:lnTo>
                    <a:pt x="0" y="889622"/>
                  </a:lnTo>
                  <a:lnTo>
                    <a:pt x="0" y="958024"/>
                  </a:lnTo>
                  <a:lnTo>
                    <a:pt x="0" y="1026414"/>
                  </a:lnTo>
                  <a:lnTo>
                    <a:pt x="0" y="1094816"/>
                  </a:lnTo>
                  <a:lnTo>
                    <a:pt x="68300" y="1094816"/>
                  </a:lnTo>
                  <a:lnTo>
                    <a:pt x="68300" y="1026414"/>
                  </a:lnTo>
                  <a:lnTo>
                    <a:pt x="68300" y="958024"/>
                  </a:lnTo>
                  <a:lnTo>
                    <a:pt x="68300" y="889622"/>
                  </a:lnTo>
                  <a:close/>
                </a:path>
                <a:path w="68579" h="1231900">
                  <a:moveTo>
                    <a:pt x="68300" y="684352"/>
                  </a:moveTo>
                  <a:lnTo>
                    <a:pt x="0" y="684352"/>
                  </a:lnTo>
                  <a:lnTo>
                    <a:pt x="0" y="752754"/>
                  </a:lnTo>
                  <a:lnTo>
                    <a:pt x="0" y="821143"/>
                  </a:lnTo>
                  <a:lnTo>
                    <a:pt x="0" y="889546"/>
                  </a:lnTo>
                  <a:lnTo>
                    <a:pt x="68300" y="889546"/>
                  </a:lnTo>
                  <a:lnTo>
                    <a:pt x="68300" y="821143"/>
                  </a:lnTo>
                  <a:lnTo>
                    <a:pt x="68300" y="752754"/>
                  </a:lnTo>
                  <a:lnTo>
                    <a:pt x="68300" y="684352"/>
                  </a:lnTo>
                  <a:close/>
                </a:path>
                <a:path w="68579" h="1231900">
                  <a:moveTo>
                    <a:pt x="68300" y="410616"/>
                  </a:moveTo>
                  <a:lnTo>
                    <a:pt x="0" y="410616"/>
                  </a:lnTo>
                  <a:lnTo>
                    <a:pt x="0" y="479082"/>
                  </a:lnTo>
                  <a:lnTo>
                    <a:pt x="0" y="547484"/>
                  </a:lnTo>
                  <a:lnTo>
                    <a:pt x="0" y="615886"/>
                  </a:lnTo>
                  <a:lnTo>
                    <a:pt x="0" y="684276"/>
                  </a:lnTo>
                  <a:lnTo>
                    <a:pt x="68300" y="684276"/>
                  </a:lnTo>
                  <a:lnTo>
                    <a:pt x="68300" y="615886"/>
                  </a:lnTo>
                  <a:lnTo>
                    <a:pt x="68300" y="547484"/>
                  </a:lnTo>
                  <a:lnTo>
                    <a:pt x="68300" y="479082"/>
                  </a:lnTo>
                  <a:lnTo>
                    <a:pt x="68300" y="410616"/>
                  </a:lnTo>
                  <a:close/>
                </a:path>
                <a:path w="68579" h="1231900">
                  <a:moveTo>
                    <a:pt x="68300" y="273735"/>
                  </a:moveTo>
                  <a:lnTo>
                    <a:pt x="0" y="273735"/>
                  </a:lnTo>
                  <a:lnTo>
                    <a:pt x="0" y="342138"/>
                  </a:lnTo>
                  <a:lnTo>
                    <a:pt x="0" y="410540"/>
                  </a:lnTo>
                  <a:lnTo>
                    <a:pt x="68300" y="410540"/>
                  </a:lnTo>
                  <a:lnTo>
                    <a:pt x="68300" y="342138"/>
                  </a:lnTo>
                  <a:lnTo>
                    <a:pt x="68300" y="273735"/>
                  </a:lnTo>
                  <a:close/>
                </a:path>
                <a:path w="68579" h="1231900">
                  <a:moveTo>
                    <a:pt x="68300" y="68465"/>
                  </a:moveTo>
                  <a:lnTo>
                    <a:pt x="0" y="68465"/>
                  </a:ln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lnTo>
                    <a:pt x="68300" y="68465"/>
                  </a:lnTo>
                  <a:close/>
                </a:path>
                <a:path w="68579" h="1231900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8" name="object 467"/>
            <p:cNvSpPr/>
            <p:nvPr/>
          </p:nvSpPr>
          <p:spPr>
            <a:xfrm>
              <a:off x="9508320" y="17402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9" name="object 468"/>
            <p:cNvSpPr/>
            <p:nvPr/>
          </p:nvSpPr>
          <p:spPr>
            <a:xfrm>
              <a:off x="9508320" y="167184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0" name="object 22"/>
          <p:cNvGrpSpPr/>
          <p:nvPr/>
        </p:nvGrpSpPr>
        <p:grpSpPr>
          <a:xfrm>
            <a:off x="11148120" y="3108600"/>
            <a:ext cx="68400" cy="205560"/>
            <a:chOff x="11148120" y="3108600"/>
            <a:chExt cx="68400" cy="205560"/>
          </a:xfrm>
        </p:grpSpPr>
        <p:sp>
          <p:nvSpPr>
            <p:cNvPr id="1361" name="object 23"/>
            <p:cNvSpPr/>
            <p:nvPr/>
          </p:nvSpPr>
          <p:spPr>
            <a:xfrm>
              <a:off x="111481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2" name="object 24"/>
            <p:cNvSpPr/>
            <p:nvPr/>
          </p:nvSpPr>
          <p:spPr>
            <a:xfrm>
              <a:off x="111481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3" name="object 25"/>
            <p:cNvSpPr/>
            <p:nvPr/>
          </p:nvSpPr>
          <p:spPr>
            <a:xfrm>
              <a:off x="1114812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4" name="object 34"/>
          <p:cNvGrpSpPr/>
          <p:nvPr/>
        </p:nvGrpSpPr>
        <p:grpSpPr>
          <a:xfrm>
            <a:off x="11080080" y="3108600"/>
            <a:ext cx="68400" cy="205560"/>
            <a:chOff x="11080080" y="3108600"/>
            <a:chExt cx="68400" cy="205560"/>
          </a:xfrm>
        </p:grpSpPr>
        <p:sp>
          <p:nvSpPr>
            <p:cNvPr id="1365" name="object 35"/>
            <p:cNvSpPr/>
            <p:nvPr/>
          </p:nvSpPr>
          <p:spPr>
            <a:xfrm>
              <a:off x="1108008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6" name="object 36"/>
            <p:cNvSpPr/>
            <p:nvPr/>
          </p:nvSpPr>
          <p:spPr>
            <a:xfrm>
              <a:off x="1108008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7" name="object 37"/>
            <p:cNvSpPr/>
            <p:nvPr/>
          </p:nvSpPr>
          <p:spPr>
            <a:xfrm>
              <a:off x="1108008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8" name="object 48"/>
          <p:cNvGrpSpPr/>
          <p:nvPr/>
        </p:nvGrpSpPr>
        <p:grpSpPr>
          <a:xfrm>
            <a:off x="11011680" y="3108600"/>
            <a:ext cx="68400" cy="205560"/>
            <a:chOff x="11011680" y="3108600"/>
            <a:chExt cx="68400" cy="205560"/>
          </a:xfrm>
        </p:grpSpPr>
        <p:sp>
          <p:nvSpPr>
            <p:cNvPr id="1369" name="object 49"/>
            <p:cNvSpPr/>
            <p:nvPr/>
          </p:nvSpPr>
          <p:spPr>
            <a:xfrm>
              <a:off x="1101168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0" name="object 50"/>
            <p:cNvSpPr/>
            <p:nvPr/>
          </p:nvSpPr>
          <p:spPr>
            <a:xfrm>
              <a:off x="1101168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1" name="object 51"/>
            <p:cNvSpPr/>
            <p:nvPr/>
          </p:nvSpPr>
          <p:spPr>
            <a:xfrm>
              <a:off x="1101168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2" name="object 63"/>
          <p:cNvGrpSpPr/>
          <p:nvPr/>
        </p:nvGrpSpPr>
        <p:grpSpPr>
          <a:xfrm>
            <a:off x="10943280" y="3108600"/>
            <a:ext cx="68400" cy="205560"/>
            <a:chOff x="10943280" y="3108600"/>
            <a:chExt cx="68400" cy="205560"/>
          </a:xfrm>
        </p:grpSpPr>
        <p:sp>
          <p:nvSpPr>
            <p:cNvPr id="1373" name="object 64"/>
            <p:cNvSpPr/>
            <p:nvPr/>
          </p:nvSpPr>
          <p:spPr>
            <a:xfrm>
              <a:off x="1094328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4" name="object 65"/>
            <p:cNvSpPr/>
            <p:nvPr/>
          </p:nvSpPr>
          <p:spPr>
            <a:xfrm>
              <a:off x="1094328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5" name="object 66"/>
            <p:cNvSpPr/>
            <p:nvPr/>
          </p:nvSpPr>
          <p:spPr>
            <a:xfrm>
              <a:off x="1094328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6" name="object 81"/>
          <p:cNvGrpSpPr/>
          <p:nvPr/>
        </p:nvGrpSpPr>
        <p:grpSpPr>
          <a:xfrm>
            <a:off x="10874880" y="3108600"/>
            <a:ext cx="68400" cy="205560"/>
            <a:chOff x="10874880" y="3108600"/>
            <a:chExt cx="68400" cy="205560"/>
          </a:xfrm>
        </p:grpSpPr>
        <p:sp>
          <p:nvSpPr>
            <p:cNvPr id="1377" name="object 82"/>
            <p:cNvSpPr/>
            <p:nvPr/>
          </p:nvSpPr>
          <p:spPr>
            <a:xfrm>
              <a:off x="1087488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8" name="object 83"/>
            <p:cNvSpPr/>
            <p:nvPr/>
          </p:nvSpPr>
          <p:spPr>
            <a:xfrm>
              <a:off x="1087488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9" name="object 84"/>
            <p:cNvSpPr/>
            <p:nvPr/>
          </p:nvSpPr>
          <p:spPr>
            <a:xfrm>
              <a:off x="1087488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0" name="object 99"/>
          <p:cNvGrpSpPr/>
          <p:nvPr/>
        </p:nvGrpSpPr>
        <p:grpSpPr>
          <a:xfrm>
            <a:off x="10806480" y="3108600"/>
            <a:ext cx="68400" cy="205560"/>
            <a:chOff x="10806480" y="3108600"/>
            <a:chExt cx="68400" cy="205560"/>
          </a:xfrm>
        </p:grpSpPr>
        <p:sp>
          <p:nvSpPr>
            <p:cNvPr id="1381" name="object 100"/>
            <p:cNvSpPr/>
            <p:nvPr/>
          </p:nvSpPr>
          <p:spPr>
            <a:xfrm>
              <a:off x="1080648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2" name="object 101"/>
            <p:cNvSpPr/>
            <p:nvPr/>
          </p:nvSpPr>
          <p:spPr>
            <a:xfrm>
              <a:off x="1080648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3" name="object 102"/>
            <p:cNvSpPr/>
            <p:nvPr/>
          </p:nvSpPr>
          <p:spPr>
            <a:xfrm>
              <a:off x="1080648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4" name="object 118"/>
          <p:cNvGrpSpPr/>
          <p:nvPr/>
        </p:nvGrpSpPr>
        <p:grpSpPr>
          <a:xfrm>
            <a:off x="10738440" y="3108600"/>
            <a:ext cx="68400" cy="205560"/>
            <a:chOff x="10738440" y="3108600"/>
            <a:chExt cx="68400" cy="205560"/>
          </a:xfrm>
        </p:grpSpPr>
        <p:sp>
          <p:nvSpPr>
            <p:cNvPr id="1385" name="object 119"/>
            <p:cNvSpPr/>
            <p:nvPr/>
          </p:nvSpPr>
          <p:spPr>
            <a:xfrm>
              <a:off x="1073844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6" name="object 120"/>
            <p:cNvSpPr/>
            <p:nvPr/>
          </p:nvSpPr>
          <p:spPr>
            <a:xfrm>
              <a:off x="1073844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7" name="object 121"/>
            <p:cNvSpPr/>
            <p:nvPr/>
          </p:nvSpPr>
          <p:spPr>
            <a:xfrm>
              <a:off x="1073844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88" name="object 21"/>
          <p:cNvSpPr/>
          <p:nvPr/>
        </p:nvSpPr>
        <p:spPr>
          <a:xfrm>
            <a:off x="11148120" y="3587760"/>
            <a:ext cx="68400" cy="205560"/>
          </a:xfrm>
          <a:custGeom>
            <a:avLst/>
            <a:gdLst>
              <a:gd name="textAreaLeft" fmla="*/ 0 w 68400"/>
              <a:gd name="textAreaRight" fmla="*/ 68760 w 68400"/>
              <a:gd name="textAreaTop" fmla="*/ 0 h 205560"/>
              <a:gd name="textAreaBottom" fmla="*/ 205920 h 205560"/>
            </a:gdLst>
            <a:ahLst/>
            <a:rect l="textAreaLeft" t="textAreaTop" r="textAreaRight" b="textAreaBottom"/>
            <a:pathLst>
              <a:path w="68579" h="205739">
                <a:moveTo>
                  <a:pt x="68313" y="68478"/>
                </a:moveTo>
                <a:lnTo>
                  <a:pt x="0" y="68478"/>
                </a:lnTo>
                <a:lnTo>
                  <a:pt x="0" y="136880"/>
                </a:lnTo>
                <a:lnTo>
                  <a:pt x="0" y="205270"/>
                </a:lnTo>
                <a:lnTo>
                  <a:pt x="68313" y="205270"/>
                </a:lnTo>
                <a:lnTo>
                  <a:pt x="68313" y="136880"/>
                </a:lnTo>
                <a:lnTo>
                  <a:pt x="68313" y="68478"/>
                </a:lnTo>
                <a:close/>
              </a:path>
              <a:path w="68579" h="205739">
                <a:moveTo>
                  <a:pt x="68313" y="0"/>
                </a:moveTo>
                <a:lnTo>
                  <a:pt x="0" y="0"/>
                </a:lnTo>
                <a:lnTo>
                  <a:pt x="0" y="68402"/>
                </a:lnTo>
                <a:lnTo>
                  <a:pt x="68313" y="68402"/>
                </a:lnTo>
                <a:lnTo>
                  <a:pt x="6831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89" name="object 30"/>
          <p:cNvGrpSpPr/>
          <p:nvPr/>
        </p:nvGrpSpPr>
        <p:grpSpPr>
          <a:xfrm>
            <a:off x="11080080" y="3519360"/>
            <a:ext cx="68400" cy="342000"/>
            <a:chOff x="11080080" y="3519360"/>
            <a:chExt cx="68400" cy="342000"/>
          </a:xfrm>
        </p:grpSpPr>
        <p:sp>
          <p:nvSpPr>
            <p:cNvPr id="1390" name="object 31"/>
            <p:cNvSpPr/>
            <p:nvPr/>
          </p:nvSpPr>
          <p:spPr>
            <a:xfrm>
              <a:off x="11080080" y="3792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1" name="object 32"/>
            <p:cNvSpPr/>
            <p:nvPr/>
          </p:nvSpPr>
          <p:spPr>
            <a:xfrm>
              <a:off x="11080080" y="358776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39">
                  <a:moveTo>
                    <a:pt x="68300" y="68478"/>
                  </a:moveTo>
                  <a:lnTo>
                    <a:pt x="0" y="68478"/>
                  </a:lnTo>
                  <a:lnTo>
                    <a:pt x="0" y="136880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80"/>
                  </a:lnTo>
                  <a:lnTo>
                    <a:pt x="68300" y="68478"/>
                  </a:lnTo>
                  <a:close/>
                </a:path>
                <a:path w="68579" h="205739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2" name="object 33"/>
            <p:cNvSpPr/>
            <p:nvPr/>
          </p:nvSpPr>
          <p:spPr>
            <a:xfrm>
              <a:off x="11080080" y="35193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93" name="object 45"/>
          <p:cNvGrpSpPr/>
          <p:nvPr/>
        </p:nvGrpSpPr>
        <p:grpSpPr>
          <a:xfrm>
            <a:off x="11011680" y="3519360"/>
            <a:ext cx="68400" cy="342000"/>
            <a:chOff x="11011680" y="3519360"/>
            <a:chExt cx="68400" cy="342000"/>
          </a:xfrm>
        </p:grpSpPr>
        <p:sp>
          <p:nvSpPr>
            <p:cNvPr id="1394" name="object 46"/>
            <p:cNvSpPr/>
            <p:nvPr/>
          </p:nvSpPr>
          <p:spPr>
            <a:xfrm>
              <a:off x="11011680" y="3792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5" name="object 47"/>
            <p:cNvSpPr/>
            <p:nvPr/>
          </p:nvSpPr>
          <p:spPr>
            <a:xfrm>
              <a:off x="11011680" y="351936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7368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96" name="object 59"/>
          <p:cNvGrpSpPr/>
          <p:nvPr/>
        </p:nvGrpSpPr>
        <p:grpSpPr>
          <a:xfrm>
            <a:off x="10943280" y="3450960"/>
            <a:ext cx="68400" cy="410400"/>
            <a:chOff x="10943280" y="3450960"/>
            <a:chExt cx="68400" cy="410400"/>
          </a:xfrm>
        </p:grpSpPr>
        <p:sp>
          <p:nvSpPr>
            <p:cNvPr id="1397" name="object 60"/>
            <p:cNvSpPr/>
            <p:nvPr/>
          </p:nvSpPr>
          <p:spPr>
            <a:xfrm>
              <a:off x="10943280" y="3792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8" name="object 61"/>
            <p:cNvSpPr/>
            <p:nvPr/>
          </p:nvSpPr>
          <p:spPr>
            <a:xfrm>
              <a:off x="10943280" y="358776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39">
                  <a:moveTo>
                    <a:pt x="68313" y="68478"/>
                  </a:moveTo>
                  <a:lnTo>
                    <a:pt x="0" y="68478"/>
                  </a:lnTo>
                  <a:lnTo>
                    <a:pt x="0" y="136880"/>
                  </a:lnTo>
                  <a:lnTo>
                    <a:pt x="0" y="205270"/>
                  </a:lnTo>
                  <a:lnTo>
                    <a:pt x="68313" y="205270"/>
                  </a:lnTo>
                  <a:lnTo>
                    <a:pt x="68313" y="136880"/>
                  </a:lnTo>
                  <a:lnTo>
                    <a:pt x="68313" y="68478"/>
                  </a:lnTo>
                  <a:close/>
                </a:path>
                <a:path w="68579" h="205739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9" name="object 62"/>
            <p:cNvSpPr/>
            <p:nvPr/>
          </p:nvSpPr>
          <p:spPr>
            <a:xfrm>
              <a:off x="10943280" y="345096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13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402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00" name="object 76"/>
          <p:cNvGrpSpPr/>
          <p:nvPr/>
        </p:nvGrpSpPr>
        <p:grpSpPr>
          <a:xfrm>
            <a:off x="10874880" y="3450960"/>
            <a:ext cx="68400" cy="478800"/>
            <a:chOff x="10874880" y="3450960"/>
            <a:chExt cx="68400" cy="478800"/>
          </a:xfrm>
        </p:grpSpPr>
        <p:sp>
          <p:nvSpPr>
            <p:cNvPr id="1401" name="object 77"/>
            <p:cNvSpPr/>
            <p:nvPr/>
          </p:nvSpPr>
          <p:spPr>
            <a:xfrm>
              <a:off x="10874880" y="38613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7"/>
                  </a:moveTo>
                  <a:lnTo>
                    <a:pt x="0" y="68397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2" name="object 78"/>
            <p:cNvSpPr/>
            <p:nvPr/>
          </p:nvSpPr>
          <p:spPr>
            <a:xfrm>
              <a:off x="10874880" y="3792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3" name="object 79"/>
            <p:cNvSpPr/>
            <p:nvPr/>
          </p:nvSpPr>
          <p:spPr>
            <a:xfrm>
              <a:off x="10874880" y="351936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7368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4" name="object 80"/>
            <p:cNvSpPr/>
            <p:nvPr/>
          </p:nvSpPr>
          <p:spPr>
            <a:xfrm>
              <a:off x="1087488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05" name="object 94"/>
          <p:cNvGrpSpPr/>
          <p:nvPr/>
        </p:nvGrpSpPr>
        <p:grpSpPr>
          <a:xfrm>
            <a:off x="10806480" y="3450960"/>
            <a:ext cx="68400" cy="478800"/>
            <a:chOff x="10806480" y="3450960"/>
            <a:chExt cx="68400" cy="478800"/>
          </a:xfrm>
        </p:grpSpPr>
        <p:sp>
          <p:nvSpPr>
            <p:cNvPr id="1406" name="object 95"/>
            <p:cNvSpPr/>
            <p:nvPr/>
          </p:nvSpPr>
          <p:spPr>
            <a:xfrm>
              <a:off x="10806480" y="38613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7"/>
                  </a:moveTo>
                  <a:lnTo>
                    <a:pt x="0" y="68397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7" name="object 96"/>
            <p:cNvSpPr/>
            <p:nvPr/>
          </p:nvSpPr>
          <p:spPr>
            <a:xfrm>
              <a:off x="10806480" y="3792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8" name="object 97"/>
            <p:cNvSpPr/>
            <p:nvPr/>
          </p:nvSpPr>
          <p:spPr>
            <a:xfrm>
              <a:off x="10806480" y="351936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7368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9" name="object 98"/>
            <p:cNvSpPr/>
            <p:nvPr/>
          </p:nvSpPr>
          <p:spPr>
            <a:xfrm>
              <a:off x="1080648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10" name="object 115"/>
          <p:cNvGrpSpPr/>
          <p:nvPr/>
        </p:nvGrpSpPr>
        <p:grpSpPr>
          <a:xfrm>
            <a:off x="10738080" y="3450960"/>
            <a:ext cx="68760" cy="341640"/>
            <a:chOff x="10738080" y="3450960"/>
            <a:chExt cx="68760" cy="341640"/>
          </a:xfrm>
        </p:grpSpPr>
        <p:sp>
          <p:nvSpPr>
            <p:cNvPr id="1411" name="object 116"/>
            <p:cNvSpPr/>
            <p:nvPr/>
          </p:nvSpPr>
          <p:spPr>
            <a:xfrm>
              <a:off x="10738080" y="351936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13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close/>
                </a:path>
                <a:path w="68579" h="273685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2" name="object 117"/>
            <p:cNvSpPr/>
            <p:nvPr/>
          </p:nvSpPr>
          <p:spPr>
            <a:xfrm>
              <a:off x="1073844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13" name="object 138"/>
          <p:cNvGrpSpPr/>
          <p:nvPr/>
        </p:nvGrpSpPr>
        <p:grpSpPr>
          <a:xfrm>
            <a:off x="10670040" y="3108600"/>
            <a:ext cx="68400" cy="684000"/>
            <a:chOff x="10670040" y="3108600"/>
            <a:chExt cx="68400" cy="684000"/>
          </a:xfrm>
        </p:grpSpPr>
        <p:sp>
          <p:nvSpPr>
            <p:cNvPr id="1414" name="object 139"/>
            <p:cNvSpPr/>
            <p:nvPr/>
          </p:nvSpPr>
          <p:spPr>
            <a:xfrm>
              <a:off x="10670040" y="3519360"/>
              <a:ext cx="68400" cy="273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3240"/>
                <a:gd name="textAreaBottom" fmla="*/ 273600 h 273240"/>
              </a:gdLst>
              <a:ahLst/>
              <a:rect l="textAreaLeft" t="textAreaTop" r="textAreaRight" b="textAreaBottom"/>
              <a:pathLst>
                <a:path w="68579" h="27368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7368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5" name="object 140"/>
            <p:cNvSpPr/>
            <p:nvPr/>
          </p:nvSpPr>
          <p:spPr>
            <a:xfrm>
              <a:off x="1067004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6" name="object 141"/>
            <p:cNvSpPr/>
            <p:nvPr/>
          </p:nvSpPr>
          <p:spPr>
            <a:xfrm>
              <a:off x="10670040" y="324576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39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0" y="205193"/>
                  </a:lnTo>
                  <a:lnTo>
                    <a:pt x="68300" y="205193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7" name="object 142"/>
            <p:cNvSpPr/>
            <p:nvPr/>
          </p:nvSpPr>
          <p:spPr>
            <a:xfrm>
              <a:off x="1067004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8" name="object 143"/>
            <p:cNvSpPr/>
            <p:nvPr/>
          </p:nvSpPr>
          <p:spPr>
            <a:xfrm>
              <a:off x="1067004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9" name="object 162"/>
          <p:cNvGrpSpPr/>
          <p:nvPr/>
        </p:nvGrpSpPr>
        <p:grpSpPr>
          <a:xfrm>
            <a:off x="10601640" y="3108600"/>
            <a:ext cx="68400" cy="684360"/>
            <a:chOff x="10601640" y="3108600"/>
            <a:chExt cx="68400" cy="684360"/>
          </a:xfrm>
        </p:grpSpPr>
        <p:sp>
          <p:nvSpPr>
            <p:cNvPr id="1420" name="object 163"/>
            <p:cNvSpPr/>
            <p:nvPr/>
          </p:nvSpPr>
          <p:spPr>
            <a:xfrm>
              <a:off x="10601640" y="3450960"/>
              <a:ext cx="68400" cy="342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68579" h="342264">
                  <a:moveTo>
                    <a:pt x="68300" y="205270"/>
                  </a:moveTo>
                  <a:lnTo>
                    <a:pt x="0" y="205270"/>
                  </a:lnTo>
                  <a:lnTo>
                    <a:pt x="0" y="273672"/>
                  </a:lnTo>
                  <a:lnTo>
                    <a:pt x="0" y="342061"/>
                  </a:lnTo>
                  <a:lnTo>
                    <a:pt x="68300" y="342061"/>
                  </a:lnTo>
                  <a:lnTo>
                    <a:pt x="68300" y="273672"/>
                  </a:lnTo>
                  <a:lnTo>
                    <a:pt x="68300" y="205270"/>
                  </a:lnTo>
                  <a:close/>
                </a:path>
                <a:path w="68579" h="342264">
                  <a:moveTo>
                    <a:pt x="68300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0" y="136791"/>
                  </a:lnTo>
                  <a:lnTo>
                    <a:pt x="0" y="205193"/>
                  </a:lnTo>
                  <a:lnTo>
                    <a:pt x="68300" y="205193"/>
                  </a:lnTo>
                  <a:lnTo>
                    <a:pt x="68300" y="136791"/>
                  </a:lnTo>
                  <a:lnTo>
                    <a:pt x="68300" y="68402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1" name="object 164"/>
            <p:cNvSpPr/>
            <p:nvPr/>
          </p:nvSpPr>
          <p:spPr>
            <a:xfrm>
              <a:off x="10601640" y="3314160"/>
              <a:ext cx="68400" cy="1368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36800"/>
                <a:gd name="textAreaBottom" fmla="*/ 137160 h 136800"/>
              </a:gdLst>
              <a:ahLst/>
              <a:rect l="textAreaLeft" t="textAreaTop" r="textAreaRight" b="textAreaBottom"/>
              <a:pathLst>
                <a:path w="68579" h="137160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2" name="object 165"/>
            <p:cNvSpPr/>
            <p:nvPr/>
          </p:nvSpPr>
          <p:spPr>
            <a:xfrm>
              <a:off x="1060164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3" name="object 166"/>
            <p:cNvSpPr/>
            <p:nvPr/>
          </p:nvSpPr>
          <p:spPr>
            <a:xfrm>
              <a:off x="1060164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4" name="object 167"/>
            <p:cNvSpPr/>
            <p:nvPr/>
          </p:nvSpPr>
          <p:spPr>
            <a:xfrm>
              <a:off x="1060164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5" name="object 185"/>
          <p:cNvGrpSpPr/>
          <p:nvPr/>
        </p:nvGrpSpPr>
        <p:grpSpPr>
          <a:xfrm>
            <a:off x="10533240" y="3108600"/>
            <a:ext cx="68400" cy="684720"/>
            <a:chOff x="10533240" y="3108600"/>
            <a:chExt cx="68400" cy="684720"/>
          </a:xfrm>
        </p:grpSpPr>
        <p:sp>
          <p:nvSpPr>
            <p:cNvPr id="1426" name="object 186"/>
            <p:cNvSpPr/>
            <p:nvPr/>
          </p:nvSpPr>
          <p:spPr>
            <a:xfrm>
              <a:off x="10533240" y="331416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13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13" y="478929"/>
                  </a:lnTo>
                  <a:lnTo>
                    <a:pt x="68313" y="410540"/>
                  </a:lnTo>
                  <a:lnTo>
                    <a:pt x="68313" y="342138"/>
                  </a:lnTo>
                  <a:close/>
                </a:path>
                <a:path w="68579" h="479425">
                  <a:moveTo>
                    <a:pt x="68313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13" y="342061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close/>
                </a:path>
                <a:path w="68579" h="479425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7" name="object 187"/>
            <p:cNvSpPr/>
            <p:nvPr/>
          </p:nvSpPr>
          <p:spPr>
            <a:xfrm>
              <a:off x="1053324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8" name="object 188"/>
            <p:cNvSpPr/>
            <p:nvPr/>
          </p:nvSpPr>
          <p:spPr>
            <a:xfrm>
              <a:off x="1053324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9" name="object 189"/>
            <p:cNvSpPr/>
            <p:nvPr/>
          </p:nvSpPr>
          <p:spPr>
            <a:xfrm>
              <a:off x="1053324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0" name="object 206"/>
          <p:cNvGrpSpPr/>
          <p:nvPr/>
        </p:nvGrpSpPr>
        <p:grpSpPr>
          <a:xfrm>
            <a:off x="10464840" y="3108600"/>
            <a:ext cx="68400" cy="684720"/>
            <a:chOff x="10464840" y="3108600"/>
            <a:chExt cx="68400" cy="684720"/>
          </a:xfrm>
        </p:grpSpPr>
        <p:sp>
          <p:nvSpPr>
            <p:cNvPr id="1431" name="object 207"/>
            <p:cNvSpPr/>
            <p:nvPr/>
          </p:nvSpPr>
          <p:spPr>
            <a:xfrm>
              <a:off x="10464840" y="331416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00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00" y="478929"/>
                  </a:lnTo>
                  <a:lnTo>
                    <a:pt x="68300" y="410540"/>
                  </a:lnTo>
                  <a:lnTo>
                    <a:pt x="68300" y="342138"/>
                  </a:lnTo>
                  <a:close/>
                </a:path>
                <a:path w="68579" h="47942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00" y="342061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47942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2" name="object 208"/>
            <p:cNvSpPr/>
            <p:nvPr/>
          </p:nvSpPr>
          <p:spPr>
            <a:xfrm>
              <a:off x="1046484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3" name="object 209"/>
            <p:cNvSpPr/>
            <p:nvPr/>
          </p:nvSpPr>
          <p:spPr>
            <a:xfrm>
              <a:off x="1046484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4" name="object 210"/>
            <p:cNvSpPr/>
            <p:nvPr/>
          </p:nvSpPr>
          <p:spPr>
            <a:xfrm>
              <a:off x="1046484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5" name="object 227"/>
          <p:cNvGrpSpPr/>
          <p:nvPr/>
        </p:nvGrpSpPr>
        <p:grpSpPr>
          <a:xfrm>
            <a:off x="10396440" y="3108600"/>
            <a:ext cx="68400" cy="684720"/>
            <a:chOff x="10396440" y="3108600"/>
            <a:chExt cx="68400" cy="684720"/>
          </a:xfrm>
        </p:grpSpPr>
        <p:sp>
          <p:nvSpPr>
            <p:cNvPr id="1436" name="object 228"/>
            <p:cNvSpPr/>
            <p:nvPr/>
          </p:nvSpPr>
          <p:spPr>
            <a:xfrm>
              <a:off x="10396440" y="331416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00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00" y="478929"/>
                  </a:lnTo>
                  <a:lnTo>
                    <a:pt x="68300" y="410540"/>
                  </a:lnTo>
                  <a:lnTo>
                    <a:pt x="68300" y="342138"/>
                  </a:lnTo>
                  <a:close/>
                </a:path>
                <a:path w="68579" h="47942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00" y="342061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47942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7" name="object 229"/>
            <p:cNvSpPr/>
            <p:nvPr/>
          </p:nvSpPr>
          <p:spPr>
            <a:xfrm>
              <a:off x="1039644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8" name="object 230"/>
            <p:cNvSpPr/>
            <p:nvPr/>
          </p:nvSpPr>
          <p:spPr>
            <a:xfrm>
              <a:off x="1039644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9" name="object 231"/>
            <p:cNvSpPr/>
            <p:nvPr/>
          </p:nvSpPr>
          <p:spPr>
            <a:xfrm>
              <a:off x="1039644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0" name="object 247"/>
          <p:cNvGrpSpPr/>
          <p:nvPr/>
        </p:nvGrpSpPr>
        <p:grpSpPr>
          <a:xfrm>
            <a:off x="10328400" y="3108600"/>
            <a:ext cx="68400" cy="684720"/>
            <a:chOff x="10328400" y="3108600"/>
            <a:chExt cx="68400" cy="684720"/>
          </a:xfrm>
        </p:grpSpPr>
        <p:sp>
          <p:nvSpPr>
            <p:cNvPr id="1441" name="object 248"/>
            <p:cNvSpPr/>
            <p:nvPr/>
          </p:nvSpPr>
          <p:spPr>
            <a:xfrm>
              <a:off x="10328400" y="331416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13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13" y="478929"/>
                  </a:lnTo>
                  <a:lnTo>
                    <a:pt x="68313" y="410540"/>
                  </a:lnTo>
                  <a:lnTo>
                    <a:pt x="68313" y="342138"/>
                  </a:lnTo>
                  <a:close/>
                </a:path>
                <a:path w="68579" h="479425">
                  <a:moveTo>
                    <a:pt x="68313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13" y="342061"/>
                  </a:lnTo>
                  <a:lnTo>
                    <a:pt x="68313" y="273659"/>
                  </a:lnTo>
                  <a:lnTo>
                    <a:pt x="68313" y="205270"/>
                  </a:lnTo>
                  <a:lnTo>
                    <a:pt x="68313" y="136867"/>
                  </a:lnTo>
                  <a:close/>
                </a:path>
                <a:path w="68579" h="479425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13" y="136791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2" name="object 249"/>
            <p:cNvSpPr/>
            <p:nvPr/>
          </p:nvSpPr>
          <p:spPr>
            <a:xfrm>
              <a:off x="1032840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3" name="object 250"/>
            <p:cNvSpPr/>
            <p:nvPr/>
          </p:nvSpPr>
          <p:spPr>
            <a:xfrm>
              <a:off x="1032840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4" name="object 251"/>
            <p:cNvSpPr/>
            <p:nvPr/>
          </p:nvSpPr>
          <p:spPr>
            <a:xfrm>
              <a:off x="1032840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5" name="object 268"/>
          <p:cNvGrpSpPr/>
          <p:nvPr/>
        </p:nvGrpSpPr>
        <p:grpSpPr>
          <a:xfrm>
            <a:off x="10260000" y="3108600"/>
            <a:ext cx="68400" cy="684720"/>
            <a:chOff x="10260000" y="3108600"/>
            <a:chExt cx="68400" cy="684720"/>
          </a:xfrm>
        </p:grpSpPr>
        <p:sp>
          <p:nvSpPr>
            <p:cNvPr id="1446" name="object 269"/>
            <p:cNvSpPr/>
            <p:nvPr/>
          </p:nvSpPr>
          <p:spPr>
            <a:xfrm>
              <a:off x="10260000" y="331416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00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00" y="478929"/>
                  </a:lnTo>
                  <a:lnTo>
                    <a:pt x="68300" y="410540"/>
                  </a:lnTo>
                  <a:lnTo>
                    <a:pt x="68300" y="342138"/>
                  </a:lnTo>
                  <a:close/>
                </a:path>
                <a:path w="68579" h="479425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00" y="342061"/>
                  </a:lnTo>
                  <a:lnTo>
                    <a:pt x="68300" y="273659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479425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7" name="object 270"/>
            <p:cNvSpPr/>
            <p:nvPr/>
          </p:nvSpPr>
          <p:spPr>
            <a:xfrm>
              <a:off x="1026000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8" name="object 271"/>
            <p:cNvSpPr/>
            <p:nvPr/>
          </p:nvSpPr>
          <p:spPr>
            <a:xfrm>
              <a:off x="1026000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9" name="object 272"/>
            <p:cNvSpPr/>
            <p:nvPr/>
          </p:nvSpPr>
          <p:spPr>
            <a:xfrm>
              <a:off x="1026000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0" name="object 286"/>
          <p:cNvGrpSpPr/>
          <p:nvPr/>
        </p:nvGrpSpPr>
        <p:grpSpPr>
          <a:xfrm>
            <a:off x="10191600" y="3108600"/>
            <a:ext cx="68400" cy="684720"/>
            <a:chOff x="10191600" y="3108600"/>
            <a:chExt cx="68400" cy="684720"/>
          </a:xfrm>
        </p:grpSpPr>
        <p:sp>
          <p:nvSpPr>
            <p:cNvPr id="1451" name="object 287"/>
            <p:cNvSpPr/>
            <p:nvPr/>
          </p:nvSpPr>
          <p:spPr>
            <a:xfrm>
              <a:off x="10191600" y="3314160"/>
              <a:ext cx="68400" cy="479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w="68579" h="479425">
                  <a:moveTo>
                    <a:pt x="68376" y="342138"/>
                  </a:moveTo>
                  <a:lnTo>
                    <a:pt x="0" y="342138"/>
                  </a:lnTo>
                  <a:lnTo>
                    <a:pt x="0" y="410540"/>
                  </a:lnTo>
                  <a:lnTo>
                    <a:pt x="0" y="478929"/>
                  </a:lnTo>
                  <a:lnTo>
                    <a:pt x="68376" y="478929"/>
                  </a:lnTo>
                  <a:lnTo>
                    <a:pt x="68376" y="410540"/>
                  </a:lnTo>
                  <a:lnTo>
                    <a:pt x="68376" y="342138"/>
                  </a:lnTo>
                  <a:close/>
                </a:path>
                <a:path w="68579" h="479425">
                  <a:moveTo>
                    <a:pt x="68376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68376" y="342061"/>
                  </a:lnTo>
                  <a:lnTo>
                    <a:pt x="68376" y="273659"/>
                  </a:lnTo>
                  <a:lnTo>
                    <a:pt x="68376" y="205270"/>
                  </a:lnTo>
                  <a:lnTo>
                    <a:pt x="68376" y="136867"/>
                  </a:lnTo>
                  <a:close/>
                </a:path>
                <a:path w="68579" h="479425">
                  <a:moveTo>
                    <a:pt x="68376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76" y="136791"/>
                  </a:lnTo>
                  <a:lnTo>
                    <a:pt x="68376" y="68389"/>
                  </a:lnTo>
                  <a:lnTo>
                    <a:pt x="68376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2" name="object 288"/>
            <p:cNvSpPr/>
            <p:nvPr/>
          </p:nvSpPr>
          <p:spPr>
            <a:xfrm>
              <a:off x="1019160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3" name="object 289"/>
            <p:cNvSpPr/>
            <p:nvPr/>
          </p:nvSpPr>
          <p:spPr>
            <a:xfrm>
              <a:off x="1019160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4" name="object 290"/>
            <p:cNvSpPr/>
            <p:nvPr/>
          </p:nvSpPr>
          <p:spPr>
            <a:xfrm>
              <a:off x="1019160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80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80" y="0"/>
                  </a:lnTo>
                  <a:lnTo>
                    <a:pt x="68380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5" name="object 305"/>
          <p:cNvGrpSpPr/>
          <p:nvPr/>
        </p:nvGrpSpPr>
        <p:grpSpPr>
          <a:xfrm>
            <a:off x="10123200" y="3108600"/>
            <a:ext cx="68400" cy="205560"/>
            <a:chOff x="10123200" y="3108600"/>
            <a:chExt cx="68400" cy="205560"/>
          </a:xfrm>
        </p:grpSpPr>
        <p:sp>
          <p:nvSpPr>
            <p:cNvPr id="1456" name="object 306"/>
            <p:cNvSpPr/>
            <p:nvPr/>
          </p:nvSpPr>
          <p:spPr>
            <a:xfrm>
              <a:off x="1012320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7" name="object 307"/>
            <p:cNvSpPr/>
            <p:nvPr/>
          </p:nvSpPr>
          <p:spPr>
            <a:xfrm>
              <a:off x="1012320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8" name="object 308"/>
            <p:cNvSpPr/>
            <p:nvPr/>
          </p:nvSpPr>
          <p:spPr>
            <a:xfrm>
              <a:off x="1012320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9" name="object 323"/>
          <p:cNvGrpSpPr/>
          <p:nvPr/>
        </p:nvGrpSpPr>
        <p:grpSpPr>
          <a:xfrm>
            <a:off x="10054800" y="3108600"/>
            <a:ext cx="68400" cy="411120"/>
            <a:chOff x="10054800" y="3108600"/>
            <a:chExt cx="68400" cy="411120"/>
          </a:xfrm>
        </p:grpSpPr>
        <p:sp>
          <p:nvSpPr>
            <p:cNvPr id="1460" name="object 324"/>
            <p:cNvSpPr/>
            <p:nvPr/>
          </p:nvSpPr>
          <p:spPr>
            <a:xfrm>
              <a:off x="10054800" y="3314160"/>
              <a:ext cx="68400" cy="205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05560"/>
                <a:gd name="textAreaBottom" fmla="*/ 205920 h 205560"/>
              </a:gdLst>
              <a:ahLst/>
              <a:rect l="textAreaLeft" t="textAreaTop" r="textAreaRight" b="textAreaBottom"/>
              <a:pathLst>
                <a:path w="68579" h="205739">
                  <a:moveTo>
                    <a:pt x="68300" y="136867"/>
                  </a:moveTo>
                  <a:lnTo>
                    <a:pt x="0" y="136867"/>
                  </a:lnTo>
                  <a:lnTo>
                    <a:pt x="0" y="205270"/>
                  </a:lnTo>
                  <a:lnTo>
                    <a:pt x="68300" y="205270"/>
                  </a:lnTo>
                  <a:lnTo>
                    <a:pt x="68300" y="136867"/>
                  </a:lnTo>
                  <a:close/>
                </a:path>
                <a:path w="68579" h="205739">
                  <a:moveTo>
                    <a:pt x="68300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68300" y="136791"/>
                  </a:lnTo>
                  <a:lnTo>
                    <a:pt x="68300" y="68389"/>
                  </a:lnTo>
                  <a:lnTo>
                    <a:pt x="68300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1" name="object 325"/>
            <p:cNvSpPr/>
            <p:nvPr/>
          </p:nvSpPr>
          <p:spPr>
            <a:xfrm>
              <a:off x="1005480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2" name="object 326"/>
            <p:cNvSpPr/>
            <p:nvPr/>
          </p:nvSpPr>
          <p:spPr>
            <a:xfrm>
              <a:off x="1005480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3" name="object 327"/>
            <p:cNvSpPr/>
            <p:nvPr/>
          </p:nvSpPr>
          <p:spPr>
            <a:xfrm>
              <a:off x="1005480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4" name="object 343"/>
          <p:cNvGrpSpPr/>
          <p:nvPr/>
        </p:nvGrpSpPr>
        <p:grpSpPr>
          <a:xfrm>
            <a:off x="9986400" y="3108600"/>
            <a:ext cx="68400" cy="205560"/>
            <a:chOff x="9986400" y="3108600"/>
            <a:chExt cx="68400" cy="205560"/>
          </a:xfrm>
        </p:grpSpPr>
        <p:sp>
          <p:nvSpPr>
            <p:cNvPr id="1465" name="object 344"/>
            <p:cNvSpPr/>
            <p:nvPr/>
          </p:nvSpPr>
          <p:spPr>
            <a:xfrm>
              <a:off x="998640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6" name="object 345"/>
            <p:cNvSpPr/>
            <p:nvPr/>
          </p:nvSpPr>
          <p:spPr>
            <a:xfrm>
              <a:off x="998640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7" name="object 346"/>
            <p:cNvSpPr/>
            <p:nvPr/>
          </p:nvSpPr>
          <p:spPr>
            <a:xfrm>
              <a:off x="998640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8" name="object 364"/>
          <p:cNvGrpSpPr/>
          <p:nvPr/>
        </p:nvGrpSpPr>
        <p:grpSpPr>
          <a:xfrm>
            <a:off x="9918360" y="3108600"/>
            <a:ext cx="68400" cy="205560"/>
            <a:chOff x="9918360" y="3108600"/>
            <a:chExt cx="68400" cy="205560"/>
          </a:xfrm>
        </p:grpSpPr>
        <p:sp>
          <p:nvSpPr>
            <p:cNvPr id="1469" name="object 365"/>
            <p:cNvSpPr/>
            <p:nvPr/>
          </p:nvSpPr>
          <p:spPr>
            <a:xfrm>
              <a:off x="991836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object 366"/>
            <p:cNvSpPr/>
            <p:nvPr/>
          </p:nvSpPr>
          <p:spPr>
            <a:xfrm>
              <a:off x="991836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1" name="object 367"/>
            <p:cNvSpPr/>
            <p:nvPr/>
          </p:nvSpPr>
          <p:spPr>
            <a:xfrm>
              <a:off x="991836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2" name="object 386"/>
          <p:cNvGrpSpPr/>
          <p:nvPr/>
        </p:nvGrpSpPr>
        <p:grpSpPr>
          <a:xfrm>
            <a:off x="9849960" y="3108600"/>
            <a:ext cx="68400" cy="205560"/>
            <a:chOff x="9849960" y="3108600"/>
            <a:chExt cx="68400" cy="205560"/>
          </a:xfrm>
        </p:grpSpPr>
        <p:sp>
          <p:nvSpPr>
            <p:cNvPr id="1473" name="object 387"/>
            <p:cNvSpPr/>
            <p:nvPr/>
          </p:nvSpPr>
          <p:spPr>
            <a:xfrm>
              <a:off x="984996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4" name="object 388"/>
            <p:cNvSpPr/>
            <p:nvPr/>
          </p:nvSpPr>
          <p:spPr>
            <a:xfrm>
              <a:off x="984996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5" name="object 389"/>
            <p:cNvSpPr/>
            <p:nvPr/>
          </p:nvSpPr>
          <p:spPr>
            <a:xfrm>
              <a:off x="984996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6" name="object 405"/>
          <p:cNvGrpSpPr/>
          <p:nvPr/>
        </p:nvGrpSpPr>
        <p:grpSpPr>
          <a:xfrm>
            <a:off x="9781560" y="3108600"/>
            <a:ext cx="68400" cy="205560"/>
            <a:chOff x="9781560" y="3108600"/>
            <a:chExt cx="68400" cy="205560"/>
          </a:xfrm>
        </p:grpSpPr>
        <p:sp>
          <p:nvSpPr>
            <p:cNvPr id="1477" name="object 406"/>
            <p:cNvSpPr/>
            <p:nvPr/>
          </p:nvSpPr>
          <p:spPr>
            <a:xfrm>
              <a:off x="978156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8" name="object 407"/>
            <p:cNvSpPr/>
            <p:nvPr/>
          </p:nvSpPr>
          <p:spPr>
            <a:xfrm>
              <a:off x="978156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9" name="object 408"/>
            <p:cNvSpPr/>
            <p:nvPr/>
          </p:nvSpPr>
          <p:spPr>
            <a:xfrm>
              <a:off x="978156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0" name="object 421"/>
          <p:cNvGrpSpPr/>
          <p:nvPr/>
        </p:nvGrpSpPr>
        <p:grpSpPr>
          <a:xfrm>
            <a:off x="9713160" y="3108600"/>
            <a:ext cx="68400" cy="205560"/>
            <a:chOff x="9713160" y="3108600"/>
            <a:chExt cx="68400" cy="205560"/>
          </a:xfrm>
        </p:grpSpPr>
        <p:sp>
          <p:nvSpPr>
            <p:cNvPr id="1481" name="object 422"/>
            <p:cNvSpPr/>
            <p:nvPr/>
          </p:nvSpPr>
          <p:spPr>
            <a:xfrm>
              <a:off x="971316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2" name="object 423"/>
            <p:cNvSpPr/>
            <p:nvPr/>
          </p:nvSpPr>
          <p:spPr>
            <a:xfrm>
              <a:off x="971316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3" name="object 424"/>
            <p:cNvSpPr/>
            <p:nvPr/>
          </p:nvSpPr>
          <p:spPr>
            <a:xfrm>
              <a:off x="971316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4" name="object 434"/>
          <p:cNvGrpSpPr/>
          <p:nvPr/>
        </p:nvGrpSpPr>
        <p:grpSpPr>
          <a:xfrm>
            <a:off x="9644760" y="3108600"/>
            <a:ext cx="68400" cy="205560"/>
            <a:chOff x="9644760" y="3108600"/>
            <a:chExt cx="68400" cy="205560"/>
          </a:xfrm>
        </p:grpSpPr>
        <p:sp>
          <p:nvSpPr>
            <p:cNvPr id="1485" name="object 435"/>
            <p:cNvSpPr/>
            <p:nvPr/>
          </p:nvSpPr>
          <p:spPr>
            <a:xfrm>
              <a:off x="964476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6" name="object 436"/>
            <p:cNvSpPr/>
            <p:nvPr/>
          </p:nvSpPr>
          <p:spPr>
            <a:xfrm>
              <a:off x="964476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7" name="object 437"/>
            <p:cNvSpPr/>
            <p:nvPr/>
          </p:nvSpPr>
          <p:spPr>
            <a:xfrm>
              <a:off x="964476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8" name="object 449"/>
          <p:cNvGrpSpPr/>
          <p:nvPr/>
        </p:nvGrpSpPr>
        <p:grpSpPr>
          <a:xfrm>
            <a:off x="9576720" y="3108600"/>
            <a:ext cx="68400" cy="205560"/>
            <a:chOff x="9576720" y="3108600"/>
            <a:chExt cx="68400" cy="205560"/>
          </a:xfrm>
        </p:grpSpPr>
        <p:sp>
          <p:nvSpPr>
            <p:cNvPr id="1489" name="object 450"/>
            <p:cNvSpPr/>
            <p:nvPr/>
          </p:nvSpPr>
          <p:spPr>
            <a:xfrm>
              <a:off x="95767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0" name="object 451"/>
            <p:cNvSpPr/>
            <p:nvPr/>
          </p:nvSpPr>
          <p:spPr>
            <a:xfrm>
              <a:off x="95767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1" name="object 452"/>
            <p:cNvSpPr/>
            <p:nvPr/>
          </p:nvSpPr>
          <p:spPr>
            <a:xfrm>
              <a:off x="957672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2" name="object 461"/>
          <p:cNvGrpSpPr/>
          <p:nvPr/>
        </p:nvGrpSpPr>
        <p:grpSpPr>
          <a:xfrm>
            <a:off x="9508320" y="3108600"/>
            <a:ext cx="68400" cy="205560"/>
            <a:chOff x="9508320" y="3108600"/>
            <a:chExt cx="68400" cy="205560"/>
          </a:xfrm>
        </p:grpSpPr>
        <p:sp>
          <p:nvSpPr>
            <p:cNvPr id="1493" name="object 462"/>
            <p:cNvSpPr/>
            <p:nvPr/>
          </p:nvSpPr>
          <p:spPr>
            <a:xfrm>
              <a:off x="95083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4" name="object 463"/>
            <p:cNvSpPr/>
            <p:nvPr/>
          </p:nvSpPr>
          <p:spPr>
            <a:xfrm>
              <a:off x="95083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5" name="object 464"/>
            <p:cNvSpPr/>
            <p:nvPr/>
          </p:nvSpPr>
          <p:spPr>
            <a:xfrm>
              <a:off x="9508320" y="31086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6" name="object 472"/>
          <p:cNvGrpSpPr/>
          <p:nvPr/>
        </p:nvGrpSpPr>
        <p:grpSpPr>
          <a:xfrm>
            <a:off x="9439920" y="1671840"/>
            <a:ext cx="68400" cy="1642320"/>
            <a:chOff x="9439920" y="1671840"/>
            <a:chExt cx="68400" cy="1642320"/>
          </a:xfrm>
        </p:grpSpPr>
        <p:sp>
          <p:nvSpPr>
            <p:cNvPr id="1497" name="object 473"/>
            <p:cNvSpPr/>
            <p:nvPr/>
          </p:nvSpPr>
          <p:spPr>
            <a:xfrm>
              <a:off x="94399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8" name="object 474"/>
            <p:cNvSpPr/>
            <p:nvPr/>
          </p:nvSpPr>
          <p:spPr>
            <a:xfrm>
              <a:off x="94399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9" name="object 475"/>
            <p:cNvSpPr/>
            <p:nvPr/>
          </p:nvSpPr>
          <p:spPr>
            <a:xfrm>
              <a:off x="9439920" y="1671840"/>
              <a:ext cx="68400" cy="15051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505160"/>
                <a:gd name="textAreaBottom" fmla="*/ 1505520 h 1505160"/>
              </a:gdLst>
              <a:ahLst/>
              <a:rect l="textAreaLeft" t="textAreaTop" r="textAreaRight" b="textAreaBottom"/>
              <a:pathLst>
                <a:path w="68579" h="1505585">
                  <a:moveTo>
                    <a:pt x="68313" y="1368552"/>
                  </a:moveTo>
                  <a:lnTo>
                    <a:pt x="0" y="1368552"/>
                  </a:lnTo>
                  <a:lnTo>
                    <a:pt x="0" y="1436954"/>
                  </a:lnTo>
                  <a:lnTo>
                    <a:pt x="0" y="1505356"/>
                  </a:lnTo>
                  <a:lnTo>
                    <a:pt x="68313" y="1505356"/>
                  </a:lnTo>
                  <a:lnTo>
                    <a:pt x="68313" y="1436954"/>
                  </a:lnTo>
                  <a:lnTo>
                    <a:pt x="68313" y="1368552"/>
                  </a:lnTo>
                  <a:close/>
                </a:path>
                <a:path w="68579" h="1505585">
                  <a:moveTo>
                    <a:pt x="68313" y="1231684"/>
                  </a:moveTo>
                  <a:lnTo>
                    <a:pt x="0" y="1231684"/>
                  </a:lnTo>
                  <a:lnTo>
                    <a:pt x="0" y="1300086"/>
                  </a:lnTo>
                  <a:lnTo>
                    <a:pt x="0" y="1368475"/>
                  </a:lnTo>
                  <a:lnTo>
                    <a:pt x="68313" y="1368475"/>
                  </a:lnTo>
                  <a:lnTo>
                    <a:pt x="68313" y="1300086"/>
                  </a:lnTo>
                  <a:lnTo>
                    <a:pt x="68313" y="1231684"/>
                  </a:lnTo>
                  <a:close/>
                </a:path>
                <a:path w="68579" h="1505585">
                  <a:moveTo>
                    <a:pt x="68313" y="1026414"/>
                  </a:moveTo>
                  <a:lnTo>
                    <a:pt x="0" y="1026414"/>
                  </a:lnTo>
                  <a:lnTo>
                    <a:pt x="0" y="1094816"/>
                  </a:lnTo>
                  <a:lnTo>
                    <a:pt x="0" y="1163205"/>
                  </a:lnTo>
                  <a:lnTo>
                    <a:pt x="0" y="1231607"/>
                  </a:lnTo>
                  <a:lnTo>
                    <a:pt x="68313" y="1231607"/>
                  </a:lnTo>
                  <a:lnTo>
                    <a:pt x="68313" y="1163205"/>
                  </a:lnTo>
                  <a:lnTo>
                    <a:pt x="68313" y="1094816"/>
                  </a:lnTo>
                  <a:lnTo>
                    <a:pt x="68313" y="1026414"/>
                  </a:lnTo>
                  <a:close/>
                </a:path>
                <a:path w="68579" h="1505585">
                  <a:moveTo>
                    <a:pt x="68313" y="821143"/>
                  </a:moveTo>
                  <a:lnTo>
                    <a:pt x="0" y="821143"/>
                  </a:lnTo>
                  <a:lnTo>
                    <a:pt x="0" y="889546"/>
                  </a:lnTo>
                  <a:lnTo>
                    <a:pt x="0" y="957935"/>
                  </a:lnTo>
                  <a:lnTo>
                    <a:pt x="0" y="1026337"/>
                  </a:lnTo>
                  <a:lnTo>
                    <a:pt x="68313" y="1026337"/>
                  </a:lnTo>
                  <a:lnTo>
                    <a:pt x="68313" y="957935"/>
                  </a:lnTo>
                  <a:lnTo>
                    <a:pt x="68313" y="889546"/>
                  </a:lnTo>
                  <a:lnTo>
                    <a:pt x="68313" y="821143"/>
                  </a:lnTo>
                  <a:close/>
                </a:path>
                <a:path w="68579" h="1505585">
                  <a:moveTo>
                    <a:pt x="68313" y="547408"/>
                  </a:moveTo>
                  <a:lnTo>
                    <a:pt x="0" y="547408"/>
                  </a:lnTo>
                  <a:lnTo>
                    <a:pt x="0" y="615873"/>
                  </a:lnTo>
                  <a:lnTo>
                    <a:pt x="0" y="684276"/>
                  </a:lnTo>
                  <a:lnTo>
                    <a:pt x="0" y="752678"/>
                  </a:lnTo>
                  <a:lnTo>
                    <a:pt x="0" y="821067"/>
                  </a:lnTo>
                  <a:lnTo>
                    <a:pt x="68313" y="821067"/>
                  </a:lnTo>
                  <a:lnTo>
                    <a:pt x="68313" y="752678"/>
                  </a:lnTo>
                  <a:lnTo>
                    <a:pt x="68313" y="684276"/>
                  </a:lnTo>
                  <a:lnTo>
                    <a:pt x="68313" y="615873"/>
                  </a:lnTo>
                  <a:lnTo>
                    <a:pt x="68313" y="547408"/>
                  </a:lnTo>
                  <a:close/>
                </a:path>
                <a:path w="68579" h="1505585">
                  <a:moveTo>
                    <a:pt x="68313" y="410527"/>
                  </a:moveTo>
                  <a:lnTo>
                    <a:pt x="0" y="410527"/>
                  </a:lnTo>
                  <a:lnTo>
                    <a:pt x="0" y="478929"/>
                  </a:lnTo>
                  <a:lnTo>
                    <a:pt x="0" y="547331"/>
                  </a:lnTo>
                  <a:lnTo>
                    <a:pt x="68313" y="547331"/>
                  </a:lnTo>
                  <a:lnTo>
                    <a:pt x="68313" y="478929"/>
                  </a:lnTo>
                  <a:lnTo>
                    <a:pt x="68313" y="410527"/>
                  </a:lnTo>
                  <a:close/>
                </a:path>
                <a:path w="68579" h="1505585">
                  <a:moveTo>
                    <a:pt x="68313" y="205257"/>
                  </a:moveTo>
                  <a:lnTo>
                    <a:pt x="0" y="205257"/>
                  </a:lnTo>
                  <a:lnTo>
                    <a:pt x="0" y="273659"/>
                  </a:lnTo>
                  <a:lnTo>
                    <a:pt x="0" y="342061"/>
                  </a:lnTo>
                  <a:lnTo>
                    <a:pt x="0" y="410451"/>
                  </a:lnTo>
                  <a:lnTo>
                    <a:pt x="68313" y="410451"/>
                  </a:lnTo>
                  <a:lnTo>
                    <a:pt x="68313" y="342061"/>
                  </a:lnTo>
                  <a:lnTo>
                    <a:pt x="68313" y="273659"/>
                  </a:lnTo>
                  <a:lnTo>
                    <a:pt x="68313" y="205257"/>
                  </a:lnTo>
                  <a:close/>
                </a:path>
                <a:path w="68579" h="1505585">
                  <a:moveTo>
                    <a:pt x="68313" y="0"/>
                  </a:moveTo>
                  <a:lnTo>
                    <a:pt x="0" y="0"/>
                  </a:lnTo>
                  <a:lnTo>
                    <a:pt x="0" y="68389"/>
                  </a:lnTo>
                  <a:lnTo>
                    <a:pt x="0" y="136791"/>
                  </a:lnTo>
                  <a:lnTo>
                    <a:pt x="0" y="205193"/>
                  </a:lnTo>
                  <a:lnTo>
                    <a:pt x="68313" y="205193"/>
                  </a:lnTo>
                  <a:lnTo>
                    <a:pt x="68313" y="136791"/>
                  </a:lnTo>
                  <a:lnTo>
                    <a:pt x="68313" y="68389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0" name="object 479"/>
          <p:cNvGrpSpPr/>
          <p:nvPr/>
        </p:nvGrpSpPr>
        <p:grpSpPr>
          <a:xfrm>
            <a:off x="9371520" y="3177000"/>
            <a:ext cx="68400" cy="137160"/>
            <a:chOff x="9371520" y="3177000"/>
            <a:chExt cx="68400" cy="137160"/>
          </a:xfrm>
        </p:grpSpPr>
        <p:sp>
          <p:nvSpPr>
            <p:cNvPr id="1501" name="object 480"/>
            <p:cNvSpPr/>
            <p:nvPr/>
          </p:nvSpPr>
          <p:spPr>
            <a:xfrm>
              <a:off x="9371520" y="32457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2" name="object 481"/>
            <p:cNvSpPr/>
            <p:nvPr/>
          </p:nvSpPr>
          <p:spPr>
            <a:xfrm>
              <a:off x="9371520" y="317700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80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03" name="object 483"/>
          <p:cNvSpPr/>
          <p:nvPr/>
        </p:nvSpPr>
        <p:spPr>
          <a:xfrm>
            <a:off x="9303120" y="1603440"/>
            <a:ext cx="68400" cy="1642320"/>
          </a:xfrm>
          <a:custGeom>
            <a:avLst/>
            <a:gdLst>
              <a:gd name="textAreaLeft" fmla="*/ 0 w 68400"/>
              <a:gd name="textAreaRight" fmla="*/ 68760 w 68400"/>
              <a:gd name="textAreaTop" fmla="*/ 0 h 1642320"/>
              <a:gd name="textAreaBottom" fmla="*/ 1642680 h 1642320"/>
            </a:gdLst>
            <a:ahLst/>
            <a:rect l="textAreaLeft" t="textAreaTop" r="textAreaRight" b="textAreaBottom"/>
            <a:pathLst>
              <a:path w="68579" h="1642745">
                <a:moveTo>
                  <a:pt x="68300" y="1437030"/>
                </a:moveTo>
                <a:lnTo>
                  <a:pt x="0" y="1437030"/>
                </a:lnTo>
                <a:lnTo>
                  <a:pt x="0" y="1505432"/>
                </a:lnTo>
                <a:lnTo>
                  <a:pt x="0" y="1573834"/>
                </a:lnTo>
                <a:lnTo>
                  <a:pt x="0" y="1642224"/>
                </a:lnTo>
                <a:lnTo>
                  <a:pt x="68300" y="1642224"/>
                </a:lnTo>
                <a:lnTo>
                  <a:pt x="68300" y="1573834"/>
                </a:lnTo>
                <a:lnTo>
                  <a:pt x="68300" y="1505432"/>
                </a:lnTo>
                <a:lnTo>
                  <a:pt x="68300" y="1437030"/>
                </a:lnTo>
                <a:close/>
              </a:path>
              <a:path w="68579" h="1642745">
                <a:moveTo>
                  <a:pt x="68300" y="1300162"/>
                </a:moveTo>
                <a:lnTo>
                  <a:pt x="0" y="1300162"/>
                </a:lnTo>
                <a:lnTo>
                  <a:pt x="0" y="1368564"/>
                </a:lnTo>
                <a:lnTo>
                  <a:pt x="0" y="1436954"/>
                </a:lnTo>
                <a:lnTo>
                  <a:pt x="68300" y="1436954"/>
                </a:lnTo>
                <a:lnTo>
                  <a:pt x="68300" y="1368564"/>
                </a:lnTo>
                <a:lnTo>
                  <a:pt x="68300" y="1300162"/>
                </a:lnTo>
                <a:close/>
              </a:path>
              <a:path w="68579" h="1642745">
                <a:moveTo>
                  <a:pt x="68300" y="1094892"/>
                </a:moveTo>
                <a:lnTo>
                  <a:pt x="0" y="1094892"/>
                </a:lnTo>
                <a:lnTo>
                  <a:pt x="0" y="1163294"/>
                </a:lnTo>
                <a:lnTo>
                  <a:pt x="0" y="1231684"/>
                </a:lnTo>
                <a:lnTo>
                  <a:pt x="0" y="1300086"/>
                </a:lnTo>
                <a:lnTo>
                  <a:pt x="68300" y="1300086"/>
                </a:lnTo>
                <a:lnTo>
                  <a:pt x="68300" y="1231684"/>
                </a:lnTo>
                <a:lnTo>
                  <a:pt x="68300" y="1163294"/>
                </a:lnTo>
                <a:lnTo>
                  <a:pt x="68300" y="1094892"/>
                </a:lnTo>
                <a:close/>
              </a:path>
              <a:path w="68579" h="1642745">
                <a:moveTo>
                  <a:pt x="68300" y="889622"/>
                </a:moveTo>
                <a:lnTo>
                  <a:pt x="0" y="889622"/>
                </a:lnTo>
                <a:lnTo>
                  <a:pt x="0" y="958024"/>
                </a:lnTo>
                <a:lnTo>
                  <a:pt x="0" y="1026414"/>
                </a:lnTo>
                <a:lnTo>
                  <a:pt x="0" y="1094816"/>
                </a:lnTo>
                <a:lnTo>
                  <a:pt x="68300" y="1094816"/>
                </a:lnTo>
                <a:lnTo>
                  <a:pt x="68300" y="1026414"/>
                </a:lnTo>
                <a:lnTo>
                  <a:pt x="68300" y="958024"/>
                </a:lnTo>
                <a:lnTo>
                  <a:pt x="68300" y="889622"/>
                </a:lnTo>
                <a:close/>
              </a:path>
              <a:path w="68579" h="1642745">
                <a:moveTo>
                  <a:pt x="68300" y="615886"/>
                </a:moveTo>
                <a:lnTo>
                  <a:pt x="0" y="615886"/>
                </a:lnTo>
                <a:lnTo>
                  <a:pt x="0" y="684352"/>
                </a:lnTo>
                <a:lnTo>
                  <a:pt x="0" y="752754"/>
                </a:lnTo>
                <a:lnTo>
                  <a:pt x="0" y="821156"/>
                </a:lnTo>
                <a:lnTo>
                  <a:pt x="0" y="889546"/>
                </a:lnTo>
                <a:lnTo>
                  <a:pt x="68300" y="889546"/>
                </a:lnTo>
                <a:lnTo>
                  <a:pt x="68300" y="821156"/>
                </a:lnTo>
                <a:lnTo>
                  <a:pt x="68300" y="752754"/>
                </a:lnTo>
                <a:lnTo>
                  <a:pt x="68300" y="684352"/>
                </a:lnTo>
                <a:lnTo>
                  <a:pt x="68300" y="615886"/>
                </a:lnTo>
                <a:close/>
              </a:path>
              <a:path w="68579" h="1642745">
                <a:moveTo>
                  <a:pt x="68300" y="479005"/>
                </a:moveTo>
                <a:lnTo>
                  <a:pt x="0" y="479005"/>
                </a:lnTo>
                <a:lnTo>
                  <a:pt x="0" y="547408"/>
                </a:lnTo>
                <a:lnTo>
                  <a:pt x="0" y="615810"/>
                </a:lnTo>
                <a:lnTo>
                  <a:pt x="68300" y="615810"/>
                </a:lnTo>
                <a:lnTo>
                  <a:pt x="68300" y="547408"/>
                </a:lnTo>
                <a:lnTo>
                  <a:pt x="68300" y="479005"/>
                </a:lnTo>
                <a:close/>
              </a:path>
              <a:path w="68579" h="1642745">
                <a:moveTo>
                  <a:pt x="68300" y="273735"/>
                </a:moveTo>
                <a:lnTo>
                  <a:pt x="0" y="273735"/>
                </a:lnTo>
                <a:lnTo>
                  <a:pt x="0" y="342138"/>
                </a:lnTo>
                <a:lnTo>
                  <a:pt x="0" y="410540"/>
                </a:lnTo>
                <a:lnTo>
                  <a:pt x="0" y="478929"/>
                </a:lnTo>
                <a:lnTo>
                  <a:pt x="68300" y="478929"/>
                </a:lnTo>
                <a:lnTo>
                  <a:pt x="68300" y="410540"/>
                </a:lnTo>
                <a:lnTo>
                  <a:pt x="68300" y="342138"/>
                </a:lnTo>
                <a:lnTo>
                  <a:pt x="68300" y="273735"/>
                </a:lnTo>
                <a:close/>
              </a:path>
              <a:path w="68579" h="1642745">
                <a:moveTo>
                  <a:pt x="68300" y="68478"/>
                </a:moveTo>
                <a:lnTo>
                  <a:pt x="0" y="68478"/>
                </a:lnTo>
                <a:lnTo>
                  <a:pt x="0" y="136867"/>
                </a:lnTo>
                <a:lnTo>
                  <a:pt x="0" y="205270"/>
                </a:lnTo>
                <a:lnTo>
                  <a:pt x="0" y="273672"/>
                </a:lnTo>
                <a:lnTo>
                  <a:pt x="68300" y="273672"/>
                </a:lnTo>
                <a:lnTo>
                  <a:pt x="68300" y="205270"/>
                </a:lnTo>
                <a:lnTo>
                  <a:pt x="68300" y="136867"/>
                </a:lnTo>
                <a:lnTo>
                  <a:pt x="68300" y="68478"/>
                </a:lnTo>
                <a:close/>
              </a:path>
              <a:path w="68579" h="1642745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PlaceHolder 2"/>
          <p:cNvSpPr>
            <a:spLocks noGrp="1"/>
          </p:cNvSpPr>
          <p:nvPr>
            <p:ph/>
          </p:nvPr>
        </p:nvSpPr>
        <p:spPr>
          <a:xfrm>
            <a:off x="412560" y="3110040"/>
            <a:ext cx="8836920" cy="588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16000"/>
              </a:lnSpc>
              <a:spcBef>
                <a:spcPts val="99"/>
              </a:spcBef>
              <a:buNone/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Crucial</a:t>
            </a:r>
            <a:r>
              <a:rPr b="0" lang="en-IN" sz="2900" spc="-111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26" strike="noStrike">
                <a:solidFill>
                  <a:schemeClr val="dk1"/>
                </a:solidFill>
                <a:latin typeface="Book Antiqua"/>
              </a:rPr>
              <a:t>Aspect</a:t>
            </a:r>
            <a:r>
              <a:rPr b="0" lang="en-IN" sz="2900" spc="-10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is</a:t>
            </a:r>
            <a:r>
              <a:rPr b="0" lang="en-IN" sz="2900" spc="-10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41" strike="noStrike">
                <a:solidFill>
                  <a:schemeClr val="dk1"/>
                </a:solidFill>
                <a:latin typeface="Book Antiqua"/>
              </a:rPr>
              <a:t>Model</a:t>
            </a:r>
            <a:r>
              <a:rPr b="0" lang="en-IN" sz="2900" spc="-10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26" strike="noStrike">
                <a:solidFill>
                  <a:schemeClr val="dk1"/>
                </a:solidFill>
                <a:latin typeface="Book Antiqua"/>
              </a:rPr>
              <a:t>Evaluation</a:t>
            </a:r>
            <a:r>
              <a:rPr b="0" lang="en-IN" sz="2900" spc="-111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and</a:t>
            </a:r>
            <a:r>
              <a:rPr b="0" lang="en-IN" sz="2900" spc="-157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Book Antiqua"/>
              </a:rPr>
              <a:t>Testing</a:t>
            </a:r>
            <a:r>
              <a:rPr b="0" lang="en-IN" sz="2900" spc="-10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58" strike="noStrike">
                <a:solidFill>
                  <a:schemeClr val="dk1"/>
                </a:solidFill>
                <a:latin typeface="Book Antiqua"/>
              </a:rPr>
              <a:t>can</a:t>
            </a:r>
            <a:r>
              <a:rPr b="0" lang="en-IN" sz="2900" spc="-10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43" strike="noStrike">
                <a:solidFill>
                  <a:schemeClr val="dk1"/>
                </a:solidFill>
                <a:latin typeface="Book Antiqua"/>
              </a:rPr>
              <a:t>be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-41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-41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multiple</a:t>
            </a:r>
            <a:r>
              <a:rPr b="0" lang="en-IN" sz="2900" spc="-41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2" strike="noStrike">
                <a:solidFill>
                  <a:schemeClr val="dk1"/>
                </a:solidFill>
                <a:latin typeface="Book Antiqua"/>
              </a:rPr>
              <a:t>parameters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marL="638280" indent="-33084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38280"/>
              </a:tabLst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-8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-8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1" i="1" lang="en-IN" sz="2900" spc="-97" strike="noStrike">
                <a:solidFill>
                  <a:schemeClr val="dk1"/>
                </a:solidFill>
                <a:latin typeface="Cambria"/>
              </a:rPr>
              <a:t>Power</a:t>
            </a:r>
            <a:r>
              <a:rPr b="1" i="1" lang="en-IN" sz="2900" spc="-21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1" i="1" lang="en-IN" sz="2900" spc="-52" strike="noStrike">
                <a:solidFill>
                  <a:schemeClr val="dk1"/>
                </a:solidFill>
                <a:latin typeface="Cambria"/>
              </a:rPr>
              <a:t>Consumption</a:t>
            </a:r>
            <a:r>
              <a:rPr b="1" i="1" lang="en-IN" sz="2900" spc="-21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and</a:t>
            </a:r>
            <a:r>
              <a:rPr b="0" lang="en-IN" sz="2900" spc="-8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2" strike="noStrike">
                <a:solidFill>
                  <a:schemeClr val="dk1"/>
                </a:solidFill>
                <a:latin typeface="Book Antiqua"/>
              </a:rPr>
              <a:t>Emission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marL="638280" indent="-33084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38280"/>
              </a:tabLst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-8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-7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40" strike="noStrike">
                <a:solidFill>
                  <a:schemeClr val="dk1"/>
                </a:solidFill>
                <a:latin typeface="Book Antiqua"/>
              </a:rPr>
              <a:t>How</a:t>
            </a:r>
            <a:r>
              <a:rPr b="0" lang="en-IN" sz="2900" spc="-5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26" strike="noStrike">
                <a:solidFill>
                  <a:schemeClr val="dk1"/>
                </a:solidFill>
                <a:latin typeface="Book Antiqua"/>
              </a:rPr>
              <a:t>well</a:t>
            </a:r>
            <a:r>
              <a:rPr b="0" lang="en-IN" sz="2900" spc="-6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97" strike="noStrike">
                <a:solidFill>
                  <a:schemeClr val="dk1"/>
                </a:solidFill>
                <a:latin typeface="Book Antiqua"/>
              </a:rPr>
              <a:t>you</a:t>
            </a:r>
            <a:r>
              <a:rPr b="0" lang="en-IN" sz="2900" spc="-6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58" strike="noStrike">
                <a:solidFill>
                  <a:schemeClr val="dk1"/>
                </a:solidFill>
                <a:latin typeface="Book Antiqua"/>
              </a:rPr>
              <a:t>can</a:t>
            </a:r>
            <a:r>
              <a:rPr b="0" lang="en-IN" sz="2900" spc="-7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1" i="1" lang="en-IN" sz="2900" spc="-1" strike="noStrike">
                <a:solidFill>
                  <a:schemeClr val="dk1"/>
                </a:solidFill>
                <a:latin typeface="Cambria"/>
              </a:rPr>
              <a:t>Explain</a:t>
            </a:r>
            <a:r>
              <a:rPr b="1" i="1" lang="en-IN" sz="2900" spc="18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0" lang="en-IN" sz="2900" spc="-46" strike="noStrike">
                <a:solidFill>
                  <a:schemeClr val="dk1"/>
                </a:solidFill>
                <a:latin typeface="Book Antiqua"/>
              </a:rPr>
              <a:t>your</a:t>
            </a:r>
            <a:r>
              <a:rPr b="0" lang="en-IN" sz="2900" spc="-7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2" strike="noStrike">
                <a:solidFill>
                  <a:schemeClr val="dk1"/>
                </a:solidFill>
                <a:latin typeface="Book Antiqua"/>
              </a:rPr>
              <a:t>model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marL="638280" indent="-33084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38280"/>
              </a:tabLst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-3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-3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1" i="1" lang="en-IN" sz="2900" spc="-66" strike="noStrike">
                <a:solidFill>
                  <a:schemeClr val="dk1"/>
                </a:solidFill>
                <a:latin typeface="Cambria"/>
              </a:rPr>
              <a:t>ethical</a:t>
            </a:r>
            <a:r>
              <a:rPr b="1" i="1" lang="en-IN" sz="2900" spc="29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1" i="1" lang="en-IN" sz="2900" spc="-80" strike="noStrike">
                <a:solidFill>
                  <a:schemeClr val="dk1"/>
                </a:solidFill>
                <a:latin typeface="Cambria"/>
              </a:rPr>
              <a:t>working</a:t>
            </a:r>
            <a:r>
              <a:rPr b="1" i="1" lang="en-IN" sz="2900" spc="52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of</a:t>
            </a:r>
            <a:r>
              <a:rPr b="0" lang="en-IN" sz="2900" spc="-3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the</a:t>
            </a:r>
            <a:r>
              <a:rPr b="0" lang="en-IN" sz="2900" spc="-32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2" strike="noStrike">
                <a:solidFill>
                  <a:schemeClr val="dk1"/>
                </a:solidFill>
                <a:latin typeface="Book Antiqua"/>
              </a:rPr>
              <a:t>model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marL="638280" indent="-33084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38280"/>
              </a:tabLst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-55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-55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1" i="1" lang="en-IN" sz="2900" spc="-66" strike="noStrike">
                <a:solidFill>
                  <a:schemeClr val="dk1"/>
                </a:solidFill>
                <a:latin typeface="Cambria"/>
              </a:rPr>
              <a:t>DevOps</a:t>
            </a:r>
            <a:r>
              <a:rPr b="1" i="1" lang="en-IN" sz="2900" spc="29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0" lang="en-IN" sz="2900" spc="-12" strike="noStrike">
                <a:solidFill>
                  <a:schemeClr val="dk1"/>
                </a:solidFill>
                <a:latin typeface="Book Antiqua"/>
              </a:rPr>
              <a:t>params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marL="638280" indent="-33084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38280"/>
              </a:tabLst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-4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-4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Metrics</a:t>
            </a:r>
            <a:r>
              <a:rPr b="0" lang="en-IN" sz="2900" spc="-41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of</a:t>
            </a:r>
            <a:r>
              <a:rPr b="0" lang="en-IN" sz="2900" spc="-46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1" i="1" lang="en-IN" sz="2900" spc="-75" strike="noStrike">
                <a:solidFill>
                  <a:schemeClr val="dk1"/>
                </a:solidFill>
                <a:latin typeface="Cambria"/>
              </a:rPr>
              <a:t>production</a:t>
            </a:r>
            <a:r>
              <a:rPr b="1" i="1" lang="en-IN" sz="2900" spc="12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1" i="1" lang="en-IN" sz="2900" spc="-52" strike="noStrike">
                <a:solidFill>
                  <a:schemeClr val="dk1"/>
                </a:solidFill>
                <a:latin typeface="Cambria"/>
              </a:rPr>
              <a:t>vs</a:t>
            </a:r>
            <a:r>
              <a:rPr b="1" i="1" lang="en-IN" sz="2900" spc="12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1" i="1" lang="en-IN" sz="2900" spc="-140" strike="noStrike">
                <a:solidFill>
                  <a:schemeClr val="dk1"/>
                </a:solidFill>
                <a:latin typeface="Cambria"/>
              </a:rPr>
              <a:t>staged</a:t>
            </a:r>
            <a:r>
              <a:rPr b="1" i="1" lang="en-IN" sz="2900" spc="18" strike="noStrike">
                <a:solidFill>
                  <a:schemeClr val="dk1"/>
                </a:solidFill>
                <a:latin typeface="Cambria"/>
              </a:rPr>
              <a:t> </a:t>
            </a:r>
            <a:r>
              <a:rPr b="1" i="1" lang="en-IN" sz="2900" spc="-12" strike="noStrike">
                <a:solidFill>
                  <a:schemeClr val="dk1"/>
                </a:solidFill>
                <a:latin typeface="Cambria"/>
              </a:rPr>
              <a:t>model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  <a:p>
            <a:pPr marL="638280" indent="-33084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638280"/>
              </a:tabLst>
            </a:pP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Based</a:t>
            </a:r>
            <a:r>
              <a:rPr b="0" lang="en-IN" sz="2900" spc="24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on</a:t>
            </a:r>
            <a:r>
              <a:rPr b="0" lang="en-IN" sz="2900" spc="24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32" strike="noStrike">
                <a:solidFill>
                  <a:schemeClr val="dk1"/>
                </a:solidFill>
                <a:latin typeface="Book Antiqua"/>
              </a:rPr>
              <a:t>Multiple</a:t>
            </a:r>
            <a:r>
              <a:rPr b="0" lang="en-IN" sz="2900" spc="24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customer</a:t>
            </a:r>
            <a:r>
              <a:rPr b="0" lang="en-IN" sz="2900" spc="29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Book Antiqua"/>
              </a:rPr>
              <a:t>facing</a:t>
            </a:r>
            <a:r>
              <a:rPr b="0" lang="en-IN" sz="2900" spc="24" strike="noStrike">
                <a:solidFill>
                  <a:schemeClr val="dk1"/>
                </a:solidFill>
                <a:latin typeface="Book Antiqua"/>
              </a:rPr>
              <a:t> </a:t>
            </a:r>
            <a:r>
              <a:rPr b="0" lang="en-IN" sz="2900" spc="-12" strike="noStrike">
                <a:solidFill>
                  <a:schemeClr val="dk1"/>
                </a:solidFill>
                <a:latin typeface="Book Antiqua"/>
              </a:rPr>
              <a:t>models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5" name="object 342"/>
          <p:cNvSpPr/>
          <p:nvPr/>
        </p:nvSpPr>
        <p:spPr>
          <a:xfrm>
            <a:off x="9986400" y="34509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06" name="object 361"/>
          <p:cNvGrpSpPr/>
          <p:nvPr/>
        </p:nvGrpSpPr>
        <p:grpSpPr>
          <a:xfrm>
            <a:off x="9918360" y="3450960"/>
            <a:ext cx="68400" cy="136800"/>
            <a:chOff x="9918360" y="3450960"/>
            <a:chExt cx="68400" cy="136800"/>
          </a:xfrm>
        </p:grpSpPr>
        <p:sp>
          <p:nvSpPr>
            <p:cNvPr id="1507" name="object 362"/>
            <p:cNvSpPr/>
            <p:nvPr/>
          </p:nvSpPr>
          <p:spPr>
            <a:xfrm>
              <a:off x="9918360" y="35193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8" name="object 363"/>
            <p:cNvSpPr/>
            <p:nvPr/>
          </p:nvSpPr>
          <p:spPr>
            <a:xfrm>
              <a:off x="991836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09" name="object 383"/>
          <p:cNvGrpSpPr/>
          <p:nvPr/>
        </p:nvGrpSpPr>
        <p:grpSpPr>
          <a:xfrm>
            <a:off x="9849960" y="3450960"/>
            <a:ext cx="68400" cy="136800"/>
            <a:chOff x="9849960" y="3450960"/>
            <a:chExt cx="68400" cy="136800"/>
          </a:xfrm>
        </p:grpSpPr>
        <p:sp>
          <p:nvSpPr>
            <p:cNvPr id="1510" name="object 384"/>
            <p:cNvSpPr/>
            <p:nvPr/>
          </p:nvSpPr>
          <p:spPr>
            <a:xfrm>
              <a:off x="9849960" y="35193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1" name="object 385"/>
            <p:cNvSpPr/>
            <p:nvPr/>
          </p:nvSpPr>
          <p:spPr>
            <a:xfrm>
              <a:off x="984996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12" name="object 402"/>
          <p:cNvGrpSpPr/>
          <p:nvPr/>
        </p:nvGrpSpPr>
        <p:grpSpPr>
          <a:xfrm>
            <a:off x="9781560" y="3450960"/>
            <a:ext cx="68400" cy="136800"/>
            <a:chOff x="9781560" y="3450960"/>
            <a:chExt cx="68400" cy="136800"/>
          </a:xfrm>
        </p:grpSpPr>
        <p:sp>
          <p:nvSpPr>
            <p:cNvPr id="1513" name="object 403"/>
            <p:cNvSpPr/>
            <p:nvPr/>
          </p:nvSpPr>
          <p:spPr>
            <a:xfrm>
              <a:off x="9781560" y="35193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4" name="object 404"/>
            <p:cNvSpPr/>
            <p:nvPr/>
          </p:nvSpPr>
          <p:spPr>
            <a:xfrm>
              <a:off x="9781560" y="3450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15" name="object 420"/>
          <p:cNvSpPr/>
          <p:nvPr/>
        </p:nvSpPr>
        <p:spPr>
          <a:xfrm>
            <a:off x="9713160" y="3519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6" name="object 433"/>
          <p:cNvSpPr/>
          <p:nvPr/>
        </p:nvSpPr>
        <p:spPr>
          <a:xfrm>
            <a:off x="9644760" y="3519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7" name="object 448"/>
          <p:cNvSpPr/>
          <p:nvPr/>
        </p:nvSpPr>
        <p:spPr>
          <a:xfrm>
            <a:off x="9576720" y="3519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object 304"/>
          <p:cNvSpPr/>
          <p:nvPr/>
        </p:nvSpPr>
        <p:spPr>
          <a:xfrm>
            <a:off x="10123200" y="3587760"/>
            <a:ext cx="68400" cy="205560"/>
          </a:xfrm>
          <a:custGeom>
            <a:avLst/>
            <a:gdLst>
              <a:gd name="textAreaLeft" fmla="*/ 0 w 68400"/>
              <a:gd name="textAreaRight" fmla="*/ 68760 w 68400"/>
              <a:gd name="textAreaTop" fmla="*/ 0 h 205560"/>
              <a:gd name="textAreaBottom" fmla="*/ 205920 h 205560"/>
            </a:gdLst>
            <a:ahLst/>
            <a:rect l="textAreaLeft" t="textAreaTop" r="textAreaRight" b="textAreaBottom"/>
            <a:pathLst>
              <a:path w="68579" h="205739">
                <a:moveTo>
                  <a:pt x="68313" y="68478"/>
                </a:moveTo>
                <a:lnTo>
                  <a:pt x="0" y="68478"/>
                </a:lnTo>
                <a:lnTo>
                  <a:pt x="0" y="136880"/>
                </a:lnTo>
                <a:lnTo>
                  <a:pt x="0" y="205270"/>
                </a:lnTo>
                <a:lnTo>
                  <a:pt x="68313" y="205270"/>
                </a:lnTo>
                <a:lnTo>
                  <a:pt x="68313" y="136880"/>
                </a:lnTo>
                <a:lnTo>
                  <a:pt x="68313" y="68478"/>
                </a:lnTo>
                <a:close/>
              </a:path>
              <a:path w="68579" h="205739">
                <a:moveTo>
                  <a:pt x="68313" y="0"/>
                </a:moveTo>
                <a:lnTo>
                  <a:pt x="0" y="0"/>
                </a:lnTo>
                <a:lnTo>
                  <a:pt x="0" y="68402"/>
                </a:lnTo>
                <a:lnTo>
                  <a:pt x="68313" y="68402"/>
                </a:lnTo>
                <a:lnTo>
                  <a:pt x="68313" y="0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object 322"/>
          <p:cNvSpPr/>
          <p:nvPr/>
        </p:nvSpPr>
        <p:spPr>
          <a:xfrm>
            <a:off x="10054800" y="3587760"/>
            <a:ext cx="68400" cy="205560"/>
          </a:xfrm>
          <a:custGeom>
            <a:avLst/>
            <a:gdLst>
              <a:gd name="textAreaLeft" fmla="*/ 0 w 68400"/>
              <a:gd name="textAreaRight" fmla="*/ 68760 w 68400"/>
              <a:gd name="textAreaTop" fmla="*/ 0 h 205560"/>
              <a:gd name="textAreaBottom" fmla="*/ 205920 h 205560"/>
            </a:gdLst>
            <a:ahLst/>
            <a:rect l="textAreaLeft" t="textAreaTop" r="textAreaRight" b="textAreaBottom"/>
            <a:pathLst>
              <a:path w="68579" h="205739">
                <a:moveTo>
                  <a:pt x="68300" y="68478"/>
                </a:moveTo>
                <a:lnTo>
                  <a:pt x="0" y="68478"/>
                </a:lnTo>
                <a:lnTo>
                  <a:pt x="0" y="136880"/>
                </a:lnTo>
                <a:lnTo>
                  <a:pt x="0" y="205270"/>
                </a:lnTo>
                <a:lnTo>
                  <a:pt x="68300" y="205270"/>
                </a:lnTo>
                <a:lnTo>
                  <a:pt x="68300" y="136880"/>
                </a:lnTo>
                <a:lnTo>
                  <a:pt x="68300" y="68478"/>
                </a:lnTo>
                <a:close/>
              </a:path>
              <a:path w="68579" h="205739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object 341"/>
          <p:cNvSpPr/>
          <p:nvPr/>
        </p:nvSpPr>
        <p:spPr>
          <a:xfrm>
            <a:off x="9986400" y="3656160"/>
            <a:ext cx="68400" cy="136800"/>
          </a:xfrm>
          <a:custGeom>
            <a:avLst/>
            <a:gdLst>
              <a:gd name="textAreaLeft" fmla="*/ 0 w 68400"/>
              <a:gd name="textAreaRight" fmla="*/ 68760 w 68400"/>
              <a:gd name="textAreaTop" fmla="*/ 0 h 136800"/>
              <a:gd name="textAreaBottom" fmla="*/ 137160 h 136800"/>
            </a:gdLst>
            <a:ahLst/>
            <a:rect l="textAreaLeft" t="textAreaTop" r="textAreaRight" b="textAreaBottom"/>
            <a:pathLst>
              <a:path w="68579" h="137160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0" y="136791"/>
                </a:lnTo>
                <a:lnTo>
                  <a:pt x="68300" y="136791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object 360"/>
          <p:cNvSpPr/>
          <p:nvPr/>
        </p:nvSpPr>
        <p:spPr>
          <a:xfrm>
            <a:off x="9918360" y="37245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object 382"/>
          <p:cNvSpPr/>
          <p:nvPr/>
        </p:nvSpPr>
        <p:spPr>
          <a:xfrm>
            <a:off x="9849960" y="37245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e18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object 114"/>
          <p:cNvSpPr/>
          <p:nvPr/>
        </p:nvSpPr>
        <p:spPr>
          <a:xfrm>
            <a:off x="1073844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4" name="object 137"/>
          <p:cNvSpPr/>
          <p:nvPr/>
        </p:nvSpPr>
        <p:spPr>
          <a:xfrm>
            <a:off x="1067004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5" name="object 161"/>
          <p:cNvSpPr/>
          <p:nvPr/>
        </p:nvSpPr>
        <p:spPr>
          <a:xfrm>
            <a:off x="1060164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" name="object 184"/>
          <p:cNvSpPr/>
          <p:nvPr/>
        </p:nvSpPr>
        <p:spPr>
          <a:xfrm>
            <a:off x="1053324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7" name="object 205"/>
          <p:cNvSpPr/>
          <p:nvPr/>
        </p:nvSpPr>
        <p:spPr>
          <a:xfrm>
            <a:off x="1046484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8" name="object 226"/>
          <p:cNvSpPr/>
          <p:nvPr/>
        </p:nvSpPr>
        <p:spPr>
          <a:xfrm>
            <a:off x="1039644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" name="object 246"/>
          <p:cNvSpPr/>
          <p:nvPr/>
        </p:nvSpPr>
        <p:spPr>
          <a:xfrm>
            <a:off x="1032840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0" name="object 267"/>
          <p:cNvSpPr/>
          <p:nvPr/>
        </p:nvSpPr>
        <p:spPr>
          <a:xfrm>
            <a:off x="1026000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1" name="object 285"/>
          <p:cNvSpPr/>
          <p:nvPr/>
        </p:nvSpPr>
        <p:spPr>
          <a:xfrm>
            <a:off x="1019160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80" y="68397"/>
                </a:moveTo>
                <a:lnTo>
                  <a:pt x="0" y="68397"/>
                </a:lnTo>
                <a:lnTo>
                  <a:pt x="0" y="0"/>
                </a:lnTo>
                <a:lnTo>
                  <a:pt x="68380" y="0"/>
                </a:lnTo>
                <a:lnTo>
                  <a:pt x="68380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2" name="object 303"/>
          <p:cNvSpPr/>
          <p:nvPr/>
        </p:nvSpPr>
        <p:spPr>
          <a:xfrm>
            <a:off x="1012320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3" name="object 321"/>
          <p:cNvSpPr/>
          <p:nvPr/>
        </p:nvSpPr>
        <p:spPr>
          <a:xfrm>
            <a:off x="1005480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object 340"/>
          <p:cNvSpPr/>
          <p:nvPr/>
        </p:nvSpPr>
        <p:spPr>
          <a:xfrm>
            <a:off x="998640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object 359"/>
          <p:cNvSpPr/>
          <p:nvPr/>
        </p:nvSpPr>
        <p:spPr>
          <a:xfrm>
            <a:off x="991836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" name="object 381"/>
          <p:cNvSpPr/>
          <p:nvPr/>
        </p:nvSpPr>
        <p:spPr>
          <a:xfrm>
            <a:off x="984996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7" name="object 401"/>
          <p:cNvSpPr/>
          <p:nvPr/>
        </p:nvSpPr>
        <p:spPr>
          <a:xfrm>
            <a:off x="9781560" y="38613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7"/>
                </a:moveTo>
                <a:lnTo>
                  <a:pt x="0" y="68397"/>
                </a:lnTo>
                <a:lnTo>
                  <a:pt x="0" y="0"/>
                </a:lnTo>
                <a:lnTo>
                  <a:pt x="68305" y="0"/>
                </a:lnTo>
                <a:lnTo>
                  <a:pt x="68305" y="683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object 419"/>
          <p:cNvSpPr/>
          <p:nvPr/>
        </p:nvSpPr>
        <p:spPr>
          <a:xfrm>
            <a:off x="9713160" y="37929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" name="object 432"/>
          <p:cNvSpPr/>
          <p:nvPr/>
        </p:nvSpPr>
        <p:spPr>
          <a:xfrm>
            <a:off x="9644760" y="3792960"/>
            <a:ext cx="68400" cy="68400"/>
          </a:xfrm>
          <a:custGeom>
            <a:avLst/>
            <a:gdLst>
              <a:gd name="textAreaLeft" fmla="*/ 0 w 68400"/>
              <a:gd name="textAreaRight" fmla="*/ 68760 w 6840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68579" h="68579">
                <a:moveTo>
                  <a:pt x="68305" y="68398"/>
                </a:moveTo>
                <a:lnTo>
                  <a:pt x="0" y="68398"/>
                </a:lnTo>
                <a:lnTo>
                  <a:pt x="0" y="0"/>
                </a:lnTo>
                <a:lnTo>
                  <a:pt x="68305" y="0"/>
                </a:lnTo>
                <a:lnTo>
                  <a:pt x="68305" y="6839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40" name="object 445"/>
          <p:cNvGrpSpPr/>
          <p:nvPr/>
        </p:nvGrpSpPr>
        <p:grpSpPr>
          <a:xfrm>
            <a:off x="9576720" y="3724560"/>
            <a:ext cx="68400" cy="136800"/>
            <a:chOff x="9576720" y="3724560"/>
            <a:chExt cx="68400" cy="136800"/>
          </a:xfrm>
        </p:grpSpPr>
        <p:sp>
          <p:nvSpPr>
            <p:cNvPr id="1541" name="object 446"/>
            <p:cNvSpPr/>
            <p:nvPr/>
          </p:nvSpPr>
          <p:spPr>
            <a:xfrm>
              <a:off x="9576720" y="37929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2" name="object 447"/>
            <p:cNvSpPr/>
            <p:nvPr/>
          </p:nvSpPr>
          <p:spPr>
            <a:xfrm>
              <a:off x="9576720" y="3724560"/>
              <a:ext cx="68400" cy="684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400"/>
                <a:gd name="textAreaBottom" fmla="*/ 68760 h 68400"/>
              </a:gdLst>
              <a:ahLst/>
              <a:rect l="textAreaLeft" t="textAreaTop" r="textAreaRight" b="textAreaBottom"/>
              <a:pathLst>
                <a:path w="68579" h="68579">
                  <a:moveTo>
                    <a:pt x="68305" y="68398"/>
                  </a:moveTo>
                  <a:lnTo>
                    <a:pt x="0" y="68398"/>
                  </a:lnTo>
                  <a:lnTo>
                    <a:pt x="0" y="0"/>
                  </a:lnTo>
                  <a:lnTo>
                    <a:pt x="68305" y="0"/>
                  </a:lnTo>
                  <a:lnTo>
                    <a:pt x="68305" y="68398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43" name="object 460"/>
          <p:cNvSpPr/>
          <p:nvPr/>
        </p:nvSpPr>
        <p:spPr>
          <a:xfrm>
            <a:off x="9508320" y="3587760"/>
            <a:ext cx="68400" cy="205560"/>
          </a:xfrm>
          <a:custGeom>
            <a:avLst/>
            <a:gdLst>
              <a:gd name="textAreaLeft" fmla="*/ 0 w 68400"/>
              <a:gd name="textAreaRight" fmla="*/ 68760 w 68400"/>
              <a:gd name="textAreaTop" fmla="*/ 0 h 205560"/>
              <a:gd name="textAreaBottom" fmla="*/ 205920 h 205560"/>
            </a:gdLst>
            <a:ahLst/>
            <a:rect l="textAreaLeft" t="textAreaTop" r="textAreaRight" b="textAreaBottom"/>
            <a:pathLst>
              <a:path w="68579" h="205739">
                <a:moveTo>
                  <a:pt x="68300" y="68478"/>
                </a:moveTo>
                <a:lnTo>
                  <a:pt x="0" y="68478"/>
                </a:lnTo>
                <a:lnTo>
                  <a:pt x="0" y="136880"/>
                </a:lnTo>
                <a:lnTo>
                  <a:pt x="0" y="205270"/>
                </a:lnTo>
                <a:lnTo>
                  <a:pt x="68300" y="205270"/>
                </a:lnTo>
                <a:lnTo>
                  <a:pt x="68300" y="136880"/>
                </a:lnTo>
                <a:lnTo>
                  <a:pt x="68300" y="68478"/>
                </a:lnTo>
                <a:close/>
              </a:path>
              <a:path w="68579" h="205739">
                <a:moveTo>
                  <a:pt x="68300" y="0"/>
                </a:moveTo>
                <a:lnTo>
                  <a:pt x="0" y="0"/>
                </a:lnTo>
                <a:lnTo>
                  <a:pt x="0" y="68402"/>
                </a:lnTo>
                <a:lnTo>
                  <a:pt x="68300" y="68402"/>
                </a:lnTo>
                <a:lnTo>
                  <a:pt x="68300" y="0"/>
                </a:lnTo>
                <a:close/>
              </a:path>
            </a:pathLst>
          </a:custGeom>
          <a:solidFill>
            <a:srgbClr val="ab6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object 484"/>
          <p:cNvSpPr/>
          <p:nvPr/>
        </p:nvSpPr>
        <p:spPr>
          <a:xfrm>
            <a:off x="11170800" y="2525400"/>
            <a:ext cx="5184360" cy="5585760"/>
          </a:xfrm>
          <a:custGeom>
            <a:avLst/>
            <a:gdLst>
              <a:gd name="textAreaLeft" fmla="*/ 0 w 5184360"/>
              <a:gd name="textAreaRight" fmla="*/ 5184720 w 5184360"/>
              <a:gd name="textAreaTop" fmla="*/ 0 h 5585760"/>
              <a:gd name="textAreaBottom" fmla="*/ 5586120 h 5585760"/>
            </a:gdLst>
            <a:ahLst/>
            <a:rect l="textAreaLeft" t="textAreaTop" r="textAreaRight" b="textAreaBottom"/>
            <a:pathLst>
              <a:path w="5184775" h="5586095">
                <a:moveTo>
                  <a:pt x="5050938" y="5586018"/>
                </a:moveTo>
                <a:lnTo>
                  <a:pt x="133349" y="5586018"/>
                </a:lnTo>
                <a:lnTo>
                  <a:pt x="91201" y="5579220"/>
                </a:lnTo>
                <a:lnTo>
                  <a:pt x="54595" y="5560289"/>
                </a:lnTo>
                <a:lnTo>
                  <a:pt x="25728" y="5531423"/>
                </a:lnTo>
                <a:lnTo>
                  <a:pt x="6798" y="5494817"/>
                </a:lnTo>
                <a:lnTo>
                  <a:pt x="0" y="545266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5050938" y="0"/>
                </a:lnTo>
                <a:lnTo>
                  <a:pt x="5093087" y="6798"/>
                </a:lnTo>
                <a:lnTo>
                  <a:pt x="5129693" y="25728"/>
                </a:lnTo>
                <a:lnTo>
                  <a:pt x="5158559" y="54595"/>
                </a:lnTo>
                <a:lnTo>
                  <a:pt x="5177490" y="91201"/>
                </a:lnTo>
                <a:lnTo>
                  <a:pt x="5184288" y="133349"/>
                </a:lnTo>
                <a:lnTo>
                  <a:pt x="5184288" y="5452668"/>
                </a:lnTo>
                <a:lnTo>
                  <a:pt x="5177490" y="5494817"/>
                </a:lnTo>
                <a:lnTo>
                  <a:pt x="5158559" y="5531423"/>
                </a:lnTo>
                <a:lnTo>
                  <a:pt x="5129693" y="5560289"/>
                </a:lnTo>
                <a:lnTo>
                  <a:pt x="5093087" y="5579220"/>
                </a:lnTo>
                <a:lnTo>
                  <a:pt x="5050938" y="5586018"/>
                </a:lnTo>
                <a:close/>
              </a:path>
            </a:pathLst>
          </a:custGeom>
          <a:solidFill>
            <a:srgbClr val="ffde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object 485"/>
          <p:cNvSpPr/>
          <p:nvPr/>
        </p:nvSpPr>
        <p:spPr>
          <a:xfrm>
            <a:off x="11480760" y="2498040"/>
            <a:ext cx="4395600" cy="34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0840" indent="-318600">
              <a:lnSpc>
                <a:spcPct val="116000"/>
              </a:lnSpc>
              <a:spcBef>
                <a:spcPts val="99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0" lang="en-IN" sz="2800" spc="-66" strike="noStrike">
                <a:solidFill>
                  <a:srgbClr val="000000"/>
                </a:solidFill>
                <a:latin typeface="Book Antiqua"/>
              </a:rPr>
              <a:t>MLFlow</a:t>
            </a:r>
            <a:r>
              <a:rPr b="0" lang="en-IN" sz="2800" spc="-7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registry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(Challenger</a:t>
            </a:r>
            <a:r>
              <a:rPr b="0" lang="en-IN" sz="2800" spc="-11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82" strike="noStrike">
                <a:solidFill>
                  <a:srgbClr val="000000"/>
                </a:solidFill>
                <a:latin typeface="Book Antiqua"/>
              </a:rPr>
              <a:t>&amp;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Champion)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41472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PyTest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Deepchecks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Evidently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Scikit-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learn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object 486"/>
          <p:cNvSpPr/>
          <p:nvPr/>
        </p:nvSpPr>
        <p:spPr>
          <a:xfrm>
            <a:off x="11303640" y="5469840"/>
            <a:ext cx="3058560" cy="24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508680" indent="-31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 startAt="6"/>
              <a:tabLst>
                <a:tab algn="l" pos="508680"/>
              </a:tabLst>
            </a:pPr>
            <a:r>
              <a:rPr b="0" lang="en-IN" sz="2800" spc="-157" strike="noStrike">
                <a:solidFill>
                  <a:srgbClr val="000000"/>
                </a:solidFill>
                <a:latin typeface="Book Antiqua"/>
              </a:rPr>
              <a:t>SHAP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10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LIME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 startAt="6"/>
              <a:tabLst>
                <a:tab algn="l" pos="508680"/>
              </a:tabLst>
            </a:pPr>
            <a:r>
              <a:rPr b="0" lang="en-IN" sz="2800" spc="-60" strike="noStrike">
                <a:solidFill>
                  <a:srgbClr val="000000"/>
                </a:solidFill>
                <a:latin typeface="Book Antiqua"/>
              </a:rPr>
              <a:t>GradCAM++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 startAt="6"/>
              <a:tabLst>
                <a:tab algn="l" pos="508680"/>
              </a:tabLst>
            </a:pP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Task</a:t>
            </a:r>
            <a:r>
              <a:rPr b="0" lang="en-IN" sz="2800" spc="-14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Manager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 startAt="6"/>
              <a:tabLst>
                <a:tab algn="l" pos="50868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EcoLogits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960" indent="-49536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 startAt="6"/>
              <a:tabLst>
                <a:tab algn="l" pos="5079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CodeCarbon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47" name="object 487"/>
          <p:cNvGrpSpPr/>
          <p:nvPr/>
        </p:nvGrpSpPr>
        <p:grpSpPr>
          <a:xfrm>
            <a:off x="15487200" y="5992200"/>
            <a:ext cx="2688480" cy="2523960"/>
            <a:chOff x="15487200" y="5992200"/>
            <a:chExt cx="2688480" cy="2523960"/>
          </a:xfrm>
        </p:grpSpPr>
        <p:sp>
          <p:nvSpPr>
            <p:cNvPr id="1548" name="object 488"/>
            <p:cNvSpPr/>
            <p:nvPr/>
          </p:nvSpPr>
          <p:spPr>
            <a:xfrm>
              <a:off x="18091440" y="65811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9" name="object 489"/>
            <p:cNvSpPr/>
            <p:nvPr/>
          </p:nvSpPr>
          <p:spPr>
            <a:xfrm>
              <a:off x="18091440" y="64972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0" name="object 490"/>
            <p:cNvSpPr/>
            <p:nvPr/>
          </p:nvSpPr>
          <p:spPr>
            <a:xfrm>
              <a:off x="18007200" y="67496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1" name="object 491"/>
            <p:cNvSpPr/>
            <p:nvPr/>
          </p:nvSpPr>
          <p:spPr>
            <a:xfrm>
              <a:off x="18007200" y="649728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252412"/>
                  </a:lnTo>
                  <a:lnTo>
                    <a:pt x="84035" y="252412"/>
                  </a:lnTo>
                  <a:lnTo>
                    <a:pt x="84035" y="168249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2" name="object 492"/>
            <p:cNvSpPr/>
            <p:nvPr/>
          </p:nvSpPr>
          <p:spPr>
            <a:xfrm>
              <a:off x="17923320" y="691776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83959" y="168325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3" name="object 493"/>
            <p:cNvSpPr/>
            <p:nvPr/>
          </p:nvSpPr>
          <p:spPr>
            <a:xfrm>
              <a:off x="17923320" y="67496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83959" y="168249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4" name="object 494"/>
            <p:cNvSpPr/>
            <p:nvPr/>
          </p:nvSpPr>
          <p:spPr>
            <a:xfrm>
              <a:off x="17923320" y="66654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5" name="object 495"/>
            <p:cNvSpPr/>
            <p:nvPr/>
          </p:nvSpPr>
          <p:spPr>
            <a:xfrm>
              <a:off x="17923320" y="64972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6" name="object 496"/>
            <p:cNvSpPr/>
            <p:nvPr/>
          </p:nvSpPr>
          <p:spPr>
            <a:xfrm>
              <a:off x="17839440" y="83480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1"/>
                  </a:moveTo>
                  <a:lnTo>
                    <a:pt x="0" y="84081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7" name="object 497"/>
            <p:cNvSpPr/>
            <p:nvPr/>
          </p:nvSpPr>
          <p:spPr>
            <a:xfrm>
              <a:off x="17839440" y="82638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8" name="object 498"/>
            <p:cNvSpPr/>
            <p:nvPr/>
          </p:nvSpPr>
          <p:spPr>
            <a:xfrm>
              <a:off x="17839440" y="70862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9" name="object 499"/>
            <p:cNvSpPr/>
            <p:nvPr/>
          </p:nvSpPr>
          <p:spPr>
            <a:xfrm>
              <a:off x="17839440" y="691776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84035" y="168325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0" name="object 500"/>
            <p:cNvSpPr/>
            <p:nvPr/>
          </p:nvSpPr>
          <p:spPr>
            <a:xfrm>
              <a:off x="17839440" y="666540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252412"/>
                  </a:lnTo>
                  <a:lnTo>
                    <a:pt x="84035" y="252412"/>
                  </a:lnTo>
                  <a:lnTo>
                    <a:pt x="84035" y="168325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1" name="object 501"/>
            <p:cNvSpPr/>
            <p:nvPr/>
          </p:nvSpPr>
          <p:spPr>
            <a:xfrm>
              <a:off x="17839440" y="64972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2" name="object 502"/>
            <p:cNvSpPr/>
            <p:nvPr/>
          </p:nvSpPr>
          <p:spPr>
            <a:xfrm>
              <a:off x="17755200" y="8431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3" name="object 503"/>
            <p:cNvSpPr/>
            <p:nvPr/>
          </p:nvSpPr>
          <p:spPr>
            <a:xfrm>
              <a:off x="17755200" y="817956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252412"/>
                  </a:lnTo>
                  <a:lnTo>
                    <a:pt x="84048" y="252412"/>
                  </a:lnTo>
                  <a:lnTo>
                    <a:pt x="84048" y="168325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4" name="object 504"/>
            <p:cNvSpPr/>
            <p:nvPr/>
          </p:nvSpPr>
          <p:spPr>
            <a:xfrm>
              <a:off x="17755200" y="72543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4048" y="168236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5" name="object 505"/>
            <p:cNvSpPr/>
            <p:nvPr/>
          </p:nvSpPr>
          <p:spPr>
            <a:xfrm>
              <a:off x="17755200" y="70862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6" name="object 506"/>
            <p:cNvSpPr/>
            <p:nvPr/>
          </p:nvSpPr>
          <p:spPr>
            <a:xfrm>
              <a:off x="17755200" y="666540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252412"/>
                  </a:lnTo>
                  <a:lnTo>
                    <a:pt x="0" y="336575"/>
                  </a:lnTo>
                  <a:lnTo>
                    <a:pt x="0" y="420738"/>
                  </a:lnTo>
                  <a:lnTo>
                    <a:pt x="84048" y="420738"/>
                  </a:lnTo>
                  <a:lnTo>
                    <a:pt x="84048" y="336575"/>
                  </a:lnTo>
                  <a:lnTo>
                    <a:pt x="84048" y="252412"/>
                  </a:lnTo>
                  <a:lnTo>
                    <a:pt x="84048" y="168325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7" name="object 507"/>
            <p:cNvSpPr/>
            <p:nvPr/>
          </p:nvSpPr>
          <p:spPr>
            <a:xfrm>
              <a:off x="17755200" y="64972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8" name="object 508"/>
            <p:cNvSpPr/>
            <p:nvPr/>
          </p:nvSpPr>
          <p:spPr>
            <a:xfrm>
              <a:off x="17671320" y="8431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9" name="object 509"/>
            <p:cNvSpPr/>
            <p:nvPr/>
          </p:nvSpPr>
          <p:spPr>
            <a:xfrm>
              <a:off x="17671320" y="8095680"/>
              <a:ext cx="84240" cy="336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240"/>
                <a:gd name="textAreaBottom" fmla="*/ 336600 h 336240"/>
              </a:gdLst>
              <a:ahLst/>
              <a:rect l="textAreaLeft" t="textAreaTop" r="textAreaRight" b="textAreaBottom"/>
              <a:pathLst>
                <a:path w="84455" h="336550">
                  <a:moveTo>
                    <a:pt x="8395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0" y="252412"/>
                  </a:lnTo>
                  <a:lnTo>
                    <a:pt x="0" y="336499"/>
                  </a:lnTo>
                  <a:lnTo>
                    <a:pt x="83959" y="336499"/>
                  </a:lnTo>
                  <a:lnTo>
                    <a:pt x="83959" y="252412"/>
                  </a:lnTo>
                  <a:lnTo>
                    <a:pt x="83959" y="168249"/>
                  </a:lnTo>
                  <a:lnTo>
                    <a:pt x="83959" y="84086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0" name="object 510"/>
            <p:cNvSpPr/>
            <p:nvPr/>
          </p:nvSpPr>
          <p:spPr>
            <a:xfrm>
              <a:off x="17671320" y="742248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3959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3959" y="168338"/>
                  </a:lnTo>
                  <a:lnTo>
                    <a:pt x="83959" y="84175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1" name="object 511"/>
            <p:cNvSpPr/>
            <p:nvPr/>
          </p:nvSpPr>
          <p:spPr>
            <a:xfrm>
              <a:off x="17671320" y="72543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3959" y="168236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2" name="object 512"/>
            <p:cNvSpPr/>
            <p:nvPr/>
          </p:nvSpPr>
          <p:spPr>
            <a:xfrm>
              <a:off x="17671320" y="6665400"/>
              <a:ext cx="84240" cy="588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88960"/>
                <a:gd name="textAreaBottom" fmla="*/ 589320 h 588960"/>
              </a:gdLst>
              <a:ahLst/>
              <a:rect l="textAreaLeft" t="textAreaTop" r="textAreaRight" b="textAreaBottom"/>
              <a:pathLst>
                <a:path w="84455" h="589279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588987"/>
                  </a:lnTo>
                  <a:lnTo>
                    <a:pt x="83959" y="588987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3" name="object 513"/>
            <p:cNvSpPr/>
            <p:nvPr/>
          </p:nvSpPr>
          <p:spPr>
            <a:xfrm>
              <a:off x="17671320" y="64972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4" name="object 514"/>
            <p:cNvSpPr/>
            <p:nvPr/>
          </p:nvSpPr>
          <p:spPr>
            <a:xfrm>
              <a:off x="17587080" y="8431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5" name="object 515"/>
            <p:cNvSpPr/>
            <p:nvPr/>
          </p:nvSpPr>
          <p:spPr>
            <a:xfrm>
              <a:off x="17587080" y="801144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35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0" y="336486"/>
                  </a:lnTo>
                  <a:lnTo>
                    <a:pt x="0" y="420573"/>
                  </a:lnTo>
                  <a:lnTo>
                    <a:pt x="84035" y="420573"/>
                  </a:lnTo>
                  <a:lnTo>
                    <a:pt x="84035" y="84074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6" name="object 516"/>
            <p:cNvSpPr/>
            <p:nvPr/>
          </p:nvSpPr>
          <p:spPr>
            <a:xfrm>
              <a:off x="17587080" y="75909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74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7" name="object 517"/>
            <p:cNvSpPr/>
            <p:nvPr/>
          </p:nvSpPr>
          <p:spPr>
            <a:xfrm>
              <a:off x="17587080" y="742248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35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4035" y="168338"/>
                  </a:lnTo>
                  <a:lnTo>
                    <a:pt x="84035" y="84175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8" name="object 518"/>
            <p:cNvSpPr/>
            <p:nvPr/>
          </p:nvSpPr>
          <p:spPr>
            <a:xfrm>
              <a:off x="17587080" y="6749640"/>
              <a:ext cx="84240" cy="6728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84455" h="673100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672985"/>
                  </a:lnTo>
                  <a:lnTo>
                    <a:pt x="84035" y="672985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9" name="object 519"/>
            <p:cNvSpPr/>
            <p:nvPr/>
          </p:nvSpPr>
          <p:spPr>
            <a:xfrm>
              <a:off x="17587080" y="649728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0" name="object 520"/>
            <p:cNvSpPr/>
            <p:nvPr/>
          </p:nvSpPr>
          <p:spPr>
            <a:xfrm>
              <a:off x="17503200" y="6160680"/>
              <a:ext cx="167760" cy="22716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2271600"/>
                <a:gd name="textAreaBottom" fmla="*/ 2271960 h 2271600"/>
              </a:gdLst>
              <a:ahLst/>
              <a:rect l="textAreaLeft" t="textAreaTop" r="textAreaRight" b="textAreaBottom"/>
              <a:pathLst>
                <a:path w="168275" h="2272029">
                  <a:moveTo>
                    <a:pt x="84035" y="2187371"/>
                  </a:moveTo>
                  <a:lnTo>
                    <a:pt x="0" y="2187371"/>
                  </a:lnTo>
                  <a:lnTo>
                    <a:pt x="0" y="2271458"/>
                  </a:lnTo>
                  <a:lnTo>
                    <a:pt x="84035" y="2271458"/>
                  </a:lnTo>
                  <a:lnTo>
                    <a:pt x="84035" y="2187371"/>
                  </a:lnTo>
                  <a:close/>
                </a:path>
                <a:path w="168275" h="2272029">
                  <a:moveTo>
                    <a:pt x="167995" y="0"/>
                  </a:moveTo>
                  <a:lnTo>
                    <a:pt x="83959" y="0"/>
                  </a:lnTo>
                  <a:lnTo>
                    <a:pt x="83959" y="84162"/>
                  </a:lnTo>
                  <a:lnTo>
                    <a:pt x="83959" y="168325"/>
                  </a:lnTo>
                  <a:lnTo>
                    <a:pt x="83959" y="252412"/>
                  </a:lnTo>
                  <a:lnTo>
                    <a:pt x="83959" y="336575"/>
                  </a:lnTo>
                  <a:lnTo>
                    <a:pt x="167995" y="336575"/>
                  </a:lnTo>
                  <a:lnTo>
                    <a:pt x="167995" y="252412"/>
                  </a:lnTo>
                  <a:lnTo>
                    <a:pt x="167995" y="168325"/>
                  </a:lnTo>
                  <a:lnTo>
                    <a:pt x="167995" y="84162"/>
                  </a:lnTo>
                  <a:lnTo>
                    <a:pt x="16799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1" name="object 521"/>
            <p:cNvSpPr/>
            <p:nvPr/>
          </p:nvSpPr>
          <p:spPr>
            <a:xfrm>
              <a:off x="17503200" y="792720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35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249"/>
                  </a:lnTo>
                  <a:lnTo>
                    <a:pt x="0" y="252336"/>
                  </a:lnTo>
                  <a:lnTo>
                    <a:pt x="0" y="336499"/>
                  </a:lnTo>
                  <a:lnTo>
                    <a:pt x="0" y="420662"/>
                  </a:lnTo>
                  <a:lnTo>
                    <a:pt x="84035" y="420662"/>
                  </a:lnTo>
                  <a:lnTo>
                    <a:pt x="84035" y="84175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2" name="object 522"/>
            <p:cNvSpPr/>
            <p:nvPr/>
          </p:nvSpPr>
          <p:spPr>
            <a:xfrm>
              <a:off x="17503200" y="77590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3" name="object 523"/>
            <p:cNvSpPr/>
            <p:nvPr/>
          </p:nvSpPr>
          <p:spPr>
            <a:xfrm>
              <a:off x="17503200" y="75909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74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4" name="object 524"/>
            <p:cNvSpPr/>
            <p:nvPr/>
          </p:nvSpPr>
          <p:spPr>
            <a:xfrm>
              <a:off x="17503200" y="6749640"/>
              <a:ext cx="84240" cy="840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0960"/>
                <a:gd name="textAreaBottom" fmla="*/ 841320 h 840960"/>
              </a:gdLst>
              <a:ahLst/>
              <a:rect l="textAreaLeft" t="textAreaTop" r="textAreaRight" b="textAreaBottom"/>
              <a:pathLst>
                <a:path w="84455" h="84137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841324"/>
                  </a:lnTo>
                  <a:lnTo>
                    <a:pt x="84035" y="841324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5" name="object 525"/>
            <p:cNvSpPr/>
            <p:nvPr/>
          </p:nvSpPr>
          <p:spPr>
            <a:xfrm>
              <a:off x="17503200" y="6160680"/>
              <a:ext cx="84240" cy="504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04360"/>
                <a:gd name="textAreaBottom" fmla="*/ 504720 h 504360"/>
              </a:gdLst>
              <a:ahLst/>
              <a:rect l="textAreaLeft" t="textAreaTop" r="textAreaRight" b="textAreaBottom"/>
              <a:pathLst>
                <a:path w="84455" h="50482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504736"/>
                  </a:lnTo>
                  <a:lnTo>
                    <a:pt x="84035" y="504736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6" name="object 526"/>
            <p:cNvSpPr/>
            <p:nvPr/>
          </p:nvSpPr>
          <p:spPr>
            <a:xfrm>
              <a:off x="17419320" y="82638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7" name="object 527"/>
            <p:cNvSpPr/>
            <p:nvPr/>
          </p:nvSpPr>
          <p:spPr>
            <a:xfrm>
              <a:off x="17419320" y="784332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3959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0" y="252323"/>
                  </a:lnTo>
                  <a:lnTo>
                    <a:pt x="0" y="336410"/>
                  </a:lnTo>
                  <a:lnTo>
                    <a:pt x="0" y="420573"/>
                  </a:lnTo>
                  <a:lnTo>
                    <a:pt x="83959" y="420573"/>
                  </a:lnTo>
                  <a:lnTo>
                    <a:pt x="83959" y="84074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8" name="object 528"/>
            <p:cNvSpPr/>
            <p:nvPr/>
          </p:nvSpPr>
          <p:spPr>
            <a:xfrm>
              <a:off x="17419320" y="77590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9" name="object 529"/>
            <p:cNvSpPr/>
            <p:nvPr/>
          </p:nvSpPr>
          <p:spPr>
            <a:xfrm>
              <a:off x="17419320" y="76748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0" name="object 530"/>
            <p:cNvSpPr/>
            <p:nvPr/>
          </p:nvSpPr>
          <p:spPr>
            <a:xfrm>
              <a:off x="17419320" y="6749640"/>
              <a:ext cx="84240" cy="925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560"/>
                <a:gd name="textAreaBottom" fmla="*/ 925920 h 925560"/>
              </a:gdLst>
              <a:ahLst/>
              <a:rect l="textAreaLeft" t="textAreaTop" r="textAreaRight" b="textAreaBottom"/>
              <a:pathLst>
                <a:path w="84455" h="925829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925398"/>
                  </a:lnTo>
                  <a:lnTo>
                    <a:pt x="83959" y="925398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1" name="object 531"/>
            <p:cNvSpPr/>
            <p:nvPr/>
          </p:nvSpPr>
          <p:spPr>
            <a:xfrm>
              <a:off x="17419320" y="65811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2" name="object 532"/>
            <p:cNvSpPr/>
            <p:nvPr/>
          </p:nvSpPr>
          <p:spPr>
            <a:xfrm>
              <a:off x="17419320" y="632880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395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83959" y="252323"/>
                  </a:lnTo>
                  <a:lnTo>
                    <a:pt x="83959" y="168249"/>
                  </a:lnTo>
                  <a:lnTo>
                    <a:pt x="83959" y="84086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3" name="object 533"/>
            <p:cNvSpPr/>
            <p:nvPr/>
          </p:nvSpPr>
          <p:spPr>
            <a:xfrm>
              <a:off x="1741932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4" name="object 534"/>
            <p:cNvSpPr/>
            <p:nvPr/>
          </p:nvSpPr>
          <p:spPr>
            <a:xfrm>
              <a:off x="17335440" y="81795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5" name="object 535"/>
            <p:cNvSpPr/>
            <p:nvPr/>
          </p:nvSpPr>
          <p:spPr>
            <a:xfrm>
              <a:off x="17335440" y="775908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0" y="252412"/>
                  </a:lnTo>
                  <a:lnTo>
                    <a:pt x="0" y="336486"/>
                  </a:lnTo>
                  <a:lnTo>
                    <a:pt x="0" y="420573"/>
                  </a:lnTo>
                  <a:lnTo>
                    <a:pt x="84035" y="420573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6" name="object 536"/>
            <p:cNvSpPr/>
            <p:nvPr/>
          </p:nvSpPr>
          <p:spPr>
            <a:xfrm>
              <a:off x="17335440" y="76748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7" name="object 537"/>
            <p:cNvSpPr/>
            <p:nvPr/>
          </p:nvSpPr>
          <p:spPr>
            <a:xfrm>
              <a:off x="17335440" y="6749640"/>
              <a:ext cx="84240" cy="925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560"/>
                <a:gd name="textAreaBottom" fmla="*/ 925920 h 925560"/>
              </a:gdLst>
              <a:ahLst/>
              <a:rect l="textAreaLeft" t="textAreaTop" r="textAreaRight" b="textAreaBottom"/>
              <a:pathLst>
                <a:path w="84455" h="92582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925398"/>
                  </a:lnTo>
                  <a:lnTo>
                    <a:pt x="84035" y="925398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8" name="object 538"/>
            <p:cNvSpPr/>
            <p:nvPr/>
          </p:nvSpPr>
          <p:spPr>
            <a:xfrm>
              <a:off x="17335440" y="65811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9" name="object 539"/>
            <p:cNvSpPr/>
            <p:nvPr/>
          </p:nvSpPr>
          <p:spPr>
            <a:xfrm>
              <a:off x="17335440" y="632880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84035" y="252323"/>
                  </a:lnTo>
                  <a:lnTo>
                    <a:pt x="84035" y="168249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0" name="object 540"/>
            <p:cNvSpPr/>
            <p:nvPr/>
          </p:nvSpPr>
          <p:spPr>
            <a:xfrm>
              <a:off x="1733544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1" name="object 541"/>
            <p:cNvSpPr/>
            <p:nvPr/>
          </p:nvSpPr>
          <p:spPr>
            <a:xfrm>
              <a:off x="1725120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2" name="object 542"/>
            <p:cNvSpPr/>
            <p:nvPr/>
          </p:nvSpPr>
          <p:spPr>
            <a:xfrm>
              <a:off x="17251200" y="767484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48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0" y="252412"/>
                  </a:lnTo>
                  <a:lnTo>
                    <a:pt x="0" y="336588"/>
                  </a:lnTo>
                  <a:lnTo>
                    <a:pt x="0" y="420751"/>
                  </a:lnTo>
                  <a:lnTo>
                    <a:pt x="84048" y="420751"/>
                  </a:lnTo>
                  <a:lnTo>
                    <a:pt x="84048" y="336588"/>
                  </a:lnTo>
                  <a:lnTo>
                    <a:pt x="84048" y="252412"/>
                  </a:lnTo>
                  <a:lnTo>
                    <a:pt x="84048" y="168338"/>
                  </a:lnTo>
                  <a:lnTo>
                    <a:pt x="84048" y="84175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3" name="object 543"/>
            <p:cNvSpPr/>
            <p:nvPr/>
          </p:nvSpPr>
          <p:spPr>
            <a:xfrm>
              <a:off x="17251200" y="6749640"/>
              <a:ext cx="84240" cy="925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560"/>
                <a:gd name="textAreaBottom" fmla="*/ 925920 h 925560"/>
              </a:gdLst>
              <a:ahLst/>
              <a:rect l="textAreaLeft" t="textAreaTop" r="textAreaRight" b="textAreaBottom"/>
              <a:pathLst>
                <a:path w="84455" h="925829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925398"/>
                  </a:lnTo>
                  <a:lnTo>
                    <a:pt x="84048" y="925398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4" name="object 544"/>
            <p:cNvSpPr/>
            <p:nvPr/>
          </p:nvSpPr>
          <p:spPr>
            <a:xfrm>
              <a:off x="17251200" y="65811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5" name="object 545"/>
            <p:cNvSpPr/>
            <p:nvPr/>
          </p:nvSpPr>
          <p:spPr>
            <a:xfrm>
              <a:off x="17251200" y="632880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84048" y="252323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6" name="object 546"/>
            <p:cNvSpPr/>
            <p:nvPr/>
          </p:nvSpPr>
          <p:spPr>
            <a:xfrm>
              <a:off x="1725120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7" name="object 547"/>
            <p:cNvSpPr/>
            <p:nvPr/>
          </p:nvSpPr>
          <p:spPr>
            <a:xfrm>
              <a:off x="1716732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8" name="object 548"/>
            <p:cNvSpPr/>
            <p:nvPr/>
          </p:nvSpPr>
          <p:spPr>
            <a:xfrm>
              <a:off x="17167320" y="7674840"/>
              <a:ext cx="84240" cy="336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960"/>
                <a:gd name="textAreaBottom" fmla="*/ 337320 h 336960"/>
              </a:gdLst>
              <a:ahLst/>
              <a:rect l="textAreaLeft" t="textAreaTop" r="textAreaRight" b="textAreaBottom"/>
              <a:pathLst>
                <a:path w="84455" h="337184">
                  <a:moveTo>
                    <a:pt x="83959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0" y="252412"/>
                  </a:lnTo>
                  <a:lnTo>
                    <a:pt x="0" y="336588"/>
                  </a:lnTo>
                  <a:lnTo>
                    <a:pt x="83959" y="336588"/>
                  </a:lnTo>
                  <a:lnTo>
                    <a:pt x="83959" y="252412"/>
                  </a:lnTo>
                  <a:lnTo>
                    <a:pt x="83959" y="168338"/>
                  </a:lnTo>
                  <a:lnTo>
                    <a:pt x="83959" y="84175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9" name="object 549"/>
            <p:cNvSpPr/>
            <p:nvPr/>
          </p:nvSpPr>
          <p:spPr>
            <a:xfrm>
              <a:off x="17167320" y="75909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0" name="object 550"/>
            <p:cNvSpPr/>
            <p:nvPr/>
          </p:nvSpPr>
          <p:spPr>
            <a:xfrm>
              <a:off x="17167320" y="6833520"/>
              <a:ext cx="84240" cy="7570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57080"/>
                <a:gd name="textAreaBottom" fmla="*/ 757440 h 757080"/>
              </a:gdLst>
              <a:ahLst/>
              <a:rect l="textAreaLeft" t="textAreaTop" r="textAreaRight" b="textAreaBottom"/>
              <a:pathLst>
                <a:path w="84455" h="757554">
                  <a:moveTo>
                    <a:pt x="8395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0" y="757161"/>
                  </a:lnTo>
                  <a:lnTo>
                    <a:pt x="83959" y="757161"/>
                  </a:lnTo>
                  <a:lnTo>
                    <a:pt x="83959" y="84086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1" name="object 551"/>
            <p:cNvSpPr/>
            <p:nvPr/>
          </p:nvSpPr>
          <p:spPr>
            <a:xfrm>
              <a:off x="17167320" y="66654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2" name="object 552"/>
            <p:cNvSpPr/>
            <p:nvPr/>
          </p:nvSpPr>
          <p:spPr>
            <a:xfrm>
              <a:off x="17167320" y="6328800"/>
              <a:ext cx="84240" cy="336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240"/>
                <a:gd name="textAreaBottom" fmla="*/ 336600 h 336240"/>
              </a:gdLst>
              <a:ahLst/>
              <a:rect l="textAreaLeft" t="textAreaTop" r="textAreaRight" b="textAreaBottom"/>
              <a:pathLst>
                <a:path w="84455" h="336550">
                  <a:moveTo>
                    <a:pt x="8395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0" y="336410"/>
                  </a:lnTo>
                  <a:lnTo>
                    <a:pt x="83959" y="336410"/>
                  </a:lnTo>
                  <a:lnTo>
                    <a:pt x="83959" y="252323"/>
                  </a:lnTo>
                  <a:lnTo>
                    <a:pt x="83959" y="168249"/>
                  </a:lnTo>
                  <a:lnTo>
                    <a:pt x="83959" y="84086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3" name="object 553"/>
            <p:cNvSpPr/>
            <p:nvPr/>
          </p:nvSpPr>
          <p:spPr>
            <a:xfrm>
              <a:off x="1716732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4" name="object 554"/>
            <p:cNvSpPr/>
            <p:nvPr/>
          </p:nvSpPr>
          <p:spPr>
            <a:xfrm>
              <a:off x="1708308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5" name="object 555"/>
            <p:cNvSpPr/>
            <p:nvPr/>
          </p:nvSpPr>
          <p:spPr>
            <a:xfrm>
              <a:off x="17083080" y="775908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4035" y="168236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6" name="object 556"/>
            <p:cNvSpPr/>
            <p:nvPr/>
          </p:nvSpPr>
          <p:spPr>
            <a:xfrm>
              <a:off x="17083080" y="75909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74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7" name="object 557"/>
            <p:cNvSpPr/>
            <p:nvPr/>
          </p:nvSpPr>
          <p:spPr>
            <a:xfrm>
              <a:off x="17083080" y="75067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8" name="object 558"/>
            <p:cNvSpPr/>
            <p:nvPr/>
          </p:nvSpPr>
          <p:spPr>
            <a:xfrm>
              <a:off x="17083080" y="73386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74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9" name="object 559"/>
            <p:cNvSpPr/>
            <p:nvPr/>
          </p:nvSpPr>
          <p:spPr>
            <a:xfrm>
              <a:off x="17083080" y="691776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252412"/>
                  </a:lnTo>
                  <a:lnTo>
                    <a:pt x="0" y="336499"/>
                  </a:lnTo>
                  <a:lnTo>
                    <a:pt x="0" y="420662"/>
                  </a:lnTo>
                  <a:lnTo>
                    <a:pt x="84035" y="420662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0" name="object 560"/>
            <p:cNvSpPr/>
            <p:nvPr/>
          </p:nvSpPr>
          <p:spPr>
            <a:xfrm>
              <a:off x="17083080" y="68335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08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1" name="object 561"/>
            <p:cNvSpPr/>
            <p:nvPr/>
          </p:nvSpPr>
          <p:spPr>
            <a:xfrm>
              <a:off x="17083080" y="66654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2" name="object 562"/>
            <p:cNvSpPr/>
            <p:nvPr/>
          </p:nvSpPr>
          <p:spPr>
            <a:xfrm>
              <a:off x="17083080" y="6328800"/>
              <a:ext cx="84240" cy="336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240"/>
                <a:gd name="textAreaBottom" fmla="*/ 336600 h 336240"/>
              </a:gdLst>
              <a:ahLst/>
              <a:rect l="textAreaLeft" t="textAreaTop" r="textAreaRight" b="textAreaBottom"/>
              <a:pathLst>
                <a:path w="84455" h="336550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0" y="336410"/>
                  </a:lnTo>
                  <a:lnTo>
                    <a:pt x="84035" y="336410"/>
                  </a:lnTo>
                  <a:lnTo>
                    <a:pt x="84035" y="252323"/>
                  </a:lnTo>
                  <a:lnTo>
                    <a:pt x="84035" y="168249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3" name="object 563"/>
            <p:cNvSpPr/>
            <p:nvPr/>
          </p:nvSpPr>
          <p:spPr>
            <a:xfrm>
              <a:off x="1708308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4" name="object 564"/>
            <p:cNvSpPr/>
            <p:nvPr/>
          </p:nvSpPr>
          <p:spPr>
            <a:xfrm>
              <a:off x="16999200" y="78433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5" name="object 565"/>
            <p:cNvSpPr/>
            <p:nvPr/>
          </p:nvSpPr>
          <p:spPr>
            <a:xfrm>
              <a:off x="16999200" y="77590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6" name="object 566"/>
            <p:cNvSpPr/>
            <p:nvPr/>
          </p:nvSpPr>
          <p:spPr>
            <a:xfrm>
              <a:off x="16999200" y="6749640"/>
              <a:ext cx="84240" cy="10094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09440"/>
                <a:gd name="textAreaBottom" fmla="*/ 1009800 h 1009440"/>
              </a:gdLst>
              <a:ahLst/>
              <a:rect l="textAreaLeft" t="textAreaTop" r="textAreaRight" b="textAreaBottom"/>
              <a:pathLst>
                <a:path w="84455" h="1009650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1009573"/>
                  </a:lnTo>
                  <a:lnTo>
                    <a:pt x="84048" y="1009573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7" name="object 567"/>
            <p:cNvSpPr/>
            <p:nvPr/>
          </p:nvSpPr>
          <p:spPr>
            <a:xfrm>
              <a:off x="16999200" y="66654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8" name="object 568"/>
            <p:cNvSpPr/>
            <p:nvPr/>
          </p:nvSpPr>
          <p:spPr>
            <a:xfrm>
              <a:off x="16999200" y="6328800"/>
              <a:ext cx="84240" cy="336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240"/>
                <a:gd name="textAreaBottom" fmla="*/ 336600 h 336240"/>
              </a:gdLst>
              <a:ahLst/>
              <a:rect l="textAreaLeft" t="textAreaTop" r="textAreaRight" b="textAreaBottom"/>
              <a:pathLst>
                <a:path w="84455" h="336550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0" y="336410"/>
                  </a:lnTo>
                  <a:lnTo>
                    <a:pt x="84048" y="336410"/>
                  </a:lnTo>
                  <a:lnTo>
                    <a:pt x="84048" y="252323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9" name="object 569"/>
            <p:cNvSpPr/>
            <p:nvPr/>
          </p:nvSpPr>
          <p:spPr>
            <a:xfrm>
              <a:off x="1699920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0" name="object 570"/>
            <p:cNvSpPr/>
            <p:nvPr/>
          </p:nvSpPr>
          <p:spPr>
            <a:xfrm>
              <a:off x="1691532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1" name="object 571"/>
            <p:cNvSpPr/>
            <p:nvPr/>
          </p:nvSpPr>
          <p:spPr>
            <a:xfrm>
              <a:off x="16915320" y="78433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2" name="object 572"/>
            <p:cNvSpPr/>
            <p:nvPr/>
          </p:nvSpPr>
          <p:spPr>
            <a:xfrm>
              <a:off x="16915320" y="767484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3947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3947" y="168338"/>
                  </a:lnTo>
                  <a:lnTo>
                    <a:pt x="83947" y="84175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3" name="object 573"/>
            <p:cNvSpPr/>
            <p:nvPr/>
          </p:nvSpPr>
          <p:spPr>
            <a:xfrm>
              <a:off x="16915320" y="6665400"/>
              <a:ext cx="84240" cy="10094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09440"/>
                <a:gd name="textAreaBottom" fmla="*/ 1009800 h 1009440"/>
              </a:gdLst>
              <a:ahLst/>
              <a:rect l="textAreaLeft" t="textAreaTop" r="textAreaRight" b="textAreaBottom"/>
              <a:pathLst>
                <a:path w="84455" h="1009650">
                  <a:moveTo>
                    <a:pt x="83947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1009561"/>
                  </a:lnTo>
                  <a:lnTo>
                    <a:pt x="83947" y="1009561"/>
                  </a:lnTo>
                  <a:lnTo>
                    <a:pt x="83947" y="84162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4" name="object 574"/>
            <p:cNvSpPr/>
            <p:nvPr/>
          </p:nvSpPr>
          <p:spPr>
            <a:xfrm>
              <a:off x="16915320" y="6328800"/>
              <a:ext cx="84240" cy="336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240"/>
                <a:gd name="textAreaBottom" fmla="*/ 336600 h 336240"/>
              </a:gdLst>
              <a:ahLst/>
              <a:rect l="textAreaLeft" t="textAreaTop" r="textAreaRight" b="textAreaBottom"/>
              <a:pathLst>
                <a:path w="84455" h="336550">
                  <a:moveTo>
                    <a:pt x="83947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0" y="336410"/>
                  </a:lnTo>
                  <a:lnTo>
                    <a:pt x="83947" y="336410"/>
                  </a:lnTo>
                  <a:lnTo>
                    <a:pt x="83947" y="252323"/>
                  </a:lnTo>
                  <a:lnTo>
                    <a:pt x="83947" y="168249"/>
                  </a:lnTo>
                  <a:lnTo>
                    <a:pt x="83947" y="84086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5" name="object 575"/>
            <p:cNvSpPr/>
            <p:nvPr/>
          </p:nvSpPr>
          <p:spPr>
            <a:xfrm>
              <a:off x="1691532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6" name="object 576"/>
            <p:cNvSpPr/>
            <p:nvPr/>
          </p:nvSpPr>
          <p:spPr>
            <a:xfrm>
              <a:off x="1683108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7" name="object 577"/>
            <p:cNvSpPr/>
            <p:nvPr/>
          </p:nvSpPr>
          <p:spPr>
            <a:xfrm>
              <a:off x="16831080" y="78433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8" name="object 578"/>
            <p:cNvSpPr/>
            <p:nvPr/>
          </p:nvSpPr>
          <p:spPr>
            <a:xfrm>
              <a:off x="16831080" y="767484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48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4048" y="168338"/>
                  </a:lnTo>
                  <a:lnTo>
                    <a:pt x="84048" y="84175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9" name="object 579"/>
            <p:cNvSpPr/>
            <p:nvPr/>
          </p:nvSpPr>
          <p:spPr>
            <a:xfrm>
              <a:off x="16831080" y="6581160"/>
              <a:ext cx="84240" cy="10936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93680"/>
                <a:gd name="textAreaBottom" fmla="*/ 1094040 h 1093680"/>
              </a:gdLst>
              <a:ahLst/>
              <a:rect l="textAreaLeft" t="textAreaTop" r="textAreaRight" b="textAreaBottom"/>
              <a:pathLst>
                <a:path w="84455" h="1094104">
                  <a:moveTo>
                    <a:pt x="84048" y="336499"/>
                  </a:moveTo>
                  <a:lnTo>
                    <a:pt x="0" y="336499"/>
                  </a:lnTo>
                  <a:lnTo>
                    <a:pt x="0" y="420662"/>
                  </a:lnTo>
                  <a:lnTo>
                    <a:pt x="0" y="504825"/>
                  </a:lnTo>
                  <a:lnTo>
                    <a:pt x="0" y="1093647"/>
                  </a:lnTo>
                  <a:lnTo>
                    <a:pt x="84048" y="1093647"/>
                  </a:lnTo>
                  <a:lnTo>
                    <a:pt x="84048" y="420662"/>
                  </a:lnTo>
                  <a:lnTo>
                    <a:pt x="84048" y="336499"/>
                  </a:lnTo>
                  <a:close/>
                </a:path>
                <a:path w="84455" h="1094104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0" name="object 580"/>
            <p:cNvSpPr/>
            <p:nvPr/>
          </p:nvSpPr>
          <p:spPr>
            <a:xfrm>
              <a:off x="16831080" y="632880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84048" y="252323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1" name="object 581"/>
            <p:cNvSpPr/>
            <p:nvPr/>
          </p:nvSpPr>
          <p:spPr>
            <a:xfrm>
              <a:off x="1683108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1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1" y="0"/>
                  </a:lnTo>
                  <a:lnTo>
                    <a:pt x="84041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2" name="object 582"/>
            <p:cNvSpPr/>
            <p:nvPr/>
          </p:nvSpPr>
          <p:spPr>
            <a:xfrm>
              <a:off x="1674720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3" name="object 583"/>
            <p:cNvSpPr/>
            <p:nvPr/>
          </p:nvSpPr>
          <p:spPr>
            <a:xfrm>
              <a:off x="16747200" y="78433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4" name="object 584"/>
            <p:cNvSpPr/>
            <p:nvPr/>
          </p:nvSpPr>
          <p:spPr>
            <a:xfrm>
              <a:off x="16747200" y="767484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35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4035" y="168338"/>
                  </a:lnTo>
                  <a:lnTo>
                    <a:pt x="84035" y="84175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5" name="object 585"/>
            <p:cNvSpPr/>
            <p:nvPr/>
          </p:nvSpPr>
          <p:spPr>
            <a:xfrm>
              <a:off x="16747200" y="6581160"/>
              <a:ext cx="84240" cy="10936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93680"/>
                <a:gd name="textAreaBottom" fmla="*/ 1094040 h 1093680"/>
              </a:gdLst>
              <a:ahLst/>
              <a:rect l="textAreaLeft" t="textAreaTop" r="textAreaRight" b="textAreaBottom"/>
              <a:pathLst>
                <a:path w="84455" h="1094104">
                  <a:moveTo>
                    <a:pt x="84035" y="252412"/>
                  </a:moveTo>
                  <a:lnTo>
                    <a:pt x="0" y="252412"/>
                  </a:lnTo>
                  <a:lnTo>
                    <a:pt x="0" y="336499"/>
                  </a:lnTo>
                  <a:lnTo>
                    <a:pt x="0" y="420662"/>
                  </a:lnTo>
                  <a:lnTo>
                    <a:pt x="0" y="1093647"/>
                  </a:lnTo>
                  <a:lnTo>
                    <a:pt x="84035" y="1093647"/>
                  </a:lnTo>
                  <a:lnTo>
                    <a:pt x="84035" y="336499"/>
                  </a:lnTo>
                  <a:lnTo>
                    <a:pt x="84035" y="252412"/>
                  </a:lnTo>
                  <a:close/>
                </a:path>
                <a:path w="84455" h="1094104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6" name="object 586"/>
            <p:cNvSpPr/>
            <p:nvPr/>
          </p:nvSpPr>
          <p:spPr>
            <a:xfrm>
              <a:off x="16747200" y="632880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252323"/>
                  </a:lnTo>
                  <a:lnTo>
                    <a:pt x="84035" y="252323"/>
                  </a:lnTo>
                  <a:lnTo>
                    <a:pt x="84035" y="168249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7" name="object 587"/>
            <p:cNvSpPr/>
            <p:nvPr/>
          </p:nvSpPr>
          <p:spPr>
            <a:xfrm>
              <a:off x="1674720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8" name="object 588"/>
            <p:cNvSpPr/>
            <p:nvPr/>
          </p:nvSpPr>
          <p:spPr>
            <a:xfrm>
              <a:off x="16663320" y="792720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3947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3947" y="168338"/>
                  </a:lnTo>
                  <a:lnTo>
                    <a:pt x="83947" y="84175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9" name="object 589"/>
            <p:cNvSpPr/>
            <p:nvPr/>
          </p:nvSpPr>
          <p:spPr>
            <a:xfrm>
              <a:off x="16663320" y="78433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0" name="object 590"/>
            <p:cNvSpPr/>
            <p:nvPr/>
          </p:nvSpPr>
          <p:spPr>
            <a:xfrm>
              <a:off x="16663320" y="77590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1" name="object 591"/>
            <p:cNvSpPr/>
            <p:nvPr/>
          </p:nvSpPr>
          <p:spPr>
            <a:xfrm>
              <a:off x="16663320" y="6497280"/>
              <a:ext cx="84240" cy="1262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262160"/>
                <a:gd name="textAreaBottom" fmla="*/ 1262520 h 1262160"/>
              </a:gdLst>
              <a:ahLst/>
              <a:rect l="textAreaLeft" t="textAreaTop" r="textAreaRight" b="textAreaBottom"/>
              <a:pathLst>
                <a:path w="84455" h="1262379">
                  <a:moveTo>
                    <a:pt x="83947" y="252412"/>
                  </a:moveTo>
                  <a:lnTo>
                    <a:pt x="0" y="252412"/>
                  </a:lnTo>
                  <a:lnTo>
                    <a:pt x="0" y="336575"/>
                  </a:lnTo>
                  <a:lnTo>
                    <a:pt x="0" y="420662"/>
                  </a:lnTo>
                  <a:lnTo>
                    <a:pt x="0" y="1261986"/>
                  </a:lnTo>
                  <a:lnTo>
                    <a:pt x="83947" y="1261986"/>
                  </a:lnTo>
                  <a:lnTo>
                    <a:pt x="83947" y="336575"/>
                  </a:lnTo>
                  <a:lnTo>
                    <a:pt x="83947" y="252412"/>
                  </a:lnTo>
                  <a:close/>
                </a:path>
                <a:path w="84455" h="1262379">
                  <a:moveTo>
                    <a:pt x="83947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83947" y="84162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2" name="object 592"/>
            <p:cNvSpPr/>
            <p:nvPr/>
          </p:nvSpPr>
          <p:spPr>
            <a:xfrm>
              <a:off x="16663320" y="63288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47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3947" y="168249"/>
                  </a:lnTo>
                  <a:lnTo>
                    <a:pt x="83947" y="84086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3" name="object 593"/>
            <p:cNvSpPr/>
            <p:nvPr/>
          </p:nvSpPr>
          <p:spPr>
            <a:xfrm>
              <a:off x="16663320" y="6244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4" name="object 594"/>
            <p:cNvSpPr/>
            <p:nvPr/>
          </p:nvSpPr>
          <p:spPr>
            <a:xfrm>
              <a:off x="1657908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5" name="object 595"/>
            <p:cNvSpPr/>
            <p:nvPr/>
          </p:nvSpPr>
          <p:spPr>
            <a:xfrm>
              <a:off x="1657908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6" name="object 596"/>
            <p:cNvSpPr/>
            <p:nvPr/>
          </p:nvSpPr>
          <p:spPr>
            <a:xfrm>
              <a:off x="16579080" y="775908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4048" y="168236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7" name="object 597"/>
            <p:cNvSpPr/>
            <p:nvPr/>
          </p:nvSpPr>
          <p:spPr>
            <a:xfrm>
              <a:off x="16579080" y="6497280"/>
              <a:ext cx="84240" cy="1262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262160"/>
                <a:gd name="textAreaBottom" fmla="*/ 1262520 h 1262160"/>
              </a:gdLst>
              <a:ahLst/>
              <a:rect l="textAreaLeft" t="textAreaTop" r="textAreaRight" b="textAreaBottom"/>
              <a:pathLst>
                <a:path w="84455" h="1262379">
                  <a:moveTo>
                    <a:pt x="84048" y="252412"/>
                  </a:moveTo>
                  <a:lnTo>
                    <a:pt x="0" y="252412"/>
                  </a:lnTo>
                  <a:lnTo>
                    <a:pt x="0" y="336575"/>
                  </a:lnTo>
                  <a:lnTo>
                    <a:pt x="0" y="420662"/>
                  </a:lnTo>
                  <a:lnTo>
                    <a:pt x="0" y="1261986"/>
                  </a:lnTo>
                  <a:lnTo>
                    <a:pt x="84048" y="1261986"/>
                  </a:lnTo>
                  <a:lnTo>
                    <a:pt x="84048" y="336575"/>
                  </a:lnTo>
                  <a:lnTo>
                    <a:pt x="84048" y="252412"/>
                  </a:lnTo>
                  <a:close/>
                </a:path>
                <a:path w="84455" h="1262379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8" name="object 598"/>
            <p:cNvSpPr/>
            <p:nvPr/>
          </p:nvSpPr>
          <p:spPr>
            <a:xfrm>
              <a:off x="16579080" y="63288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9" name="object 599"/>
            <p:cNvSpPr/>
            <p:nvPr/>
          </p:nvSpPr>
          <p:spPr>
            <a:xfrm>
              <a:off x="16579080" y="6244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0" name="object 600"/>
            <p:cNvSpPr/>
            <p:nvPr/>
          </p:nvSpPr>
          <p:spPr>
            <a:xfrm>
              <a:off x="1649520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1" name="object 601"/>
            <p:cNvSpPr/>
            <p:nvPr/>
          </p:nvSpPr>
          <p:spPr>
            <a:xfrm>
              <a:off x="1649520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2" name="object 602"/>
            <p:cNvSpPr/>
            <p:nvPr/>
          </p:nvSpPr>
          <p:spPr>
            <a:xfrm>
              <a:off x="16495200" y="775908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4035" y="168236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3" name="object 603"/>
            <p:cNvSpPr/>
            <p:nvPr/>
          </p:nvSpPr>
          <p:spPr>
            <a:xfrm>
              <a:off x="16495200" y="6497280"/>
              <a:ext cx="84240" cy="1262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262160"/>
                <a:gd name="textAreaBottom" fmla="*/ 1262520 h 1262160"/>
              </a:gdLst>
              <a:ahLst/>
              <a:rect l="textAreaLeft" t="textAreaTop" r="textAreaRight" b="textAreaBottom"/>
              <a:pathLst>
                <a:path w="84455" h="1262379">
                  <a:moveTo>
                    <a:pt x="84035" y="252412"/>
                  </a:moveTo>
                  <a:lnTo>
                    <a:pt x="0" y="252412"/>
                  </a:lnTo>
                  <a:lnTo>
                    <a:pt x="0" y="336575"/>
                  </a:lnTo>
                  <a:lnTo>
                    <a:pt x="0" y="420662"/>
                  </a:lnTo>
                  <a:lnTo>
                    <a:pt x="0" y="1261986"/>
                  </a:lnTo>
                  <a:lnTo>
                    <a:pt x="84035" y="1261986"/>
                  </a:lnTo>
                  <a:lnTo>
                    <a:pt x="84035" y="336575"/>
                  </a:lnTo>
                  <a:lnTo>
                    <a:pt x="84035" y="252412"/>
                  </a:lnTo>
                  <a:close/>
                </a:path>
                <a:path w="84455" h="126237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4" name="object 604"/>
            <p:cNvSpPr/>
            <p:nvPr/>
          </p:nvSpPr>
          <p:spPr>
            <a:xfrm>
              <a:off x="16495200" y="63288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5" name="object 605"/>
            <p:cNvSpPr/>
            <p:nvPr/>
          </p:nvSpPr>
          <p:spPr>
            <a:xfrm>
              <a:off x="16495200" y="6244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6" name="object 606"/>
            <p:cNvSpPr/>
            <p:nvPr/>
          </p:nvSpPr>
          <p:spPr>
            <a:xfrm>
              <a:off x="1641132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7" name="object 607"/>
            <p:cNvSpPr/>
            <p:nvPr/>
          </p:nvSpPr>
          <p:spPr>
            <a:xfrm>
              <a:off x="16411320" y="7927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8" name="object 608"/>
            <p:cNvSpPr/>
            <p:nvPr/>
          </p:nvSpPr>
          <p:spPr>
            <a:xfrm>
              <a:off x="16411320" y="775908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3959" y="168236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9" name="object 609"/>
            <p:cNvSpPr/>
            <p:nvPr/>
          </p:nvSpPr>
          <p:spPr>
            <a:xfrm>
              <a:off x="16411320" y="6497280"/>
              <a:ext cx="84240" cy="1262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262160"/>
                <a:gd name="textAreaBottom" fmla="*/ 1262520 h 1262160"/>
              </a:gdLst>
              <a:ahLst/>
              <a:rect l="textAreaLeft" t="textAreaTop" r="textAreaRight" b="textAreaBottom"/>
              <a:pathLst>
                <a:path w="84455" h="1262379">
                  <a:moveTo>
                    <a:pt x="83959" y="252412"/>
                  </a:moveTo>
                  <a:lnTo>
                    <a:pt x="0" y="252412"/>
                  </a:lnTo>
                  <a:lnTo>
                    <a:pt x="0" y="336575"/>
                  </a:lnTo>
                  <a:lnTo>
                    <a:pt x="0" y="420662"/>
                  </a:lnTo>
                  <a:lnTo>
                    <a:pt x="0" y="1261986"/>
                  </a:lnTo>
                  <a:lnTo>
                    <a:pt x="83959" y="1261986"/>
                  </a:lnTo>
                  <a:lnTo>
                    <a:pt x="83959" y="336575"/>
                  </a:lnTo>
                  <a:lnTo>
                    <a:pt x="83959" y="252412"/>
                  </a:lnTo>
                  <a:close/>
                </a:path>
                <a:path w="84455" h="1262379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0" name="object 610"/>
            <p:cNvSpPr/>
            <p:nvPr/>
          </p:nvSpPr>
          <p:spPr>
            <a:xfrm>
              <a:off x="16411320" y="63288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5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3959" y="168249"/>
                  </a:lnTo>
                  <a:lnTo>
                    <a:pt x="83959" y="84086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1" name="object 611"/>
            <p:cNvSpPr/>
            <p:nvPr/>
          </p:nvSpPr>
          <p:spPr>
            <a:xfrm>
              <a:off x="1641132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2" name="object 612"/>
            <p:cNvSpPr/>
            <p:nvPr/>
          </p:nvSpPr>
          <p:spPr>
            <a:xfrm>
              <a:off x="1632708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3" name="object 613"/>
            <p:cNvSpPr/>
            <p:nvPr/>
          </p:nvSpPr>
          <p:spPr>
            <a:xfrm>
              <a:off x="1632708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4" name="object 614"/>
            <p:cNvSpPr/>
            <p:nvPr/>
          </p:nvSpPr>
          <p:spPr>
            <a:xfrm>
              <a:off x="16327080" y="775908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0" y="252412"/>
                  </a:lnTo>
                  <a:lnTo>
                    <a:pt x="84048" y="252412"/>
                  </a:lnTo>
                  <a:lnTo>
                    <a:pt x="84048" y="168236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5" name="object 615"/>
            <p:cNvSpPr/>
            <p:nvPr/>
          </p:nvSpPr>
          <p:spPr>
            <a:xfrm>
              <a:off x="16327080" y="6749640"/>
              <a:ext cx="84240" cy="10094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09440"/>
                <a:gd name="textAreaBottom" fmla="*/ 1009800 h 1009440"/>
              </a:gdLst>
              <a:ahLst/>
              <a:rect l="textAreaLeft" t="textAreaTop" r="textAreaRight" b="textAreaBottom"/>
              <a:pathLst>
                <a:path w="84455" h="1009650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1009573"/>
                  </a:lnTo>
                  <a:lnTo>
                    <a:pt x="84048" y="1009573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6" name="object 616"/>
            <p:cNvSpPr/>
            <p:nvPr/>
          </p:nvSpPr>
          <p:spPr>
            <a:xfrm>
              <a:off x="16327080" y="66654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7" name="object 617"/>
            <p:cNvSpPr/>
            <p:nvPr/>
          </p:nvSpPr>
          <p:spPr>
            <a:xfrm>
              <a:off x="16327080" y="649728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8" name="object 618"/>
            <p:cNvSpPr/>
            <p:nvPr/>
          </p:nvSpPr>
          <p:spPr>
            <a:xfrm>
              <a:off x="16327080" y="624492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252412"/>
                  </a:lnTo>
                  <a:lnTo>
                    <a:pt x="84048" y="252412"/>
                  </a:lnTo>
                  <a:lnTo>
                    <a:pt x="84048" y="168249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9" name="object 619"/>
            <p:cNvSpPr/>
            <p:nvPr/>
          </p:nvSpPr>
          <p:spPr>
            <a:xfrm>
              <a:off x="1632708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0" name="object 620"/>
            <p:cNvSpPr/>
            <p:nvPr/>
          </p:nvSpPr>
          <p:spPr>
            <a:xfrm>
              <a:off x="1632708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1" name="object 621"/>
            <p:cNvSpPr/>
            <p:nvPr/>
          </p:nvSpPr>
          <p:spPr>
            <a:xfrm>
              <a:off x="1624320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2" name="object 622"/>
            <p:cNvSpPr/>
            <p:nvPr/>
          </p:nvSpPr>
          <p:spPr>
            <a:xfrm>
              <a:off x="1624320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3" name="object 623"/>
            <p:cNvSpPr/>
            <p:nvPr/>
          </p:nvSpPr>
          <p:spPr>
            <a:xfrm>
              <a:off x="16243200" y="7674840"/>
              <a:ext cx="84240" cy="336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960"/>
                <a:gd name="textAreaBottom" fmla="*/ 337320 h 336960"/>
              </a:gdLst>
              <a:ahLst/>
              <a:rect l="textAreaLeft" t="textAreaTop" r="textAreaRight" b="textAreaBottom"/>
              <a:pathLst>
                <a:path w="84455" h="337184">
                  <a:moveTo>
                    <a:pt x="84035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0" y="252412"/>
                  </a:lnTo>
                  <a:lnTo>
                    <a:pt x="0" y="336588"/>
                  </a:lnTo>
                  <a:lnTo>
                    <a:pt x="84035" y="336588"/>
                  </a:lnTo>
                  <a:lnTo>
                    <a:pt x="84035" y="252412"/>
                  </a:lnTo>
                  <a:lnTo>
                    <a:pt x="84035" y="168338"/>
                  </a:lnTo>
                  <a:lnTo>
                    <a:pt x="84035" y="84175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4" name="object 624"/>
            <p:cNvSpPr/>
            <p:nvPr/>
          </p:nvSpPr>
          <p:spPr>
            <a:xfrm>
              <a:off x="16243200" y="6833520"/>
              <a:ext cx="84240" cy="840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0960"/>
                <a:gd name="textAreaBottom" fmla="*/ 841320 h 840960"/>
              </a:gdLst>
              <a:ahLst/>
              <a:rect l="textAreaLeft" t="textAreaTop" r="textAreaRight" b="textAreaBottom"/>
              <a:pathLst>
                <a:path w="84455" h="841375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0" y="841235"/>
                  </a:lnTo>
                  <a:lnTo>
                    <a:pt x="84035" y="841235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5" name="object 625"/>
            <p:cNvSpPr/>
            <p:nvPr/>
          </p:nvSpPr>
          <p:spPr>
            <a:xfrm>
              <a:off x="16243200" y="67496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6" name="object 626"/>
            <p:cNvSpPr/>
            <p:nvPr/>
          </p:nvSpPr>
          <p:spPr>
            <a:xfrm>
              <a:off x="16243200" y="658116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35" y="168249"/>
                  </a:lnTo>
                  <a:lnTo>
                    <a:pt x="84035" y="84086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7" name="object 627"/>
            <p:cNvSpPr/>
            <p:nvPr/>
          </p:nvSpPr>
          <p:spPr>
            <a:xfrm>
              <a:off x="16243200" y="616068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252412"/>
                  </a:lnTo>
                  <a:lnTo>
                    <a:pt x="0" y="336486"/>
                  </a:lnTo>
                  <a:lnTo>
                    <a:pt x="0" y="420649"/>
                  </a:lnTo>
                  <a:lnTo>
                    <a:pt x="84035" y="420649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8" name="object 628"/>
            <p:cNvSpPr/>
            <p:nvPr/>
          </p:nvSpPr>
          <p:spPr>
            <a:xfrm>
              <a:off x="1624320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9" name="object 629"/>
            <p:cNvSpPr/>
            <p:nvPr/>
          </p:nvSpPr>
          <p:spPr>
            <a:xfrm>
              <a:off x="16243200" y="5992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0" name="object 630"/>
            <p:cNvSpPr/>
            <p:nvPr/>
          </p:nvSpPr>
          <p:spPr>
            <a:xfrm>
              <a:off x="1615896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1" name="object 631"/>
            <p:cNvSpPr/>
            <p:nvPr/>
          </p:nvSpPr>
          <p:spPr>
            <a:xfrm>
              <a:off x="1615896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2" name="object 632"/>
            <p:cNvSpPr/>
            <p:nvPr/>
          </p:nvSpPr>
          <p:spPr>
            <a:xfrm>
              <a:off x="16158960" y="7674840"/>
              <a:ext cx="84240" cy="336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36960"/>
                <a:gd name="textAreaBottom" fmla="*/ 337320 h 336960"/>
              </a:gdLst>
              <a:ahLst/>
              <a:rect l="textAreaLeft" t="textAreaTop" r="textAreaRight" b="textAreaBottom"/>
              <a:pathLst>
                <a:path w="84455" h="337184">
                  <a:moveTo>
                    <a:pt x="84048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0" y="252412"/>
                  </a:lnTo>
                  <a:lnTo>
                    <a:pt x="0" y="336588"/>
                  </a:lnTo>
                  <a:lnTo>
                    <a:pt x="84048" y="336588"/>
                  </a:lnTo>
                  <a:lnTo>
                    <a:pt x="84048" y="252412"/>
                  </a:lnTo>
                  <a:lnTo>
                    <a:pt x="84048" y="168338"/>
                  </a:lnTo>
                  <a:lnTo>
                    <a:pt x="84048" y="84175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3" name="object 633"/>
            <p:cNvSpPr/>
            <p:nvPr/>
          </p:nvSpPr>
          <p:spPr>
            <a:xfrm>
              <a:off x="16158960" y="6581160"/>
              <a:ext cx="84240" cy="10936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93680"/>
                <a:gd name="textAreaBottom" fmla="*/ 1094040 h 1093680"/>
              </a:gdLst>
              <a:ahLst/>
              <a:rect l="textAreaLeft" t="textAreaTop" r="textAreaRight" b="textAreaBottom"/>
              <a:pathLst>
                <a:path w="84455" h="1094104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0" y="1093647"/>
                  </a:lnTo>
                  <a:lnTo>
                    <a:pt x="84048" y="1093647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4" name="object 634"/>
            <p:cNvSpPr/>
            <p:nvPr/>
          </p:nvSpPr>
          <p:spPr>
            <a:xfrm>
              <a:off x="16158960" y="616068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252412"/>
                  </a:lnTo>
                  <a:lnTo>
                    <a:pt x="0" y="336486"/>
                  </a:lnTo>
                  <a:lnTo>
                    <a:pt x="0" y="420649"/>
                  </a:lnTo>
                  <a:lnTo>
                    <a:pt x="84048" y="420649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5" name="object 635"/>
            <p:cNvSpPr/>
            <p:nvPr/>
          </p:nvSpPr>
          <p:spPr>
            <a:xfrm>
              <a:off x="1615896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6" name="object 636"/>
            <p:cNvSpPr/>
            <p:nvPr/>
          </p:nvSpPr>
          <p:spPr>
            <a:xfrm>
              <a:off x="16158960" y="5992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7" name="object 637"/>
            <p:cNvSpPr/>
            <p:nvPr/>
          </p:nvSpPr>
          <p:spPr>
            <a:xfrm>
              <a:off x="1607508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8" name="object 638"/>
            <p:cNvSpPr/>
            <p:nvPr/>
          </p:nvSpPr>
          <p:spPr>
            <a:xfrm>
              <a:off x="16075080" y="8011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9" name="object 639"/>
            <p:cNvSpPr/>
            <p:nvPr/>
          </p:nvSpPr>
          <p:spPr>
            <a:xfrm>
              <a:off x="16075080" y="759096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3959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0" y="252412"/>
                  </a:lnTo>
                  <a:lnTo>
                    <a:pt x="0" y="336486"/>
                  </a:lnTo>
                  <a:lnTo>
                    <a:pt x="0" y="420662"/>
                  </a:lnTo>
                  <a:lnTo>
                    <a:pt x="83959" y="420662"/>
                  </a:lnTo>
                  <a:lnTo>
                    <a:pt x="83959" y="336486"/>
                  </a:lnTo>
                  <a:lnTo>
                    <a:pt x="83959" y="252412"/>
                  </a:lnTo>
                  <a:lnTo>
                    <a:pt x="83959" y="168249"/>
                  </a:lnTo>
                  <a:lnTo>
                    <a:pt x="83959" y="84074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0" name="object 640"/>
            <p:cNvSpPr/>
            <p:nvPr/>
          </p:nvSpPr>
          <p:spPr>
            <a:xfrm>
              <a:off x="16075080" y="6665400"/>
              <a:ext cx="84240" cy="925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560"/>
                <a:gd name="textAreaBottom" fmla="*/ 925920 h 925560"/>
              </a:gdLst>
              <a:ahLst/>
              <a:rect l="textAreaLeft" t="textAreaTop" r="textAreaRight" b="textAreaBottom"/>
              <a:pathLst>
                <a:path w="84455" h="925829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925487"/>
                  </a:lnTo>
                  <a:lnTo>
                    <a:pt x="83959" y="925487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1" name="object 641"/>
            <p:cNvSpPr/>
            <p:nvPr/>
          </p:nvSpPr>
          <p:spPr>
            <a:xfrm>
              <a:off x="16075080" y="6160680"/>
              <a:ext cx="84240" cy="504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04360"/>
                <a:gd name="textAreaBottom" fmla="*/ 504720 h 504360"/>
              </a:gdLst>
              <a:ahLst/>
              <a:rect l="textAreaLeft" t="textAreaTop" r="textAreaRight" b="textAreaBottom"/>
              <a:pathLst>
                <a:path w="84455" h="504825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504736"/>
                  </a:lnTo>
                  <a:lnTo>
                    <a:pt x="83959" y="504736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2" name="object 642"/>
            <p:cNvSpPr/>
            <p:nvPr/>
          </p:nvSpPr>
          <p:spPr>
            <a:xfrm>
              <a:off x="1607508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3" name="object 643"/>
            <p:cNvSpPr/>
            <p:nvPr/>
          </p:nvSpPr>
          <p:spPr>
            <a:xfrm>
              <a:off x="16075080" y="5992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4" name="object 644"/>
            <p:cNvSpPr/>
            <p:nvPr/>
          </p:nvSpPr>
          <p:spPr>
            <a:xfrm>
              <a:off x="15991200" y="81795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5" name="object 645"/>
            <p:cNvSpPr/>
            <p:nvPr/>
          </p:nvSpPr>
          <p:spPr>
            <a:xfrm>
              <a:off x="1599120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6" name="object 646"/>
            <p:cNvSpPr/>
            <p:nvPr/>
          </p:nvSpPr>
          <p:spPr>
            <a:xfrm>
              <a:off x="15991200" y="7506720"/>
              <a:ext cx="84240" cy="588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88960"/>
                <a:gd name="textAreaBottom" fmla="*/ 589320 h 588960"/>
              </a:gdLst>
              <a:ahLst/>
              <a:rect l="textAreaLeft" t="textAreaTop" r="textAreaRight" b="textAreaBottom"/>
              <a:pathLst>
                <a:path w="84455" h="58927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0" y="588987"/>
                  </a:lnTo>
                  <a:lnTo>
                    <a:pt x="84035" y="588987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7" name="object 647"/>
            <p:cNvSpPr/>
            <p:nvPr/>
          </p:nvSpPr>
          <p:spPr>
            <a:xfrm>
              <a:off x="15991200" y="6749640"/>
              <a:ext cx="84240" cy="7570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57080"/>
                <a:gd name="textAreaBottom" fmla="*/ 757440 h 757080"/>
              </a:gdLst>
              <a:ahLst/>
              <a:rect l="textAreaLeft" t="textAreaTop" r="textAreaRight" b="textAreaBottom"/>
              <a:pathLst>
                <a:path w="84455" h="757554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757161"/>
                  </a:lnTo>
                  <a:lnTo>
                    <a:pt x="84035" y="757161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8" name="object 648"/>
            <p:cNvSpPr/>
            <p:nvPr/>
          </p:nvSpPr>
          <p:spPr>
            <a:xfrm>
              <a:off x="15991200" y="6160680"/>
              <a:ext cx="84240" cy="588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88960"/>
                <a:gd name="textAreaBottom" fmla="*/ 589320 h 588960"/>
              </a:gdLst>
              <a:ahLst/>
              <a:rect l="textAreaLeft" t="textAreaTop" r="textAreaRight" b="textAreaBottom"/>
              <a:pathLst>
                <a:path w="84455" h="58927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588899"/>
                  </a:lnTo>
                  <a:lnTo>
                    <a:pt x="84035" y="588899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9" name="object 649"/>
            <p:cNvSpPr/>
            <p:nvPr/>
          </p:nvSpPr>
          <p:spPr>
            <a:xfrm>
              <a:off x="1599120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0" name="object 650"/>
            <p:cNvSpPr/>
            <p:nvPr/>
          </p:nvSpPr>
          <p:spPr>
            <a:xfrm>
              <a:off x="15991200" y="5992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1" name="object 651"/>
            <p:cNvSpPr/>
            <p:nvPr/>
          </p:nvSpPr>
          <p:spPr>
            <a:xfrm>
              <a:off x="15907320" y="81795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2" name="object 652"/>
            <p:cNvSpPr/>
            <p:nvPr/>
          </p:nvSpPr>
          <p:spPr>
            <a:xfrm>
              <a:off x="1590732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3" name="object 653"/>
            <p:cNvSpPr/>
            <p:nvPr/>
          </p:nvSpPr>
          <p:spPr>
            <a:xfrm>
              <a:off x="15907320" y="7506720"/>
              <a:ext cx="84240" cy="5889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88960"/>
                <a:gd name="textAreaBottom" fmla="*/ 589320 h 588960"/>
              </a:gdLst>
              <a:ahLst/>
              <a:rect l="textAreaLeft" t="textAreaTop" r="textAreaRight" b="textAreaBottom"/>
              <a:pathLst>
                <a:path w="84455" h="589279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0" y="588987"/>
                  </a:lnTo>
                  <a:lnTo>
                    <a:pt x="84048" y="588987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4" name="object 654"/>
            <p:cNvSpPr/>
            <p:nvPr/>
          </p:nvSpPr>
          <p:spPr>
            <a:xfrm>
              <a:off x="15907320" y="73386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74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5" name="object 655"/>
            <p:cNvSpPr/>
            <p:nvPr/>
          </p:nvSpPr>
          <p:spPr>
            <a:xfrm>
              <a:off x="15907320" y="6833520"/>
              <a:ext cx="84240" cy="504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504360"/>
                <a:gd name="textAreaBottom" fmla="*/ 504720 h 504360"/>
              </a:gdLst>
              <a:ahLst/>
              <a:rect l="textAreaLeft" t="textAreaTop" r="textAreaRight" b="textAreaBottom"/>
              <a:pathLst>
                <a:path w="84455" h="504825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0" y="504748"/>
                  </a:lnTo>
                  <a:lnTo>
                    <a:pt x="84048" y="504748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94d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6" name="object 656"/>
            <p:cNvSpPr/>
            <p:nvPr/>
          </p:nvSpPr>
          <p:spPr>
            <a:xfrm>
              <a:off x="15907320" y="6160680"/>
              <a:ext cx="84240" cy="6728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84455" h="673100">
                  <a:moveTo>
                    <a:pt x="84048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0" y="673061"/>
                  </a:lnTo>
                  <a:lnTo>
                    <a:pt x="84048" y="673061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7" name="object 657"/>
            <p:cNvSpPr/>
            <p:nvPr/>
          </p:nvSpPr>
          <p:spPr>
            <a:xfrm>
              <a:off x="1590732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8" name="object 658"/>
            <p:cNvSpPr/>
            <p:nvPr/>
          </p:nvSpPr>
          <p:spPr>
            <a:xfrm>
              <a:off x="15907320" y="59922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9" name="object 659"/>
            <p:cNvSpPr/>
            <p:nvPr/>
          </p:nvSpPr>
          <p:spPr>
            <a:xfrm>
              <a:off x="15823080" y="81795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0" name="object 660"/>
            <p:cNvSpPr/>
            <p:nvPr/>
          </p:nvSpPr>
          <p:spPr>
            <a:xfrm>
              <a:off x="1582308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1" name="object 661"/>
            <p:cNvSpPr/>
            <p:nvPr/>
          </p:nvSpPr>
          <p:spPr>
            <a:xfrm>
              <a:off x="15823080" y="7674840"/>
              <a:ext cx="84240" cy="420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420480"/>
                <a:gd name="textAreaBottom" fmla="*/ 420840 h 420480"/>
              </a:gdLst>
              <a:ahLst/>
              <a:rect l="textAreaLeft" t="textAreaTop" r="textAreaRight" b="textAreaBottom"/>
              <a:pathLst>
                <a:path w="84455" h="421004">
                  <a:moveTo>
                    <a:pt x="83959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0" y="252412"/>
                  </a:lnTo>
                  <a:lnTo>
                    <a:pt x="0" y="336588"/>
                  </a:lnTo>
                  <a:lnTo>
                    <a:pt x="0" y="420751"/>
                  </a:lnTo>
                  <a:lnTo>
                    <a:pt x="83959" y="420751"/>
                  </a:lnTo>
                  <a:lnTo>
                    <a:pt x="83959" y="336588"/>
                  </a:lnTo>
                  <a:lnTo>
                    <a:pt x="83959" y="252412"/>
                  </a:lnTo>
                  <a:lnTo>
                    <a:pt x="83959" y="168338"/>
                  </a:lnTo>
                  <a:lnTo>
                    <a:pt x="83959" y="84175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2" name="object 662"/>
            <p:cNvSpPr/>
            <p:nvPr/>
          </p:nvSpPr>
          <p:spPr>
            <a:xfrm>
              <a:off x="15823080" y="750672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3959" y="168236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3" name="object 663"/>
            <p:cNvSpPr/>
            <p:nvPr/>
          </p:nvSpPr>
          <p:spPr>
            <a:xfrm>
              <a:off x="15823080" y="733860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59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3959" y="168249"/>
                  </a:lnTo>
                  <a:lnTo>
                    <a:pt x="83959" y="84074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4" name="object 664"/>
            <p:cNvSpPr/>
            <p:nvPr/>
          </p:nvSpPr>
          <p:spPr>
            <a:xfrm>
              <a:off x="15823080" y="6244920"/>
              <a:ext cx="84240" cy="10936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93680"/>
                <a:gd name="textAreaBottom" fmla="*/ 1094040 h 1093680"/>
              </a:gdLst>
              <a:ahLst/>
              <a:rect l="textAreaLeft" t="textAreaTop" r="textAreaRight" b="textAreaBottom"/>
              <a:pathLst>
                <a:path w="84455" h="1094104">
                  <a:moveTo>
                    <a:pt x="83959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1093647"/>
                  </a:lnTo>
                  <a:lnTo>
                    <a:pt x="83959" y="1093647"/>
                  </a:lnTo>
                  <a:lnTo>
                    <a:pt x="83959" y="84162"/>
                  </a:lnTo>
                  <a:lnTo>
                    <a:pt x="83959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5" name="object 665"/>
            <p:cNvSpPr/>
            <p:nvPr/>
          </p:nvSpPr>
          <p:spPr>
            <a:xfrm>
              <a:off x="1582308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6" name="object 666"/>
            <p:cNvSpPr/>
            <p:nvPr/>
          </p:nvSpPr>
          <p:spPr>
            <a:xfrm>
              <a:off x="1582308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7" name="object 667"/>
            <p:cNvSpPr/>
            <p:nvPr/>
          </p:nvSpPr>
          <p:spPr>
            <a:xfrm>
              <a:off x="15739200" y="817956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325"/>
                  </a:lnTo>
                  <a:lnTo>
                    <a:pt x="84035" y="168325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8" name="object 668"/>
            <p:cNvSpPr/>
            <p:nvPr/>
          </p:nvSpPr>
          <p:spPr>
            <a:xfrm>
              <a:off x="15739200" y="8095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9" name="object 669"/>
            <p:cNvSpPr/>
            <p:nvPr/>
          </p:nvSpPr>
          <p:spPr>
            <a:xfrm>
              <a:off x="15739200" y="7843320"/>
              <a:ext cx="84240" cy="252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252360"/>
                <a:gd name="textAreaBottom" fmla="*/ 252720 h 252360"/>
              </a:gdLst>
              <a:ahLst/>
              <a:rect l="textAreaLeft" t="textAreaTop" r="textAreaRight" b="textAreaBottom"/>
              <a:pathLst>
                <a:path w="84455" h="252729">
                  <a:moveTo>
                    <a:pt x="84035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0" y="252412"/>
                  </a:lnTo>
                  <a:lnTo>
                    <a:pt x="84035" y="252412"/>
                  </a:lnTo>
                  <a:lnTo>
                    <a:pt x="84035" y="168249"/>
                  </a:lnTo>
                  <a:lnTo>
                    <a:pt x="84035" y="84074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0" name="object 670"/>
            <p:cNvSpPr/>
            <p:nvPr/>
          </p:nvSpPr>
          <p:spPr>
            <a:xfrm>
              <a:off x="15739200" y="767484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35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4035" y="168338"/>
                  </a:lnTo>
                  <a:lnTo>
                    <a:pt x="84035" y="84175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1" name="object 671"/>
            <p:cNvSpPr/>
            <p:nvPr/>
          </p:nvSpPr>
          <p:spPr>
            <a:xfrm>
              <a:off x="15739200" y="750672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36"/>
                  </a:lnTo>
                  <a:lnTo>
                    <a:pt x="84035" y="168236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2" name="object 672"/>
            <p:cNvSpPr/>
            <p:nvPr/>
          </p:nvSpPr>
          <p:spPr>
            <a:xfrm>
              <a:off x="15739200" y="6244920"/>
              <a:ext cx="84240" cy="1262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262160"/>
                <a:gd name="textAreaBottom" fmla="*/ 1262520 h 1262160"/>
              </a:gdLst>
              <a:ahLst/>
              <a:rect l="textAreaLeft" t="textAreaTop" r="textAreaRight" b="textAreaBottom"/>
              <a:pathLst>
                <a:path w="84455" h="1262379">
                  <a:moveTo>
                    <a:pt x="84035" y="0"/>
                  </a:moveTo>
                  <a:lnTo>
                    <a:pt x="0" y="0"/>
                  </a:lnTo>
                  <a:lnTo>
                    <a:pt x="0" y="84162"/>
                  </a:lnTo>
                  <a:lnTo>
                    <a:pt x="0" y="168249"/>
                  </a:lnTo>
                  <a:lnTo>
                    <a:pt x="0" y="1261897"/>
                  </a:lnTo>
                  <a:lnTo>
                    <a:pt x="84035" y="1261897"/>
                  </a:lnTo>
                  <a:lnTo>
                    <a:pt x="84035" y="84162"/>
                  </a:lnTo>
                  <a:lnTo>
                    <a:pt x="84035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3" name="object 673"/>
            <p:cNvSpPr/>
            <p:nvPr/>
          </p:nvSpPr>
          <p:spPr>
            <a:xfrm>
              <a:off x="15739200" y="616068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4" name="object 674"/>
            <p:cNvSpPr/>
            <p:nvPr/>
          </p:nvSpPr>
          <p:spPr>
            <a:xfrm>
              <a:off x="15739200" y="607644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080"/>
                  </a:moveTo>
                  <a:lnTo>
                    <a:pt x="0" y="84080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08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5" name="object 675"/>
            <p:cNvSpPr/>
            <p:nvPr/>
          </p:nvSpPr>
          <p:spPr>
            <a:xfrm>
              <a:off x="15654960" y="82638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6" name="object 676"/>
            <p:cNvSpPr/>
            <p:nvPr/>
          </p:nvSpPr>
          <p:spPr>
            <a:xfrm>
              <a:off x="15654960" y="81795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7" name="object 677"/>
            <p:cNvSpPr/>
            <p:nvPr/>
          </p:nvSpPr>
          <p:spPr>
            <a:xfrm>
              <a:off x="15654960" y="80114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160"/>
                  </a:lnTo>
                  <a:lnTo>
                    <a:pt x="84048" y="168160"/>
                  </a:lnTo>
                  <a:lnTo>
                    <a:pt x="84048" y="84162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8" name="object 678"/>
            <p:cNvSpPr/>
            <p:nvPr/>
          </p:nvSpPr>
          <p:spPr>
            <a:xfrm>
              <a:off x="15654960" y="784332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74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9" name="object 679"/>
            <p:cNvSpPr/>
            <p:nvPr/>
          </p:nvSpPr>
          <p:spPr>
            <a:xfrm>
              <a:off x="15654960" y="7674840"/>
              <a:ext cx="84240" cy="1684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84455" h="168909">
                  <a:moveTo>
                    <a:pt x="84048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0" y="168338"/>
                  </a:lnTo>
                  <a:lnTo>
                    <a:pt x="84048" y="168338"/>
                  </a:lnTo>
                  <a:lnTo>
                    <a:pt x="84048" y="84175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0" name="object 680"/>
            <p:cNvSpPr/>
            <p:nvPr/>
          </p:nvSpPr>
          <p:spPr>
            <a:xfrm>
              <a:off x="15654960" y="6328800"/>
              <a:ext cx="84240" cy="13456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345680"/>
                <a:gd name="textAreaBottom" fmla="*/ 1346040 h 1345680"/>
              </a:gdLst>
              <a:ahLst/>
              <a:rect l="textAreaLeft" t="textAreaTop" r="textAreaRight" b="textAreaBottom"/>
              <a:pathLst>
                <a:path w="84455" h="1346200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1345971"/>
                  </a:lnTo>
                  <a:lnTo>
                    <a:pt x="84048" y="1345971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ffe78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1" name="object 681"/>
            <p:cNvSpPr/>
            <p:nvPr/>
          </p:nvSpPr>
          <p:spPr>
            <a:xfrm>
              <a:off x="15654960" y="624492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4042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4042" y="0"/>
                  </a:lnTo>
                  <a:lnTo>
                    <a:pt x="84042" y="8416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2" name="object 682"/>
            <p:cNvSpPr/>
            <p:nvPr/>
          </p:nvSpPr>
          <p:spPr>
            <a:xfrm>
              <a:off x="15654960" y="60764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4048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249"/>
                  </a:lnTo>
                  <a:lnTo>
                    <a:pt x="84048" y="168249"/>
                  </a:lnTo>
                  <a:lnTo>
                    <a:pt x="84048" y="84086"/>
                  </a:lnTo>
                  <a:lnTo>
                    <a:pt x="84048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3" name="object 683"/>
            <p:cNvSpPr/>
            <p:nvPr/>
          </p:nvSpPr>
          <p:spPr>
            <a:xfrm>
              <a:off x="15571080" y="826380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4" name="object 684"/>
            <p:cNvSpPr/>
            <p:nvPr/>
          </p:nvSpPr>
          <p:spPr>
            <a:xfrm>
              <a:off x="15571080" y="8179560"/>
              <a:ext cx="84240" cy="842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4240"/>
                <a:gd name="textAreaBottom" fmla="*/ 84600 h 84240"/>
              </a:gdLst>
              <a:ahLst/>
              <a:rect l="textAreaLeft" t="textAreaTop" r="textAreaRight" b="textAreaBottom"/>
              <a:pathLst>
                <a:path w="84455" h="84454">
                  <a:moveTo>
                    <a:pt x="83957" y="84165"/>
                  </a:moveTo>
                  <a:lnTo>
                    <a:pt x="0" y="84165"/>
                  </a:lnTo>
                  <a:lnTo>
                    <a:pt x="0" y="0"/>
                  </a:lnTo>
                  <a:lnTo>
                    <a:pt x="83957" y="0"/>
                  </a:lnTo>
                  <a:lnTo>
                    <a:pt x="83957" y="84165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5" name="object 685"/>
            <p:cNvSpPr/>
            <p:nvPr/>
          </p:nvSpPr>
          <p:spPr>
            <a:xfrm>
              <a:off x="15571080" y="801144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47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160"/>
                  </a:lnTo>
                  <a:lnTo>
                    <a:pt x="83947" y="168160"/>
                  </a:lnTo>
                  <a:lnTo>
                    <a:pt x="83947" y="84162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6" name="object 686"/>
            <p:cNvSpPr/>
            <p:nvPr/>
          </p:nvSpPr>
          <p:spPr>
            <a:xfrm>
              <a:off x="15571080" y="7843320"/>
              <a:ext cx="84240" cy="167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67760"/>
                <a:gd name="textAreaBottom" fmla="*/ 168120 h 167760"/>
              </a:gdLst>
              <a:ahLst/>
              <a:rect l="textAreaLeft" t="textAreaTop" r="textAreaRight" b="textAreaBottom"/>
              <a:pathLst>
                <a:path w="84455" h="168275">
                  <a:moveTo>
                    <a:pt x="83947" y="0"/>
                  </a:moveTo>
                  <a:lnTo>
                    <a:pt x="0" y="0"/>
                  </a:lnTo>
                  <a:lnTo>
                    <a:pt x="0" y="84074"/>
                  </a:lnTo>
                  <a:lnTo>
                    <a:pt x="0" y="168249"/>
                  </a:lnTo>
                  <a:lnTo>
                    <a:pt x="83947" y="168249"/>
                  </a:lnTo>
                  <a:lnTo>
                    <a:pt x="83947" y="84074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7" name="object 687"/>
            <p:cNvSpPr/>
            <p:nvPr/>
          </p:nvSpPr>
          <p:spPr>
            <a:xfrm>
              <a:off x="15571080" y="6328800"/>
              <a:ext cx="84240" cy="1514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514160"/>
                <a:gd name="textAreaBottom" fmla="*/ 1514520 h 1514160"/>
              </a:gdLst>
              <a:ahLst/>
              <a:rect l="textAreaLeft" t="textAreaTop" r="textAreaRight" b="textAreaBottom"/>
              <a:pathLst>
                <a:path w="84455" h="1514475">
                  <a:moveTo>
                    <a:pt x="83947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0" y="168160"/>
                  </a:lnTo>
                  <a:lnTo>
                    <a:pt x="0" y="1514309"/>
                  </a:lnTo>
                  <a:lnTo>
                    <a:pt x="83947" y="1514309"/>
                  </a:lnTo>
                  <a:lnTo>
                    <a:pt x="83947" y="84086"/>
                  </a:lnTo>
                  <a:lnTo>
                    <a:pt x="8394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8" name="object 688"/>
            <p:cNvSpPr/>
            <p:nvPr/>
          </p:nvSpPr>
          <p:spPr>
            <a:xfrm>
              <a:off x="15487200" y="6244920"/>
              <a:ext cx="167760" cy="201888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2018880"/>
                <a:gd name="textAreaBottom" fmla="*/ 2019240 h 2018880"/>
              </a:gdLst>
              <a:ahLst/>
              <a:rect l="textAreaLeft" t="textAreaTop" r="textAreaRight" b="textAreaBottom"/>
              <a:pathLst>
                <a:path w="168275" h="2019300">
                  <a:moveTo>
                    <a:pt x="84048" y="84162"/>
                  </a:moveTo>
                  <a:lnTo>
                    <a:pt x="0" y="84162"/>
                  </a:lnTo>
                  <a:lnTo>
                    <a:pt x="0" y="168249"/>
                  </a:lnTo>
                  <a:lnTo>
                    <a:pt x="0" y="252323"/>
                  </a:lnTo>
                  <a:lnTo>
                    <a:pt x="0" y="2019046"/>
                  </a:lnTo>
                  <a:lnTo>
                    <a:pt x="84048" y="2019046"/>
                  </a:lnTo>
                  <a:lnTo>
                    <a:pt x="84048" y="168249"/>
                  </a:lnTo>
                  <a:lnTo>
                    <a:pt x="84048" y="84162"/>
                  </a:lnTo>
                  <a:close/>
                </a:path>
                <a:path w="168275" h="2019300">
                  <a:moveTo>
                    <a:pt x="167995" y="0"/>
                  </a:moveTo>
                  <a:lnTo>
                    <a:pt x="84048" y="0"/>
                  </a:lnTo>
                  <a:lnTo>
                    <a:pt x="84048" y="84162"/>
                  </a:lnTo>
                  <a:lnTo>
                    <a:pt x="167995" y="84162"/>
                  </a:lnTo>
                  <a:lnTo>
                    <a:pt x="167995" y="0"/>
                  </a:lnTo>
                  <a:close/>
                </a:path>
              </a:pathLst>
            </a:custGeom>
            <a:solidFill>
              <a:srgbClr val="cc94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9" name="object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pic>
          <p:nvPicPr>
            <p:cNvPr id="1750" name="object 3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8287640" cy="1028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51" name="object 4" descr=""/>
            <p:cNvPicPr/>
            <p:nvPr/>
          </p:nvPicPr>
          <p:blipFill>
            <a:blip r:embed="rId2"/>
            <a:stretch/>
          </p:blipFill>
          <p:spPr>
            <a:xfrm>
              <a:off x="211320" y="204840"/>
              <a:ext cx="2914200" cy="1076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52" name="object 7"/>
          <p:cNvSpPr/>
          <p:nvPr/>
        </p:nvSpPr>
        <p:spPr>
          <a:xfrm>
            <a:off x="13302720" y="93240"/>
            <a:ext cx="4554360" cy="623160"/>
          </a:xfrm>
          <a:custGeom>
            <a:avLst/>
            <a:gdLst>
              <a:gd name="textAreaLeft" fmla="*/ 0 w 4554360"/>
              <a:gd name="textAreaRight" fmla="*/ 4554720 w 455436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4554855" h="623570">
                <a:moveTo>
                  <a:pt x="4398503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4398503" y="0"/>
                </a:lnTo>
                <a:lnTo>
                  <a:pt x="4458161" y="11866"/>
                </a:lnTo>
                <a:lnTo>
                  <a:pt x="4508736" y="45659"/>
                </a:lnTo>
                <a:lnTo>
                  <a:pt x="4542529" y="96234"/>
                </a:lnTo>
                <a:lnTo>
                  <a:pt x="4554396" y="155892"/>
                </a:lnTo>
                <a:lnTo>
                  <a:pt x="4554396" y="467676"/>
                </a:lnTo>
                <a:lnTo>
                  <a:pt x="4542529" y="527334"/>
                </a:lnTo>
                <a:lnTo>
                  <a:pt x="4508736" y="577909"/>
                </a:lnTo>
                <a:lnTo>
                  <a:pt x="4458161" y="611702"/>
                </a:lnTo>
                <a:lnTo>
                  <a:pt x="4398503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99086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20" strike="noStrike">
                <a:solidFill>
                  <a:schemeClr val="dk1"/>
                </a:solidFill>
                <a:latin typeface="Century"/>
              </a:rPr>
              <a:t>packaging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4" name="object 5"/>
          <p:cNvSpPr/>
          <p:nvPr/>
        </p:nvSpPr>
        <p:spPr>
          <a:xfrm>
            <a:off x="198720" y="135252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58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6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2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object 6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ffffff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ffffff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ffffff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ffffff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ffffff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6" name="object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pic>
          <p:nvPicPr>
            <p:cNvPr id="1757" name="object 3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8287640" cy="10286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58" name="object 4"/>
            <p:cNvSpPr/>
            <p:nvPr/>
          </p:nvSpPr>
          <p:spPr>
            <a:xfrm>
              <a:off x="13463280" y="224280"/>
              <a:ext cx="4554360" cy="623160"/>
            </a:xfrm>
            <a:custGeom>
              <a:avLst/>
              <a:gdLst>
                <a:gd name="textAreaLeft" fmla="*/ 0 w 4554360"/>
                <a:gd name="textAreaRight" fmla="*/ 4554720 w 455436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4554855" h="623569">
                  <a:moveTo>
                    <a:pt x="4398503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4398503" y="0"/>
                  </a:lnTo>
                  <a:lnTo>
                    <a:pt x="4458161" y="11866"/>
                  </a:lnTo>
                  <a:lnTo>
                    <a:pt x="4508736" y="45659"/>
                  </a:lnTo>
                  <a:lnTo>
                    <a:pt x="4542529" y="96234"/>
                  </a:lnTo>
                  <a:lnTo>
                    <a:pt x="4554396" y="155892"/>
                  </a:lnTo>
                  <a:lnTo>
                    <a:pt x="4554396" y="467676"/>
                  </a:lnTo>
                  <a:lnTo>
                    <a:pt x="4542529" y="527334"/>
                  </a:lnTo>
                  <a:lnTo>
                    <a:pt x="4508736" y="577909"/>
                  </a:lnTo>
                  <a:lnTo>
                    <a:pt x="4458161" y="611702"/>
                  </a:lnTo>
                  <a:lnTo>
                    <a:pt x="4398503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59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934280"/>
          </a:xfrm>
          <a:prstGeom prst="rect">
            <a:avLst/>
          </a:prstGeom>
          <a:noFill/>
          <a:ln w="0">
            <a:noFill/>
          </a:ln>
        </p:spPr>
        <p:txBody>
          <a:bodyPr lIns="0" rIns="0" tIns="216360" bIns="0" anchor="t">
            <a:noAutofit/>
          </a:bodyPr>
          <a:p>
            <a:pPr marL="100684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20" strike="noStrike">
                <a:solidFill>
                  <a:schemeClr val="dk1"/>
                </a:solidFill>
                <a:latin typeface="Century"/>
              </a:rPr>
              <a:t>packaging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object 2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1761" name="object 6"/>
          <p:cNvSpPr/>
          <p:nvPr/>
        </p:nvSpPr>
        <p:spPr>
          <a:xfrm>
            <a:off x="13132080" y="93240"/>
            <a:ext cx="4895640" cy="623160"/>
          </a:xfrm>
          <a:custGeom>
            <a:avLst/>
            <a:gdLst>
              <a:gd name="textAreaLeft" fmla="*/ 0 w 4895640"/>
              <a:gd name="textAreaRight" fmla="*/ 4896000 w 489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4895850" h="623570">
                <a:moveTo>
                  <a:pt x="4739766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4739766" y="0"/>
                </a:lnTo>
                <a:lnTo>
                  <a:pt x="4799424" y="11866"/>
                </a:lnTo>
                <a:lnTo>
                  <a:pt x="4849999" y="45659"/>
                </a:lnTo>
                <a:lnTo>
                  <a:pt x="4883792" y="96234"/>
                </a:lnTo>
                <a:lnTo>
                  <a:pt x="4895659" y="155892"/>
                </a:lnTo>
                <a:lnTo>
                  <a:pt x="4895659" y="467676"/>
                </a:lnTo>
                <a:lnTo>
                  <a:pt x="4883792" y="527334"/>
                </a:lnTo>
                <a:lnTo>
                  <a:pt x="4849999" y="577909"/>
                </a:lnTo>
                <a:lnTo>
                  <a:pt x="4799424" y="611702"/>
                </a:lnTo>
                <a:lnTo>
                  <a:pt x="4739766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object 7"/>
          <p:cNvSpPr/>
          <p:nvPr/>
        </p:nvSpPr>
        <p:spPr>
          <a:xfrm>
            <a:off x="13241520" y="119160"/>
            <a:ext cx="4922280" cy="9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29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5</a:t>
            </a:r>
            <a:r>
              <a:rPr b="0" lang="en-IN" sz="2900" spc="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2900" spc="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866" strike="noStrike">
                <a:solidFill>
                  <a:srgbClr val="000000"/>
                </a:solidFill>
                <a:latin typeface="Century"/>
              </a:rPr>
              <a:t>D</a:t>
            </a:r>
            <a:r>
              <a:rPr b="0" i="1" lang="en-IN" sz="2700" spc="29" strike="noStrike" baseline="61000">
                <a:solidFill>
                  <a:srgbClr val="000000"/>
                </a:solidFill>
                <a:latin typeface="Times New Roman"/>
              </a:rPr>
              <a:t>G</a:t>
            </a:r>
            <a:r>
              <a:rPr b="0" i="1" lang="en-IN" sz="2700" spc="-667" strike="noStrike" baseline="61000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IN" sz="2900" spc="-919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29" strike="noStrike" baseline="61000">
                <a:solidFill>
                  <a:srgbClr val="000000"/>
                </a:solidFill>
                <a:latin typeface="Times New Roman"/>
              </a:rPr>
              <a:t>,</a:t>
            </a:r>
            <a:r>
              <a:rPr b="0" i="1" lang="en-IN" sz="2700" spc="-270" strike="noStrike" baseline="61000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IN" sz="2900" spc="-1291" strike="noStrike">
                <a:solidFill>
                  <a:srgbClr val="000000"/>
                </a:solidFill>
                <a:latin typeface="Century"/>
              </a:rPr>
              <a:t>p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c</a:t>
            </a:r>
            <a:r>
              <a:rPr b="0" i="1" lang="en-IN" sz="2700" spc="-758" strike="noStrike" baseline="61000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2900" spc="-341" strike="noStrike">
                <a:solidFill>
                  <a:srgbClr val="000000"/>
                </a:solidFill>
                <a:latin typeface="Century"/>
              </a:rPr>
              <a:t>l</a:t>
            </a:r>
            <a:r>
              <a:rPr b="0" i="1" lang="en-IN" sz="2700" spc="-931" strike="noStrike" baseline="61000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IN" sz="2900" spc="-826" strike="noStrike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2700" spc="-375" strike="noStrike" baseline="61000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IN" sz="2900" spc="-1302" strike="noStrike">
                <a:solidFill>
                  <a:srgbClr val="000000"/>
                </a:solidFill>
                <a:latin typeface="Century"/>
              </a:rPr>
              <a:t>y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g</a:t>
            </a:r>
            <a:r>
              <a:rPr b="0" i="1" lang="en-IN" sz="2700" spc="-585" strike="noStrike" baseline="61000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2900" spc="-1481" strike="noStrike">
                <a:solidFill>
                  <a:srgbClr val="000000"/>
                </a:solidFill>
                <a:latin typeface="Century"/>
              </a:rPr>
              <a:t>m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t</a:t>
            </a:r>
            <a:r>
              <a:rPr b="0" i="1" lang="en-IN" sz="2700" spc="-225" strike="noStrike" baseline="61000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2900" spc="-1305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e</a:t>
            </a:r>
            <a:r>
              <a:rPr b="0" i="1" lang="en-IN" sz="2700" spc="-211" strike="noStrike" baseline="61000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IN" sz="2900" spc="-1435" strike="noStrike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2700" spc="-15" strike="noStrike" baseline="61000">
                <a:solidFill>
                  <a:srgbClr val="000000"/>
                </a:solidFill>
                <a:latin typeface="Times New Roman"/>
              </a:rPr>
              <a:t>w</a:t>
            </a:r>
            <a:r>
              <a:rPr b="0" i="1" lang="en-IN" sz="2700" spc="-1373" strike="noStrike" baseline="61000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IN" sz="2900" spc="-225" strike="noStrike">
                <a:solidFill>
                  <a:srgbClr val="000000"/>
                </a:solidFill>
                <a:latin typeface="Century"/>
              </a:rPr>
              <a:t>t</a:t>
            </a:r>
            <a:r>
              <a:rPr b="0" i="1" lang="en-IN" sz="2700" spc="-15" strike="noStrike" baseline="61000">
                <a:solidFill>
                  <a:srgbClr val="000000"/>
                </a:solidFill>
                <a:latin typeface="Times New Roman"/>
              </a:rPr>
              <a:t>rld</a:t>
            </a:r>
            <a:endParaRPr b="0" lang="en-IN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PlaceHolder 1"/>
          <p:cNvSpPr>
            <a:spLocks noGrp="1"/>
          </p:cNvSpPr>
          <p:nvPr>
            <p:ph type="title"/>
          </p:nvPr>
        </p:nvSpPr>
        <p:spPr>
          <a:xfrm>
            <a:off x="2778840" y="1564920"/>
            <a:ext cx="129326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4800" spc="-111" strike="noStrike">
                <a:solidFill>
                  <a:srgbClr val="5211b9"/>
                </a:solidFill>
                <a:latin typeface="Century"/>
              </a:rPr>
              <a:t>Render</a:t>
            </a:r>
            <a:r>
              <a:rPr b="0" lang="en-IN" sz="4800" spc="-225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4800" spc="-296" strike="noStrike">
                <a:solidFill>
                  <a:srgbClr val="5211b9"/>
                </a:solidFill>
                <a:latin typeface="Century"/>
              </a:rPr>
              <a:t>–</a:t>
            </a:r>
            <a:r>
              <a:rPr b="0" lang="en-IN" sz="4800" spc="-41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4800" spc="-26" strike="noStrike">
                <a:solidFill>
                  <a:srgbClr val="5211b9"/>
                </a:solidFill>
                <a:latin typeface="Century"/>
              </a:rPr>
              <a:t>Cloud</a:t>
            </a:r>
            <a:r>
              <a:rPr b="0" lang="en-IN" sz="4800" spc="-211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4800" spc="-114" strike="noStrike">
                <a:solidFill>
                  <a:srgbClr val="5211b9"/>
                </a:solidFill>
                <a:latin typeface="Century"/>
              </a:rPr>
              <a:t>Deployment</a:t>
            </a:r>
            <a:r>
              <a:rPr b="0" lang="en-IN" sz="4800" spc="-160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4800" spc="-46" strike="noStrike">
                <a:solidFill>
                  <a:srgbClr val="5211b9"/>
                </a:solidFill>
                <a:latin typeface="Century"/>
              </a:rPr>
              <a:t>and</a:t>
            </a:r>
            <a:r>
              <a:rPr b="0" lang="en-IN" sz="4800" spc="-157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4800" spc="-60" strike="noStrike">
                <a:solidFill>
                  <a:srgbClr val="5211b9"/>
                </a:solidFill>
                <a:latin typeface="Century"/>
              </a:rPr>
              <a:t>Model</a:t>
            </a:r>
            <a:r>
              <a:rPr b="0" lang="en-IN" sz="4800" spc="-160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4800" spc="-137" strike="noStrike">
                <a:solidFill>
                  <a:srgbClr val="5211b9"/>
                </a:solidFill>
                <a:latin typeface="Century"/>
              </a:rPr>
              <a:t>Hosting</a:t>
            </a:r>
            <a:endParaRPr b="0" lang="en-IN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4" name="object 4"/>
          <p:cNvSpPr/>
          <p:nvPr/>
        </p:nvSpPr>
        <p:spPr>
          <a:xfrm>
            <a:off x="782280" y="2625840"/>
            <a:ext cx="15964200" cy="54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3080" bIns="0" anchor="t">
            <a:spAutoFit/>
          </a:bodyPr>
          <a:p>
            <a:pPr marL="129600">
              <a:lnSpc>
                <a:spcPct val="100000"/>
              </a:lnSpc>
              <a:spcBef>
                <a:spcPts val="575"/>
              </a:spcBef>
            </a:pPr>
            <a:r>
              <a:rPr b="0" lang="en-IN" sz="3300" spc="-1" strike="noStrike">
                <a:solidFill>
                  <a:srgbClr val="00be62"/>
                </a:solidFill>
                <a:latin typeface="Century"/>
              </a:rPr>
              <a:t>What</a:t>
            </a:r>
            <a:r>
              <a:rPr b="0" lang="en-IN" sz="3300" spc="9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be62"/>
                </a:solidFill>
                <a:latin typeface="Century"/>
              </a:rPr>
              <a:t>is</a:t>
            </a:r>
            <a:r>
              <a:rPr b="0" lang="en-IN" sz="3300" spc="12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be62"/>
                </a:solidFill>
                <a:latin typeface="Century"/>
              </a:rPr>
              <a:t>it</a:t>
            </a:r>
            <a:r>
              <a:rPr b="0" lang="en-IN" sz="3300" spc="9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0be62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69280">
              <a:lnSpc>
                <a:spcPct val="100000"/>
              </a:lnSpc>
              <a:spcBef>
                <a:spcPts val="479"/>
              </a:spcBef>
            </a:pP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Render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cloud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platform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used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deploy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machine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learning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applications.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69280">
              <a:lnSpc>
                <a:spcPct val="100000"/>
              </a:lnSpc>
              <a:spcBef>
                <a:spcPts val="2356"/>
              </a:spcBef>
            </a:pP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95760">
              <a:lnSpc>
                <a:spcPct val="100000"/>
              </a:lnSpc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Why </a:t>
            </a:r>
            <a:r>
              <a:rPr b="0" lang="en-IN" sz="3300" spc="-66" strike="noStrike">
                <a:solidFill>
                  <a:srgbClr val="0cbfde"/>
                </a:solidFill>
                <a:latin typeface="Century"/>
              </a:rPr>
              <a:t>use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cbfde"/>
                </a:solidFill>
                <a:latin typeface="Century"/>
              </a:rPr>
              <a:t>it?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69280">
              <a:lnSpc>
                <a:spcPct val="100000"/>
              </a:lnSpc>
              <a:spcBef>
                <a:spcPts val="1315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Motion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models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must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be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accessible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as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live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service.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69280">
              <a:lnSpc>
                <a:spcPct val="100000"/>
              </a:lnSpc>
              <a:spcBef>
                <a:spcPts val="1624"/>
              </a:spcBef>
            </a:pP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How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cbfde"/>
                </a:solidFill>
                <a:latin typeface="Century"/>
              </a:rPr>
              <a:t>helps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9600">
              <a:lnSpc>
                <a:spcPct val="104000"/>
              </a:lnSpc>
              <a:spcBef>
                <a:spcPts val="366"/>
              </a:spcBef>
            </a:pP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Render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deploys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as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API,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allowing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real-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time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emotion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prediction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without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running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locally.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object 5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67" name="object 3"/>
          <p:cNvGrpSpPr/>
          <p:nvPr/>
        </p:nvGrpSpPr>
        <p:grpSpPr>
          <a:xfrm>
            <a:off x="0" y="93240"/>
            <a:ext cx="18287640" cy="9446760"/>
            <a:chOff x="0" y="93240"/>
            <a:chExt cx="18287640" cy="9446760"/>
          </a:xfrm>
        </p:grpSpPr>
        <p:pic>
          <p:nvPicPr>
            <p:cNvPr id="1768" name="object 4" descr=""/>
            <p:cNvPicPr/>
            <p:nvPr/>
          </p:nvPicPr>
          <p:blipFill>
            <a:blip r:embed="rId1"/>
            <a:stretch/>
          </p:blipFill>
          <p:spPr>
            <a:xfrm>
              <a:off x="0" y="748800"/>
              <a:ext cx="18287640" cy="8791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69" name="object 5"/>
            <p:cNvSpPr/>
            <p:nvPr/>
          </p:nvSpPr>
          <p:spPr>
            <a:xfrm>
              <a:off x="13132080" y="93240"/>
              <a:ext cx="4895640" cy="623160"/>
            </a:xfrm>
            <a:custGeom>
              <a:avLst/>
              <a:gdLst>
                <a:gd name="textAreaLeft" fmla="*/ 0 w 4895640"/>
                <a:gd name="textAreaRight" fmla="*/ 4896000 w 489564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4895850" h="623570">
                  <a:moveTo>
                    <a:pt x="4739766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4739766" y="0"/>
                  </a:lnTo>
                  <a:lnTo>
                    <a:pt x="4799424" y="11866"/>
                  </a:lnTo>
                  <a:lnTo>
                    <a:pt x="4849999" y="45659"/>
                  </a:lnTo>
                  <a:lnTo>
                    <a:pt x="4883792" y="96234"/>
                  </a:lnTo>
                  <a:lnTo>
                    <a:pt x="4895659" y="155892"/>
                  </a:lnTo>
                  <a:lnTo>
                    <a:pt x="4895659" y="467676"/>
                  </a:lnTo>
                  <a:lnTo>
                    <a:pt x="4883792" y="527334"/>
                  </a:lnTo>
                  <a:lnTo>
                    <a:pt x="4849999" y="577909"/>
                  </a:lnTo>
                  <a:lnTo>
                    <a:pt x="4799424" y="611702"/>
                  </a:lnTo>
                  <a:lnTo>
                    <a:pt x="4739766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0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97376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2" strike="noStrike">
                <a:solidFill>
                  <a:schemeClr val="dk1"/>
                </a:solidFill>
                <a:latin typeface="Century"/>
              </a:rPr>
              <a:t>Deployment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1" name="object 6"/>
          <p:cNvSpPr/>
          <p:nvPr/>
        </p:nvSpPr>
        <p:spPr>
          <a:xfrm>
            <a:off x="749484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2" name="object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pic>
          <p:nvPicPr>
            <p:cNvPr id="1773" name="object 3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8287640" cy="10286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74" name="object 4"/>
            <p:cNvSpPr/>
            <p:nvPr/>
          </p:nvSpPr>
          <p:spPr>
            <a:xfrm>
              <a:off x="13132080" y="93240"/>
              <a:ext cx="4895640" cy="623160"/>
            </a:xfrm>
            <a:custGeom>
              <a:avLst/>
              <a:gdLst>
                <a:gd name="textAreaLeft" fmla="*/ 0 w 4895640"/>
                <a:gd name="textAreaRight" fmla="*/ 4896000 w 489564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4895850" h="623570">
                  <a:moveTo>
                    <a:pt x="4739766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4739766" y="0"/>
                  </a:lnTo>
                  <a:lnTo>
                    <a:pt x="4799424" y="11866"/>
                  </a:lnTo>
                  <a:lnTo>
                    <a:pt x="4849999" y="45659"/>
                  </a:lnTo>
                  <a:lnTo>
                    <a:pt x="4883792" y="96234"/>
                  </a:lnTo>
                  <a:lnTo>
                    <a:pt x="4895659" y="155892"/>
                  </a:lnTo>
                  <a:lnTo>
                    <a:pt x="4895659" y="467676"/>
                  </a:lnTo>
                  <a:lnTo>
                    <a:pt x="4883792" y="527334"/>
                  </a:lnTo>
                  <a:lnTo>
                    <a:pt x="4849999" y="577909"/>
                  </a:lnTo>
                  <a:lnTo>
                    <a:pt x="4799424" y="611702"/>
                  </a:lnTo>
                  <a:lnTo>
                    <a:pt x="4739766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5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97376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2" strike="noStrike">
                <a:solidFill>
                  <a:schemeClr val="dk1"/>
                </a:solidFill>
                <a:latin typeface="Century"/>
              </a:rPr>
              <a:t>Deployment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7" name="object 3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1778" name="object 12"/>
          <p:cNvSpPr/>
          <p:nvPr/>
        </p:nvSpPr>
        <p:spPr>
          <a:xfrm>
            <a:off x="13386600" y="93240"/>
            <a:ext cx="4895640" cy="623160"/>
          </a:xfrm>
          <a:custGeom>
            <a:avLst/>
            <a:gdLst>
              <a:gd name="textAreaLeft" fmla="*/ 0 w 4895640"/>
              <a:gd name="textAreaRight" fmla="*/ 4896000 w 489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4895850" h="623570">
                <a:moveTo>
                  <a:pt x="4739766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4739766" y="0"/>
                </a:lnTo>
                <a:lnTo>
                  <a:pt x="4799424" y="11866"/>
                </a:lnTo>
                <a:lnTo>
                  <a:pt x="4849999" y="45659"/>
                </a:lnTo>
                <a:lnTo>
                  <a:pt x="4883792" y="96234"/>
                </a:lnTo>
                <a:lnTo>
                  <a:pt x="4895659" y="155892"/>
                </a:lnTo>
                <a:lnTo>
                  <a:pt x="4895659" y="467676"/>
                </a:lnTo>
                <a:lnTo>
                  <a:pt x="4883792" y="527334"/>
                </a:lnTo>
                <a:lnTo>
                  <a:pt x="4849999" y="577909"/>
                </a:lnTo>
                <a:lnTo>
                  <a:pt x="4799424" y="611702"/>
                </a:lnTo>
                <a:lnTo>
                  <a:pt x="4739766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9" name="object 13"/>
          <p:cNvSpPr/>
          <p:nvPr/>
        </p:nvSpPr>
        <p:spPr>
          <a:xfrm>
            <a:off x="13495680" y="119160"/>
            <a:ext cx="4667400" cy="9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29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5</a:t>
            </a:r>
            <a:r>
              <a:rPr b="0" lang="en-IN" sz="2900" spc="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6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M</a:t>
            </a:r>
            <a:r>
              <a:rPr b="0" lang="en-IN" sz="2900" spc="58" strike="noStrike">
                <a:solidFill>
                  <a:srgbClr val="000000"/>
                </a:solidFill>
                <a:latin typeface="Century"/>
              </a:rPr>
              <a:t>o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de</a:t>
            </a:r>
            <a:r>
              <a:rPr b="0" lang="en-IN" sz="2900" spc="-800" strike="noStrike">
                <a:solidFill>
                  <a:srgbClr val="000000"/>
                </a:solidFill>
                <a:latin typeface="Century"/>
              </a:rPr>
              <a:t>l</a:t>
            </a:r>
            <a:r>
              <a:rPr b="0" i="1" lang="en-IN" sz="2700" spc="-32" strike="noStrike" baseline="61000">
                <a:solidFill>
                  <a:srgbClr val="000000"/>
                </a:solidFill>
                <a:latin typeface="Times New Roman"/>
              </a:rPr>
              <a:t>G</a:t>
            </a:r>
            <a:r>
              <a:rPr b="0" i="1" lang="en-IN" sz="2700" spc="-1027" strike="noStrike" baseline="61000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IN" sz="2900" spc="-1597" strike="noStrike">
                <a:solidFill>
                  <a:srgbClr val="000000"/>
                </a:solidFill>
                <a:latin typeface="Century"/>
              </a:rPr>
              <a:t>D</a:t>
            </a:r>
            <a:r>
              <a:rPr b="0" i="1" lang="en-IN" sz="2700" spc="-32" strike="noStrike" baseline="61000">
                <a:solidFill>
                  <a:srgbClr val="000000"/>
                </a:solidFill>
                <a:latin typeface="Times New Roman"/>
              </a:rPr>
              <a:t>,</a:t>
            </a:r>
            <a:r>
              <a:rPr b="0" i="1" lang="en-IN" sz="2700" spc="282" strike="noStrike" baseline="6100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2700" spc="-721" strike="noStrike" baseline="61000">
                <a:solidFill>
                  <a:srgbClr val="000000"/>
                </a:solidFill>
                <a:latin typeface="Times New Roman"/>
              </a:rPr>
              <a:t>c</a:t>
            </a:r>
            <a:r>
              <a:rPr b="0" lang="en-IN" sz="2900" spc="-917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-180" strike="noStrike" baseline="61000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2900" spc="-1560" strike="noStrike">
                <a:solidFill>
                  <a:srgbClr val="000000"/>
                </a:solidFill>
                <a:latin typeface="Century"/>
              </a:rPr>
              <a:t>p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a</a:t>
            </a:r>
            <a:r>
              <a:rPr b="0" i="1" lang="en-IN" sz="2700" spc="-593" strike="noStrike" baseline="61000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IN" sz="2900" spc="-420" strike="noStrike">
                <a:solidFill>
                  <a:srgbClr val="000000"/>
                </a:solidFill>
                <a:latin typeface="Century"/>
              </a:rPr>
              <a:t>l</a:t>
            </a:r>
            <a:r>
              <a:rPr b="0" i="1" lang="en-IN" sz="2700" spc="-780" strike="noStrike" baseline="61000">
                <a:solidFill>
                  <a:srgbClr val="000000"/>
                </a:solidFill>
                <a:latin typeface="Times New Roman"/>
              </a:rPr>
              <a:t>g</a:t>
            </a:r>
            <a:r>
              <a:rPr b="0" lang="en-IN" sz="2900" spc="-985" strike="noStrike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2700" spc="111" strike="noStrike" baseline="61000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2900" spc="-990" strike="noStrike">
                <a:solidFill>
                  <a:srgbClr val="000000"/>
                </a:solidFill>
                <a:latin typeface="Century"/>
              </a:rPr>
              <a:t>y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t</a:t>
            </a:r>
            <a:r>
              <a:rPr b="0" i="1" lang="en-IN" sz="2700" spc="-826" strike="noStrike" baseline="61000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2900" spc="-2002" strike="noStrike">
                <a:solidFill>
                  <a:srgbClr val="000000"/>
                </a:solidFill>
                <a:latin typeface="Century"/>
              </a:rPr>
              <a:t>m</a:t>
            </a:r>
            <a:r>
              <a:rPr b="0" i="1" lang="en-IN" sz="2700" spc="-1" strike="noStrike" baseline="61000">
                <a:solidFill>
                  <a:srgbClr val="000000"/>
                </a:solidFill>
                <a:latin typeface="Times New Roman"/>
              </a:rPr>
              <a:t>e</a:t>
            </a:r>
            <a:r>
              <a:rPr b="0" i="1" lang="en-IN" sz="2700" spc="282" strike="noStrike" baseline="6100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2700" spc="-1268" strike="noStrike" baseline="61000">
                <a:solidFill>
                  <a:srgbClr val="000000"/>
                </a:solidFill>
                <a:latin typeface="Times New Roman"/>
              </a:rPr>
              <a:t>w</a:t>
            </a:r>
            <a:r>
              <a:rPr b="0" lang="en-IN" sz="2900" spc="-571" strike="noStrike">
                <a:solidFill>
                  <a:srgbClr val="000000"/>
                </a:solidFill>
                <a:latin typeface="Century"/>
              </a:rPr>
              <a:t>e</a:t>
            </a:r>
            <a:r>
              <a:rPr b="0" i="1" lang="en-IN" sz="2700" spc="-690" strike="noStrike" baseline="61000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IN" sz="2900" spc="-1322" strike="noStrike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2700" spc="-32" strike="noStrike" baseline="61000">
                <a:solidFill>
                  <a:srgbClr val="000000"/>
                </a:solidFill>
                <a:latin typeface="Times New Roman"/>
              </a:rPr>
              <a:t>r</a:t>
            </a:r>
            <a:r>
              <a:rPr b="0" i="1" lang="en-IN" sz="2700" spc="-256" strike="noStrike" baseline="61000">
                <a:solidFill>
                  <a:srgbClr val="000000"/>
                </a:solidFill>
                <a:latin typeface="Times New Roman"/>
              </a:rPr>
              <a:t>l</a:t>
            </a:r>
            <a:r>
              <a:rPr b="0" lang="en-IN" sz="2900" spc="-1030" strike="noStrike">
                <a:solidFill>
                  <a:srgbClr val="000000"/>
                </a:solidFill>
                <a:latin typeface="Century"/>
              </a:rPr>
              <a:t>t</a:t>
            </a:r>
            <a:r>
              <a:rPr b="0" i="1" lang="en-IN" sz="2700" spc="-32" strike="noStrike" baseline="61000">
                <a:solidFill>
                  <a:srgbClr val="000000"/>
                </a:solidFill>
                <a:latin typeface="Times New Roman"/>
              </a:rPr>
              <a:t>d</a:t>
            </a:r>
            <a:endParaRPr b="0" lang="en-IN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PlaceHolder 1"/>
          <p:cNvSpPr>
            <a:spLocks noGrp="1"/>
          </p:cNvSpPr>
          <p:nvPr>
            <p:ph type="title"/>
          </p:nvPr>
        </p:nvSpPr>
        <p:spPr>
          <a:xfrm>
            <a:off x="3020400" y="1477440"/>
            <a:ext cx="12450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4800" spc="-1" strike="noStrike">
                <a:solidFill>
                  <a:srgbClr val="00be62"/>
                </a:solidFill>
                <a:latin typeface="Century"/>
              </a:rPr>
              <a:t>AWS</a:t>
            </a:r>
            <a:r>
              <a:rPr b="0" lang="en-IN" sz="4800" spc="-16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296" strike="noStrike">
                <a:solidFill>
                  <a:srgbClr val="00be62"/>
                </a:solidFill>
                <a:latin typeface="Century"/>
              </a:rPr>
              <a:t>–</a:t>
            </a:r>
            <a:r>
              <a:rPr b="0" lang="en-IN" sz="4800" spc="-41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26" strike="noStrike">
                <a:solidFill>
                  <a:srgbClr val="00be62"/>
                </a:solidFill>
                <a:latin typeface="Century"/>
              </a:rPr>
              <a:t>Cloud</a:t>
            </a:r>
            <a:r>
              <a:rPr b="0" lang="en-IN" sz="4800" spc="-10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14" strike="noStrike">
                <a:solidFill>
                  <a:srgbClr val="00be62"/>
                </a:solidFill>
                <a:latin typeface="Century"/>
              </a:rPr>
              <a:t>Deployment</a:t>
            </a:r>
            <a:r>
              <a:rPr b="0" lang="en-IN" sz="4800" spc="-97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46" strike="noStrike">
                <a:solidFill>
                  <a:srgbClr val="00be62"/>
                </a:solidFill>
                <a:latin typeface="Century"/>
              </a:rPr>
              <a:t>and</a:t>
            </a:r>
            <a:r>
              <a:rPr b="0" lang="en-IN" sz="4800" spc="-10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60" strike="noStrike">
                <a:solidFill>
                  <a:srgbClr val="00be62"/>
                </a:solidFill>
                <a:latin typeface="Century"/>
              </a:rPr>
              <a:t>Model</a:t>
            </a:r>
            <a:r>
              <a:rPr b="0" lang="en-IN" sz="4800" spc="-10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26" strike="noStrike">
                <a:solidFill>
                  <a:srgbClr val="00be62"/>
                </a:solidFill>
                <a:latin typeface="Century"/>
              </a:rPr>
              <a:t>Hosting</a:t>
            </a:r>
            <a:endParaRPr b="0" lang="en-IN" sz="4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81" name="object 6" descr=""/>
          <p:cNvPicPr/>
          <p:nvPr/>
        </p:nvPicPr>
        <p:blipFill>
          <a:blip r:embed="rId2"/>
          <a:stretch/>
        </p:blipFill>
        <p:spPr>
          <a:xfrm>
            <a:off x="914400" y="369252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782" name="object 7" descr=""/>
          <p:cNvPicPr/>
          <p:nvPr/>
        </p:nvPicPr>
        <p:blipFill>
          <a:blip r:embed="rId3"/>
          <a:stretch/>
        </p:blipFill>
        <p:spPr>
          <a:xfrm>
            <a:off x="914400" y="421668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783" name="object 8" descr=""/>
          <p:cNvPicPr/>
          <p:nvPr/>
        </p:nvPicPr>
        <p:blipFill>
          <a:blip r:embed="rId4"/>
          <a:stretch/>
        </p:blipFill>
        <p:spPr>
          <a:xfrm>
            <a:off x="914400" y="631224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784" name="object 9" descr=""/>
          <p:cNvPicPr/>
          <p:nvPr/>
        </p:nvPicPr>
        <p:blipFill>
          <a:blip r:embed="rId5"/>
          <a:stretch/>
        </p:blipFill>
        <p:spPr>
          <a:xfrm>
            <a:off x="914400" y="683604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785" name="object 10" descr=""/>
          <p:cNvPicPr/>
          <p:nvPr/>
        </p:nvPicPr>
        <p:blipFill>
          <a:blip r:embed="rId6"/>
          <a:stretch/>
        </p:blipFill>
        <p:spPr>
          <a:xfrm>
            <a:off x="914400" y="788364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1786" name="object 11"/>
          <p:cNvSpPr/>
          <p:nvPr/>
        </p:nvSpPr>
        <p:spPr>
          <a:xfrm>
            <a:off x="501480" y="2918160"/>
            <a:ext cx="16767360" cy="57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5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Elastic</a:t>
            </a:r>
            <a:r>
              <a:rPr b="0" lang="en-IN" sz="3300" spc="-13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 </a:t>
            </a:r>
            <a:r>
              <a:rPr b="0" lang="en-IN" sz="3300" spc="-7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Container</a:t>
            </a:r>
            <a:r>
              <a:rPr b="0" lang="en-IN" sz="3300" spc="-13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 </a:t>
            </a:r>
            <a:r>
              <a:rPr b="0" lang="en-IN" sz="33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Re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g</a:t>
            </a:r>
            <a:r>
              <a:rPr b="0" lang="en-IN" sz="33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istr</a:t>
            </a:r>
            <a:r>
              <a:rPr b="0" lang="en-IN" sz="3300" spc="-670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y</a:t>
            </a:r>
            <a:r>
              <a:rPr b="0" lang="en-IN" sz="3300" spc="324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 </a:t>
            </a:r>
            <a:r>
              <a:rPr b="0" lang="en-IN" sz="33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(ECR):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4119"/>
              </a:lnSpc>
              <a:spcBef>
                <a:spcPts val="164"/>
              </a:spcBef>
            </a:pP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Purpose: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Serving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as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private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repository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for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our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versioned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Docker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images. Workflow: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Automated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103" strike="noStrike">
                <a:solidFill>
                  <a:srgbClr val="000000"/>
                </a:solidFill>
                <a:latin typeface="Century"/>
              </a:rPr>
              <a:t>CI/CD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(GitHub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Actions)</a:t>
            </a:r>
            <a:r>
              <a:rPr b="0" lang="en-IN" sz="3300" spc="19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builds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environment</a:t>
            </a:r>
            <a:r>
              <a:rPr b="0" lang="en-IN" sz="3300" spc="19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199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pushes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containerized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Bi-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LSTM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ECR.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ct val="100000"/>
              </a:lnSpc>
              <a:spcBef>
                <a:spcPts val="170"/>
              </a:spcBef>
            </a:pP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3300" spc="-140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Sa</a:t>
            </a:r>
            <a:r>
              <a:rPr b="0" lang="en-IN" sz="3300" spc="-140" strike="noStrike">
                <a:solidFill>
                  <a:srgbClr val="000000"/>
                </a:solidFill>
                <a:latin typeface="Century"/>
              </a:rPr>
              <a:t>g</a:t>
            </a:r>
            <a:r>
              <a:rPr b="0" lang="en-IN" sz="3300" spc="-140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eMaker</a:t>
            </a:r>
            <a:r>
              <a:rPr b="0" lang="en-IN" sz="33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 </a:t>
            </a:r>
            <a:r>
              <a:rPr b="0" lang="en-IN" sz="3300" spc="-9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Real-</a:t>
            </a:r>
            <a:r>
              <a:rPr b="0" lang="en-IN" sz="33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Time</a:t>
            </a:r>
            <a:r>
              <a:rPr b="0" lang="en-IN" sz="33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 </a:t>
            </a:r>
            <a:r>
              <a:rPr b="0" lang="en-IN" sz="33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entury"/>
              </a:rPr>
              <a:t>Hosting: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4130"/>
              </a:lnSpc>
              <a:spcBef>
                <a:spcPts val="159"/>
              </a:spcBef>
            </a:pP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Endpoint: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69" strike="noStrike">
                <a:solidFill>
                  <a:srgbClr val="000000"/>
                </a:solidFill>
                <a:latin typeface="Century"/>
              </a:rPr>
              <a:t>A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fully-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managed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HTTPS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endpoint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that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serves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predictions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in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milliseconds.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Compute: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Hosted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on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ml.m5.large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instance,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providing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optimized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CPU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resources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needed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for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TensorFlow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inference.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3949"/>
              </a:lnSpc>
            </a:pP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Life-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cycle: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Automated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deployment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using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SageMaker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Python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SDK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create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model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ct val="100000"/>
              </a:lnSpc>
              <a:spcBef>
                <a:spcPts val="164"/>
              </a:spcBef>
            </a:pP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configurations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production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variants.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object 4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9" name="object 3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1790" name="object 10"/>
          <p:cNvSpPr/>
          <p:nvPr/>
        </p:nvSpPr>
        <p:spPr>
          <a:xfrm>
            <a:off x="13132080" y="93240"/>
            <a:ext cx="4895640" cy="623160"/>
          </a:xfrm>
          <a:custGeom>
            <a:avLst/>
            <a:gdLst>
              <a:gd name="textAreaLeft" fmla="*/ 0 w 4895640"/>
              <a:gd name="textAreaRight" fmla="*/ 4896000 w 489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4895850" h="623570">
                <a:moveTo>
                  <a:pt x="4739766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4739766" y="0"/>
                </a:lnTo>
                <a:lnTo>
                  <a:pt x="4799424" y="11866"/>
                </a:lnTo>
                <a:lnTo>
                  <a:pt x="4849999" y="45659"/>
                </a:lnTo>
                <a:lnTo>
                  <a:pt x="4883792" y="96234"/>
                </a:lnTo>
                <a:lnTo>
                  <a:pt x="4895659" y="155892"/>
                </a:lnTo>
                <a:lnTo>
                  <a:pt x="4895659" y="467676"/>
                </a:lnTo>
                <a:lnTo>
                  <a:pt x="4883792" y="527334"/>
                </a:lnTo>
                <a:lnTo>
                  <a:pt x="4849999" y="577909"/>
                </a:lnTo>
                <a:lnTo>
                  <a:pt x="4799424" y="611702"/>
                </a:lnTo>
                <a:lnTo>
                  <a:pt x="4739766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1" name="object 11"/>
          <p:cNvSpPr/>
          <p:nvPr/>
        </p:nvSpPr>
        <p:spPr>
          <a:xfrm>
            <a:off x="13266720" y="119160"/>
            <a:ext cx="462636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92" strike="noStrike">
                <a:solidFill>
                  <a:srgbClr val="000000"/>
                </a:solidFill>
                <a:latin typeface="Century"/>
              </a:rPr>
              <a:t>Deployment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PlaceHolder 1"/>
          <p:cNvSpPr>
            <a:spLocks noGrp="1"/>
          </p:cNvSpPr>
          <p:nvPr>
            <p:ph type="title"/>
          </p:nvPr>
        </p:nvSpPr>
        <p:spPr>
          <a:xfrm>
            <a:off x="3122280" y="1714680"/>
            <a:ext cx="12450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4800" spc="-1" strike="noStrike">
                <a:solidFill>
                  <a:srgbClr val="00be62"/>
                </a:solidFill>
                <a:latin typeface="Century"/>
              </a:rPr>
              <a:t>AWS</a:t>
            </a:r>
            <a:r>
              <a:rPr b="0" lang="en-IN" sz="4800" spc="-16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296" strike="noStrike">
                <a:solidFill>
                  <a:srgbClr val="00be62"/>
                </a:solidFill>
                <a:latin typeface="Century"/>
              </a:rPr>
              <a:t>–</a:t>
            </a:r>
            <a:r>
              <a:rPr b="0" lang="en-IN" sz="4800" spc="-41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26" strike="noStrike">
                <a:solidFill>
                  <a:srgbClr val="00be62"/>
                </a:solidFill>
                <a:latin typeface="Century"/>
              </a:rPr>
              <a:t>Cloud</a:t>
            </a:r>
            <a:r>
              <a:rPr b="0" lang="en-IN" sz="4800" spc="-10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14" strike="noStrike">
                <a:solidFill>
                  <a:srgbClr val="00be62"/>
                </a:solidFill>
                <a:latin typeface="Century"/>
              </a:rPr>
              <a:t>Deployment</a:t>
            </a:r>
            <a:r>
              <a:rPr b="0" lang="en-IN" sz="4800" spc="-97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46" strike="noStrike">
                <a:solidFill>
                  <a:srgbClr val="00be62"/>
                </a:solidFill>
                <a:latin typeface="Century"/>
              </a:rPr>
              <a:t>and</a:t>
            </a:r>
            <a:r>
              <a:rPr b="0" lang="en-IN" sz="4800" spc="-10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60" strike="noStrike">
                <a:solidFill>
                  <a:srgbClr val="00be62"/>
                </a:solidFill>
                <a:latin typeface="Century"/>
              </a:rPr>
              <a:t>Model</a:t>
            </a:r>
            <a:r>
              <a:rPr b="0" lang="en-IN" sz="4800" spc="-100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26" strike="noStrike">
                <a:solidFill>
                  <a:srgbClr val="00be62"/>
                </a:solidFill>
                <a:latin typeface="Century"/>
              </a:rPr>
              <a:t>Hosting</a:t>
            </a:r>
            <a:endParaRPr b="0" lang="en-IN" sz="4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93" name="object 5" descr=""/>
          <p:cNvPicPr/>
          <p:nvPr/>
        </p:nvPicPr>
        <p:blipFill>
          <a:blip r:embed="rId2"/>
          <a:stretch/>
        </p:blipFill>
        <p:spPr>
          <a:xfrm>
            <a:off x="1045080" y="376128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794" name="object 6" descr=""/>
          <p:cNvPicPr/>
          <p:nvPr/>
        </p:nvPicPr>
        <p:blipFill>
          <a:blip r:embed="rId3"/>
          <a:stretch/>
        </p:blipFill>
        <p:spPr>
          <a:xfrm>
            <a:off x="1045080" y="480924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795" name="object 7" descr=""/>
          <p:cNvPicPr/>
          <p:nvPr/>
        </p:nvPicPr>
        <p:blipFill>
          <a:blip r:embed="rId4"/>
          <a:stretch/>
        </p:blipFill>
        <p:spPr>
          <a:xfrm>
            <a:off x="1045080" y="690480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1796" name="object 8"/>
          <p:cNvSpPr/>
          <p:nvPr/>
        </p:nvSpPr>
        <p:spPr>
          <a:xfrm>
            <a:off x="632520" y="2986920"/>
            <a:ext cx="16767360" cy="52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Identity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&amp;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Access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Management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(IAM):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4130"/>
              </a:lnSpc>
              <a:spcBef>
                <a:spcPts val="159"/>
              </a:spcBef>
            </a:pP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Security:</a:t>
            </a:r>
            <a:r>
              <a:rPr b="0" lang="en-IN" sz="3300" spc="24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Utilizing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SageMaker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Execution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Roles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grant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"Least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Privilege"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access</a:t>
            </a:r>
            <a:r>
              <a:rPr b="0" lang="en-IN" sz="3300" spc="2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to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cloud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resources.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ts val="3954"/>
              </a:lnSpc>
            </a:pP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Authentication: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Local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Proxy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signs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requests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using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AWS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Signature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Version</a:t>
            </a:r>
            <a:r>
              <a:rPr b="0" lang="en-IN" sz="3300" spc="18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4</a:t>
            </a:r>
            <a:r>
              <a:rPr b="0" lang="en-IN" sz="3300" spc="18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(SigV4)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ct val="100000"/>
              </a:lnSpc>
              <a:spcBef>
                <a:spcPts val="164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37" strike="noStrike">
                <a:solidFill>
                  <a:srgbClr val="000000"/>
                </a:solidFill>
                <a:latin typeface="Century"/>
              </a:rPr>
              <a:t>ensure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only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authorized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clients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can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access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model.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>
              <a:lnSpc>
                <a:spcPct val="100000"/>
              </a:lnSpc>
              <a:spcBef>
                <a:spcPts val="320"/>
              </a:spcBef>
            </a:pP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ct val="100000"/>
              </a:lnSpc>
            </a:pP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Hybrid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Cloud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Architecture: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724680" algn="just">
              <a:lnSpc>
                <a:spcPts val="4119"/>
              </a:lnSpc>
              <a:spcBef>
                <a:spcPts val="113"/>
              </a:spcBef>
            </a:pP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"lives" in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 cloud,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but the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Local Proxy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acts as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secure</a:t>
            </a:r>
            <a:r>
              <a:rPr b="0" lang="en-IN" sz="3300" spc="-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bridge,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allowing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54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Chrome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Extension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perform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complex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sentiment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without</a:t>
            </a:r>
            <a:r>
              <a:rPr b="0" lang="en-IN" sz="3300" spc="54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exposing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sensitive</a:t>
            </a:r>
            <a:r>
              <a:rPr b="0" lang="en-IN" sz="3300" spc="6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AWS</a:t>
            </a:r>
            <a:r>
              <a:rPr b="0" lang="en-IN" sz="3300" spc="63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credentials.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" name="object 4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625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99" name="object 3"/>
          <p:cNvGrpSpPr/>
          <p:nvPr/>
        </p:nvGrpSpPr>
        <p:grpSpPr>
          <a:xfrm>
            <a:off x="0" y="152640"/>
            <a:ext cx="18287640" cy="9892800"/>
            <a:chOff x="0" y="152640"/>
            <a:chExt cx="18287640" cy="9892800"/>
          </a:xfrm>
        </p:grpSpPr>
        <p:pic>
          <p:nvPicPr>
            <p:cNvPr id="1800" name="object 4" descr=""/>
            <p:cNvPicPr/>
            <p:nvPr/>
          </p:nvPicPr>
          <p:blipFill>
            <a:blip r:embed="rId1"/>
            <a:stretch/>
          </p:blipFill>
          <p:spPr>
            <a:xfrm>
              <a:off x="0" y="5931000"/>
              <a:ext cx="18287640" cy="4114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01" name="object 5" descr=""/>
            <p:cNvPicPr/>
            <p:nvPr/>
          </p:nvPicPr>
          <p:blipFill>
            <a:blip r:embed="rId2"/>
            <a:stretch/>
          </p:blipFill>
          <p:spPr>
            <a:xfrm>
              <a:off x="0" y="244080"/>
              <a:ext cx="18282960" cy="5686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02" name="object 6"/>
            <p:cNvSpPr/>
            <p:nvPr/>
          </p:nvSpPr>
          <p:spPr>
            <a:xfrm>
              <a:off x="13292640" y="152640"/>
              <a:ext cx="4895640" cy="623160"/>
            </a:xfrm>
            <a:custGeom>
              <a:avLst/>
              <a:gdLst>
                <a:gd name="textAreaLeft" fmla="*/ 0 w 4895640"/>
                <a:gd name="textAreaRight" fmla="*/ 4896000 w 489564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4895850" h="623570">
                  <a:moveTo>
                    <a:pt x="4739766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4739766" y="0"/>
                  </a:lnTo>
                  <a:lnTo>
                    <a:pt x="4799424" y="11866"/>
                  </a:lnTo>
                  <a:lnTo>
                    <a:pt x="4849999" y="45659"/>
                  </a:lnTo>
                  <a:lnTo>
                    <a:pt x="4883792" y="96234"/>
                  </a:lnTo>
                  <a:lnTo>
                    <a:pt x="4895659" y="155892"/>
                  </a:lnTo>
                  <a:lnTo>
                    <a:pt x="4895659" y="467676"/>
                  </a:lnTo>
                  <a:lnTo>
                    <a:pt x="4883792" y="527334"/>
                  </a:lnTo>
                  <a:lnTo>
                    <a:pt x="4849999" y="577909"/>
                  </a:lnTo>
                  <a:lnTo>
                    <a:pt x="4799424" y="611702"/>
                  </a:lnTo>
                  <a:lnTo>
                    <a:pt x="4739766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03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62640"/>
          </a:xfrm>
          <a:prstGeom prst="rect">
            <a:avLst/>
          </a:prstGeom>
          <a:noFill/>
          <a:ln w="0">
            <a:noFill/>
          </a:ln>
        </p:spPr>
        <p:txBody>
          <a:bodyPr lIns="0" rIns="0" tIns="144720" bIns="0" anchor="t">
            <a:noAutofit/>
          </a:bodyPr>
          <a:p>
            <a:pPr marL="989856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2" strike="noStrike">
                <a:solidFill>
                  <a:schemeClr val="dk1"/>
                </a:solidFill>
                <a:latin typeface="Century"/>
              </a:rPr>
              <a:t>Deployment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4" name="object 2"/>
          <p:cNvGrpSpPr/>
          <p:nvPr/>
        </p:nvGrpSpPr>
        <p:grpSpPr>
          <a:xfrm>
            <a:off x="4938120" y="753480"/>
            <a:ext cx="6069240" cy="7758360"/>
            <a:chOff x="4938120" y="753480"/>
            <a:chExt cx="6069240" cy="7758360"/>
          </a:xfrm>
        </p:grpSpPr>
        <p:sp>
          <p:nvSpPr>
            <p:cNvPr id="1805" name="object 3"/>
            <p:cNvSpPr/>
            <p:nvPr/>
          </p:nvSpPr>
          <p:spPr>
            <a:xfrm>
              <a:off x="5024520" y="833040"/>
              <a:ext cx="3267360" cy="3279240"/>
            </a:xfrm>
            <a:custGeom>
              <a:avLst/>
              <a:gdLst>
                <a:gd name="textAreaLeft" fmla="*/ 0 w 3267360"/>
                <a:gd name="textAreaRight" fmla="*/ 3267720 w 3267360"/>
                <a:gd name="textAreaTop" fmla="*/ 0 h 3279240"/>
                <a:gd name="textAreaBottom" fmla="*/ 3279600 h 3279240"/>
              </a:gdLst>
              <a:ahLst/>
              <a:rect l="textAreaLeft" t="textAreaTop" r="textAreaRight" b="textAreaBottom"/>
              <a:pathLst>
                <a:path w="3267709" h="3279775">
                  <a:moveTo>
                    <a:pt x="2957997" y="2052646"/>
                  </a:moveTo>
                  <a:lnTo>
                    <a:pt x="2829261" y="2202997"/>
                  </a:lnTo>
                  <a:lnTo>
                    <a:pt x="2711569" y="2213782"/>
                  </a:lnTo>
                  <a:lnTo>
                    <a:pt x="2631640" y="2219439"/>
                  </a:lnTo>
                  <a:lnTo>
                    <a:pt x="2539719" y="2066638"/>
                  </a:lnTo>
                  <a:lnTo>
                    <a:pt x="2533001" y="1986792"/>
                  </a:lnTo>
                  <a:lnTo>
                    <a:pt x="2753457" y="1729322"/>
                  </a:lnTo>
                  <a:lnTo>
                    <a:pt x="2597493" y="1595779"/>
                  </a:lnTo>
                  <a:lnTo>
                    <a:pt x="2502160" y="1588246"/>
                  </a:lnTo>
                  <a:lnTo>
                    <a:pt x="2436696" y="1577983"/>
                  </a:lnTo>
                  <a:lnTo>
                    <a:pt x="1747361" y="2383057"/>
                  </a:lnTo>
                  <a:lnTo>
                    <a:pt x="1767581" y="2446160"/>
                  </a:lnTo>
                  <a:lnTo>
                    <a:pt x="1789703" y="2539196"/>
                  </a:lnTo>
                  <a:lnTo>
                    <a:pt x="1945667" y="2672738"/>
                  </a:lnTo>
                  <a:lnTo>
                    <a:pt x="2166123" y="2415268"/>
                  </a:lnTo>
                  <a:lnTo>
                    <a:pt x="2246052" y="2409612"/>
                  </a:lnTo>
                  <a:lnTo>
                    <a:pt x="2411184" y="2476909"/>
                  </a:lnTo>
                  <a:lnTo>
                    <a:pt x="2417902" y="2556756"/>
                  </a:lnTo>
                  <a:lnTo>
                    <a:pt x="2425366" y="2674705"/>
                  </a:lnTo>
                  <a:lnTo>
                    <a:pt x="2296630" y="2825056"/>
                  </a:lnTo>
                  <a:lnTo>
                    <a:pt x="2197446" y="2814226"/>
                  </a:lnTo>
                  <a:lnTo>
                    <a:pt x="2054457" y="2765888"/>
                  </a:lnTo>
                  <a:lnTo>
                    <a:pt x="1938511" y="2707404"/>
                  </a:lnTo>
                  <a:lnTo>
                    <a:pt x="1802210" y="2807154"/>
                  </a:lnTo>
                  <a:lnTo>
                    <a:pt x="1718975" y="2850774"/>
                  </a:lnTo>
                  <a:lnTo>
                    <a:pt x="1596205" y="2819747"/>
                  </a:lnTo>
                  <a:lnTo>
                    <a:pt x="1295348" y="2562142"/>
                  </a:lnTo>
                  <a:lnTo>
                    <a:pt x="1136453" y="2574279"/>
                  </a:lnTo>
                  <a:lnTo>
                    <a:pt x="1142278" y="2654194"/>
                  </a:lnTo>
                  <a:lnTo>
                    <a:pt x="1148514" y="2733628"/>
                  </a:lnTo>
                  <a:lnTo>
                    <a:pt x="1492695" y="3028329"/>
                  </a:lnTo>
                  <a:lnTo>
                    <a:pt x="1498931" y="3107763"/>
                  </a:lnTo>
                  <a:lnTo>
                    <a:pt x="1504756" y="3187678"/>
                  </a:lnTo>
                  <a:lnTo>
                    <a:pt x="1431545" y="3273181"/>
                  </a:lnTo>
                  <a:lnTo>
                    <a:pt x="1352098" y="3279250"/>
                  </a:lnTo>
                  <a:lnTo>
                    <a:pt x="1228916" y="3248704"/>
                  </a:lnTo>
                  <a:lnTo>
                    <a:pt x="771132" y="2856732"/>
                  </a:lnTo>
                  <a:lnTo>
                    <a:pt x="750384" y="2764039"/>
                  </a:lnTo>
                  <a:lnTo>
                    <a:pt x="800084" y="2619277"/>
                  </a:lnTo>
                  <a:lnTo>
                    <a:pt x="811052" y="2518775"/>
                  </a:lnTo>
                  <a:lnTo>
                    <a:pt x="712413" y="2286128"/>
                  </a:lnTo>
                  <a:lnTo>
                    <a:pt x="700352" y="2126778"/>
                  </a:lnTo>
                  <a:lnTo>
                    <a:pt x="601713" y="1894131"/>
                  </a:lnTo>
                  <a:lnTo>
                    <a:pt x="552565" y="1777121"/>
                  </a:lnTo>
                  <a:lnTo>
                    <a:pt x="417321" y="1587225"/>
                  </a:lnTo>
                  <a:lnTo>
                    <a:pt x="349664" y="1491831"/>
                  </a:lnTo>
                  <a:lnTo>
                    <a:pt x="276386" y="1490695"/>
                  </a:lnTo>
                  <a:lnTo>
                    <a:pt x="171849" y="1526065"/>
                  </a:lnTo>
                  <a:lnTo>
                    <a:pt x="78442" y="1520181"/>
                  </a:lnTo>
                  <a:lnTo>
                    <a:pt x="6236" y="1458355"/>
                  </a:lnTo>
                  <a:lnTo>
                    <a:pt x="0" y="1378921"/>
                  </a:lnTo>
                  <a:lnTo>
                    <a:pt x="15903" y="1272655"/>
                  </a:lnTo>
                  <a:lnTo>
                    <a:pt x="147244" y="1206954"/>
                  </a:lnTo>
                  <a:lnTo>
                    <a:pt x="240651" y="1212838"/>
                  </a:lnTo>
                  <a:lnTo>
                    <a:pt x="319094" y="1354098"/>
                  </a:lnTo>
                  <a:lnTo>
                    <a:pt x="366472" y="1437124"/>
                  </a:lnTo>
                  <a:lnTo>
                    <a:pt x="420568" y="1468458"/>
                  </a:lnTo>
                  <a:lnTo>
                    <a:pt x="564154" y="1415739"/>
                  </a:lnTo>
                  <a:lnTo>
                    <a:pt x="809626" y="1476900"/>
                  </a:lnTo>
                  <a:lnTo>
                    <a:pt x="866275" y="1472124"/>
                  </a:lnTo>
                  <a:lnTo>
                    <a:pt x="1146134" y="1170610"/>
                  </a:lnTo>
                  <a:lnTo>
                    <a:pt x="1400962" y="847663"/>
                  </a:lnTo>
                  <a:lnTo>
                    <a:pt x="1396959" y="790954"/>
                  </a:lnTo>
                  <a:lnTo>
                    <a:pt x="1298732" y="557826"/>
                  </a:lnTo>
                  <a:lnTo>
                    <a:pt x="1328714" y="407835"/>
                  </a:lnTo>
                  <a:lnTo>
                    <a:pt x="1289424" y="359209"/>
                  </a:lnTo>
                  <a:lnTo>
                    <a:pt x="1200093" y="325179"/>
                  </a:lnTo>
                  <a:lnTo>
                    <a:pt x="1048440" y="269422"/>
                  </a:lnTo>
                  <a:lnTo>
                    <a:pt x="1028244" y="178035"/>
                  </a:lnTo>
                  <a:lnTo>
                    <a:pt x="1072938" y="38144"/>
                  </a:lnTo>
                  <a:lnTo>
                    <a:pt x="1175489" y="6068"/>
                  </a:lnTo>
                  <a:lnTo>
                    <a:pt x="1254936" y="0"/>
                  </a:lnTo>
                  <a:lnTo>
                    <a:pt x="1327142" y="61825"/>
                  </a:lnTo>
                  <a:lnTo>
                    <a:pt x="1347338" y="153212"/>
                  </a:lnTo>
                  <a:lnTo>
                    <a:pt x="1328485" y="261948"/>
                  </a:lnTo>
                  <a:lnTo>
                    <a:pt x="1340891" y="334177"/>
                  </a:lnTo>
                  <a:lnTo>
                    <a:pt x="1445565" y="386340"/>
                  </a:lnTo>
                  <a:lnTo>
                    <a:pt x="1654020" y="490732"/>
                  </a:lnTo>
                  <a:lnTo>
                    <a:pt x="1777202" y="521278"/>
                  </a:lnTo>
                  <a:lnTo>
                    <a:pt x="2022263" y="582919"/>
                  </a:lnTo>
                  <a:lnTo>
                    <a:pt x="2181569" y="570302"/>
                  </a:lnTo>
                  <a:lnTo>
                    <a:pt x="2426629" y="631943"/>
                  </a:lnTo>
                  <a:lnTo>
                    <a:pt x="2524244" y="605631"/>
                  </a:lnTo>
                  <a:lnTo>
                    <a:pt x="2659628" y="534234"/>
                  </a:lnTo>
                  <a:lnTo>
                    <a:pt x="2754410" y="540462"/>
                  </a:lnTo>
                  <a:lnTo>
                    <a:pt x="3212194" y="932435"/>
                  </a:lnTo>
                  <a:lnTo>
                    <a:pt x="3261342" y="1049444"/>
                  </a:lnTo>
                  <a:lnTo>
                    <a:pt x="3267579" y="1128879"/>
                  </a:lnTo>
                  <a:lnTo>
                    <a:pt x="3194368" y="1214382"/>
                  </a:lnTo>
                  <a:lnTo>
                    <a:pt x="3114509" y="1220931"/>
                  </a:lnTo>
                  <a:lnTo>
                    <a:pt x="3035062" y="1227000"/>
                  </a:lnTo>
                  <a:lnTo>
                    <a:pt x="2690881" y="932299"/>
                  </a:lnTo>
                  <a:lnTo>
                    <a:pt x="2611434" y="938368"/>
                  </a:lnTo>
                  <a:lnTo>
                    <a:pt x="2531575" y="944917"/>
                  </a:lnTo>
                  <a:lnTo>
                    <a:pt x="2544048" y="1103786"/>
                  </a:lnTo>
                  <a:lnTo>
                    <a:pt x="2844905" y="1361391"/>
                  </a:lnTo>
                  <a:lnTo>
                    <a:pt x="2894465" y="1477920"/>
                  </a:lnTo>
                  <a:lnTo>
                    <a:pt x="2864181" y="1566879"/>
                  </a:lnTo>
                  <a:lnTo>
                    <a:pt x="2786607" y="1716913"/>
                  </a:lnTo>
                  <a:lnTo>
                    <a:pt x="2862247" y="1822472"/>
                  </a:lnTo>
                  <a:lnTo>
                    <a:pt x="2932024" y="1956313"/>
                  </a:lnTo>
                  <a:lnTo>
                    <a:pt x="2957997" y="2052646"/>
                  </a:lnTo>
                  <a:close/>
                </a:path>
              </a:pathLst>
            </a:custGeom>
            <a:solidFill>
              <a:srgbClr val="c1c2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6" name="object 4"/>
            <p:cNvSpPr/>
            <p:nvPr/>
          </p:nvSpPr>
          <p:spPr>
            <a:xfrm>
              <a:off x="5024520" y="925200"/>
              <a:ext cx="1187640" cy="2268000"/>
            </a:xfrm>
            <a:custGeom>
              <a:avLst/>
              <a:gdLst>
                <a:gd name="textAreaLeft" fmla="*/ 0 w 1187640"/>
                <a:gd name="textAreaRight" fmla="*/ 1188000 w 1187640"/>
                <a:gd name="textAreaTop" fmla="*/ 0 h 2268000"/>
                <a:gd name="textAreaBottom" fmla="*/ 2268360 h 2268000"/>
              </a:gdLst>
              <a:ahLst/>
              <a:rect l="textAreaLeft" t="textAreaTop" r="textAreaRight" b="textAreaBottom"/>
              <a:pathLst>
                <a:path w="1188085" h="2268220">
                  <a:moveTo>
                    <a:pt x="159778" y="1274660"/>
                  </a:moveTo>
                  <a:lnTo>
                    <a:pt x="73621" y="1200886"/>
                  </a:lnTo>
                  <a:lnTo>
                    <a:pt x="0" y="1286878"/>
                  </a:lnTo>
                  <a:lnTo>
                    <a:pt x="86156" y="1360652"/>
                  </a:lnTo>
                  <a:lnTo>
                    <a:pt x="159778" y="1274660"/>
                  </a:lnTo>
                  <a:close/>
                </a:path>
                <a:path w="1188085" h="2268220">
                  <a:moveTo>
                    <a:pt x="748957" y="1630121"/>
                  </a:moveTo>
                  <a:lnTo>
                    <a:pt x="490943" y="1409192"/>
                  </a:lnTo>
                  <a:lnTo>
                    <a:pt x="417322" y="1495171"/>
                  </a:lnTo>
                  <a:lnTo>
                    <a:pt x="675335" y="1716100"/>
                  </a:lnTo>
                  <a:lnTo>
                    <a:pt x="748957" y="1630121"/>
                  </a:lnTo>
                  <a:close/>
                </a:path>
                <a:path w="1188085" h="2268220">
                  <a:moveTo>
                    <a:pt x="859663" y="2022119"/>
                  </a:moveTo>
                  <a:lnTo>
                    <a:pt x="773963" y="1948751"/>
                  </a:lnTo>
                  <a:lnTo>
                    <a:pt x="847178" y="1863242"/>
                  </a:lnTo>
                  <a:lnTo>
                    <a:pt x="675335" y="1716100"/>
                  </a:lnTo>
                  <a:lnTo>
                    <a:pt x="601713" y="1802079"/>
                  </a:lnTo>
                  <a:lnTo>
                    <a:pt x="773303" y="1949018"/>
                  </a:lnTo>
                  <a:lnTo>
                    <a:pt x="700100" y="2034514"/>
                  </a:lnTo>
                  <a:lnTo>
                    <a:pt x="786041" y="2108111"/>
                  </a:lnTo>
                  <a:lnTo>
                    <a:pt x="859663" y="2022119"/>
                  </a:lnTo>
                  <a:close/>
                </a:path>
                <a:path w="1188085" h="2268220">
                  <a:moveTo>
                    <a:pt x="871994" y="2181695"/>
                  </a:moveTo>
                  <a:lnTo>
                    <a:pt x="786041" y="2108111"/>
                  </a:lnTo>
                  <a:lnTo>
                    <a:pt x="712419" y="2194090"/>
                  </a:lnTo>
                  <a:lnTo>
                    <a:pt x="798372" y="2267686"/>
                  </a:lnTo>
                  <a:lnTo>
                    <a:pt x="871994" y="2181695"/>
                  </a:lnTo>
                  <a:close/>
                </a:path>
                <a:path w="1188085" h="2268220">
                  <a:moveTo>
                    <a:pt x="1188034" y="73787"/>
                  </a:moveTo>
                  <a:lnTo>
                    <a:pt x="1101864" y="0"/>
                  </a:lnTo>
                  <a:lnTo>
                    <a:pt x="1028242" y="85991"/>
                  </a:lnTo>
                  <a:lnTo>
                    <a:pt x="1114412" y="159766"/>
                  </a:lnTo>
                  <a:lnTo>
                    <a:pt x="1188034" y="73787"/>
                  </a:lnTo>
                  <a:close/>
                </a:path>
              </a:pathLst>
            </a:custGeom>
            <a:solidFill>
              <a:srgbClr val="f6f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7" name="object 5"/>
            <p:cNvSpPr/>
            <p:nvPr/>
          </p:nvSpPr>
          <p:spPr>
            <a:xfrm>
              <a:off x="4938120" y="753480"/>
              <a:ext cx="3433680" cy="3444480"/>
            </a:xfrm>
            <a:custGeom>
              <a:avLst/>
              <a:gdLst>
                <a:gd name="textAreaLeft" fmla="*/ 0 w 3433680"/>
                <a:gd name="textAreaRight" fmla="*/ 3434040 w 3433680"/>
                <a:gd name="textAreaTop" fmla="*/ 0 h 3444480"/>
                <a:gd name="textAreaBottom" fmla="*/ 3444840 h 3444480"/>
              </a:gdLst>
              <a:ahLst/>
              <a:rect l="textAreaLeft" t="textAreaTop" r="textAreaRight" b="textAreaBottom"/>
              <a:pathLst>
                <a:path w="3434079" h="3444875">
                  <a:moveTo>
                    <a:pt x="233413" y="1286395"/>
                  </a:moveTo>
                  <a:lnTo>
                    <a:pt x="147243" y="1212621"/>
                  </a:lnTo>
                  <a:lnTo>
                    <a:pt x="0" y="1384579"/>
                  </a:lnTo>
                  <a:lnTo>
                    <a:pt x="86169" y="1458366"/>
                  </a:lnTo>
                  <a:lnTo>
                    <a:pt x="233413" y="1286395"/>
                  </a:lnTo>
                  <a:close/>
                </a:path>
                <a:path w="3434079" h="3444875">
                  <a:moveTo>
                    <a:pt x="258013" y="1605508"/>
                  </a:moveTo>
                  <a:lnTo>
                    <a:pt x="86169" y="1458366"/>
                  </a:lnTo>
                  <a:lnTo>
                    <a:pt x="12954" y="1543862"/>
                  </a:lnTo>
                  <a:lnTo>
                    <a:pt x="184810" y="1691005"/>
                  </a:lnTo>
                  <a:lnTo>
                    <a:pt x="258013" y="1605508"/>
                  </a:lnTo>
                  <a:close/>
                </a:path>
                <a:path w="3434079" h="3444875">
                  <a:moveTo>
                    <a:pt x="478472" y="1348028"/>
                  </a:moveTo>
                  <a:lnTo>
                    <a:pt x="306616" y="1200886"/>
                  </a:lnTo>
                  <a:lnTo>
                    <a:pt x="233413" y="1286395"/>
                  </a:lnTo>
                  <a:lnTo>
                    <a:pt x="405257" y="1433537"/>
                  </a:lnTo>
                  <a:lnTo>
                    <a:pt x="478472" y="1348028"/>
                  </a:lnTo>
                  <a:close/>
                </a:path>
                <a:path w="3434079" h="3444875">
                  <a:moveTo>
                    <a:pt x="650316" y="1495183"/>
                  </a:moveTo>
                  <a:lnTo>
                    <a:pt x="564159" y="1421396"/>
                  </a:lnTo>
                  <a:lnTo>
                    <a:pt x="490943" y="1506905"/>
                  </a:lnTo>
                  <a:lnTo>
                    <a:pt x="405257" y="1433537"/>
                  </a:lnTo>
                  <a:lnTo>
                    <a:pt x="258013" y="1605508"/>
                  </a:lnTo>
                  <a:lnTo>
                    <a:pt x="343700" y="1678876"/>
                  </a:lnTo>
                  <a:lnTo>
                    <a:pt x="417322" y="1592897"/>
                  </a:lnTo>
                  <a:lnTo>
                    <a:pt x="503491" y="1666659"/>
                  </a:lnTo>
                  <a:lnTo>
                    <a:pt x="650316" y="1495183"/>
                  </a:lnTo>
                  <a:close/>
                </a:path>
                <a:path w="3434079" h="3444875">
                  <a:moveTo>
                    <a:pt x="761504" y="1887588"/>
                  </a:moveTo>
                  <a:lnTo>
                    <a:pt x="503491" y="1666659"/>
                  </a:lnTo>
                  <a:lnTo>
                    <a:pt x="429869" y="1752650"/>
                  </a:lnTo>
                  <a:lnTo>
                    <a:pt x="687882" y="1973567"/>
                  </a:lnTo>
                  <a:lnTo>
                    <a:pt x="761504" y="1887588"/>
                  </a:lnTo>
                  <a:close/>
                </a:path>
                <a:path w="3434079" h="3444875">
                  <a:moveTo>
                    <a:pt x="859726" y="2120709"/>
                  </a:moveTo>
                  <a:lnTo>
                    <a:pt x="687882" y="1973567"/>
                  </a:lnTo>
                  <a:lnTo>
                    <a:pt x="614667" y="2059076"/>
                  </a:lnTo>
                  <a:lnTo>
                    <a:pt x="786269" y="2206002"/>
                  </a:lnTo>
                  <a:lnTo>
                    <a:pt x="786523" y="2206218"/>
                  </a:lnTo>
                  <a:lnTo>
                    <a:pt x="859726" y="2120709"/>
                  </a:lnTo>
                  <a:close/>
                </a:path>
                <a:path w="3434079" h="3444875">
                  <a:moveTo>
                    <a:pt x="872210" y="2279599"/>
                  </a:moveTo>
                  <a:lnTo>
                    <a:pt x="786269" y="2206002"/>
                  </a:lnTo>
                  <a:lnTo>
                    <a:pt x="712647" y="2291981"/>
                  </a:lnTo>
                  <a:lnTo>
                    <a:pt x="798588" y="2365578"/>
                  </a:lnTo>
                  <a:lnTo>
                    <a:pt x="872210" y="2279599"/>
                  </a:lnTo>
                  <a:close/>
                </a:path>
                <a:path w="3434079" h="3444875">
                  <a:moveTo>
                    <a:pt x="895794" y="1556334"/>
                  </a:moveTo>
                  <a:lnTo>
                    <a:pt x="723938" y="1409192"/>
                  </a:lnTo>
                  <a:lnTo>
                    <a:pt x="650316" y="1495183"/>
                  </a:lnTo>
                  <a:lnTo>
                    <a:pt x="822172" y="1642325"/>
                  </a:lnTo>
                  <a:lnTo>
                    <a:pt x="895794" y="1556334"/>
                  </a:lnTo>
                  <a:close/>
                </a:path>
                <a:path w="3434079" h="3444875">
                  <a:moveTo>
                    <a:pt x="970495" y="2512758"/>
                  </a:moveTo>
                  <a:lnTo>
                    <a:pt x="798588" y="2365578"/>
                  </a:lnTo>
                  <a:lnTo>
                    <a:pt x="725385" y="2451087"/>
                  </a:lnTo>
                  <a:lnTo>
                    <a:pt x="897216" y="2598216"/>
                  </a:lnTo>
                  <a:lnTo>
                    <a:pt x="970495" y="2512758"/>
                  </a:lnTo>
                  <a:close/>
                </a:path>
                <a:path w="3434079" h="3444875">
                  <a:moveTo>
                    <a:pt x="983386" y="2671991"/>
                  </a:moveTo>
                  <a:lnTo>
                    <a:pt x="897216" y="2598216"/>
                  </a:lnTo>
                  <a:lnTo>
                    <a:pt x="750379" y="2769705"/>
                  </a:lnTo>
                  <a:lnTo>
                    <a:pt x="836549" y="2843479"/>
                  </a:lnTo>
                  <a:lnTo>
                    <a:pt x="983386" y="2671991"/>
                  </a:lnTo>
                  <a:close/>
                </a:path>
                <a:path w="3434079" h="3444875">
                  <a:moveTo>
                    <a:pt x="1261656" y="85509"/>
                  </a:moveTo>
                  <a:lnTo>
                    <a:pt x="1175486" y="11734"/>
                  </a:lnTo>
                  <a:lnTo>
                    <a:pt x="1028242" y="183692"/>
                  </a:lnTo>
                  <a:lnTo>
                    <a:pt x="1114412" y="257479"/>
                  </a:lnTo>
                  <a:lnTo>
                    <a:pt x="1261656" y="85509"/>
                  </a:lnTo>
                  <a:close/>
                </a:path>
                <a:path w="3434079" h="3444875">
                  <a:moveTo>
                    <a:pt x="1286256" y="404622"/>
                  </a:moveTo>
                  <a:lnTo>
                    <a:pt x="1114412" y="257479"/>
                  </a:lnTo>
                  <a:lnTo>
                    <a:pt x="1041196" y="342976"/>
                  </a:lnTo>
                  <a:lnTo>
                    <a:pt x="1213053" y="490118"/>
                  </a:lnTo>
                  <a:lnTo>
                    <a:pt x="1286256" y="404622"/>
                  </a:lnTo>
                  <a:close/>
                </a:path>
                <a:path w="3434079" h="3444875">
                  <a:moveTo>
                    <a:pt x="1438262" y="3358692"/>
                  </a:moveTo>
                  <a:lnTo>
                    <a:pt x="836549" y="2843479"/>
                  </a:lnTo>
                  <a:lnTo>
                    <a:pt x="762927" y="2929458"/>
                  </a:lnTo>
                  <a:lnTo>
                    <a:pt x="1364640" y="3444671"/>
                  </a:lnTo>
                  <a:lnTo>
                    <a:pt x="1438262" y="3358692"/>
                  </a:lnTo>
                  <a:close/>
                </a:path>
                <a:path w="3434079" h="3444875">
                  <a:moveTo>
                    <a:pt x="1497507" y="2071547"/>
                  </a:moveTo>
                  <a:lnTo>
                    <a:pt x="1153807" y="1777263"/>
                  </a:lnTo>
                  <a:lnTo>
                    <a:pt x="1080185" y="1863242"/>
                  </a:lnTo>
                  <a:lnTo>
                    <a:pt x="1423885" y="2157539"/>
                  </a:lnTo>
                  <a:lnTo>
                    <a:pt x="1497507" y="2071547"/>
                  </a:lnTo>
                  <a:close/>
                </a:path>
                <a:path w="3434079" h="3444875">
                  <a:moveTo>
                    <a:pt x="1506715" y="147154"/>
                  </a:moveTo>
                  <a:lnTo>
                    <a:pt x="1334871" y="0"/>
                  </a:lnTo>
                  <a:lnTo>
                    <a:pt x="1261656" y="85509"/>
                  </a:lnTo>
                  <a:lnTo>
                    <a:pt x="1433499" y="232651"/>
                  </a:lnTo>
                  <a:lnTo>
                    <a:pt x="1506715" y="147154"/>
                  </a:lnTo>
                  <a:close/>
                </a:path>
                <a:path w="3434079" h="3444875">
                  <a:moveTo>
                    <a:pt x="1531734" y="465785"/>
                  </a:moveTo>
                  <a:lnTo>
                    <a:pt x="1445564" y="392010"/>
                  </a:lnTo>
                  <a:lnTo>
                    <a:pt x="1519186" y="306019"/>
                  </a:lnTo>
                  <a:lnTo>
                    <a:pt x="1433499" y="232651"/>
                  </a:lnTo>
                  <a:lnTo>
                    <a:pt x="1286256" y="404622"/>
                  </a:lnTo>
                  <a:lnTo>
                    <a:pt x="1371930" y="477989"/>
                  </a:lnTo>
                  <a:lnTo>
                    <a:pt x="1298727" y="563486"/>
                  </a:lnTo>
                  <a:lnTo>
                    <a:pt x="1384896" y="637260"/>
                  </a:lnTo>
                  <a:lnTo>
                    <a:pt x="1531734" y="465785"/>
                  </a:lnTo>
                  <a:close/>
                </a:path>
                <a:path w="3434079" h="3444875">
                  <a:moveTo>
                    <a:pt x="1556753" y="784415"/>
                  </a:moveTo>
                  <a:lnTo>
                    <a:pt x="1384896" y="637260"/>
                  </a:lnTo>
                  <a:lnTo>
                    <a:pt x="1311275" y="723252"/>
                  </a:lnTo>
                  <a:lnTo>
                    <a:pt x="1483131" y="870394"/>
                  </a:lnTo>
                  <a:lnTo>
                    <a:pt x="1556753" y="784415"/>
                  </a:lnTo>
                  <a:close/>
                </a:path>
                <a:path w="3434079" h="3444875">
                  <a:moveTo>
                    <a:pt x="1569288" y="944168"/>
                  </a:moveTo>
                  <a:lnTo>
                    <a:pt x="1483131" y="870394"/>
                  </a:lnTo>
                  <a:lnTo>
                    <a:pt x="895794" y="1556334"/>
                  </a:lnTo>
                  <a:lnTo>
                    <a:pt x="981964" y="1630121"/>
                  </a:lnTo>
                  <a:lnTo>
                    <a:pt x="1569288" y="944168"/>
                  </a:lnTo>
                  <a:close/>
                </a:path>
                <a:path w="3434079" h="3444875">
                  <a:moveTo>
                    <a:pt x="1671269" y="3260979"/>
                  </a:moveTo>
                  <a:lnTo>
                    <a:pt x="1585099" y="3187204"/>
                  </a:lnTo>
                  <a:lnTo>
                    <a:pt x="1438262" y="3358692"/>
                  </a:lnTo>
                  <a:lnTo>
                    <a:pt x="1524431" y="3432467"/>
                  </a:lnTo>
                  <a:lnTo>
                    <a:pt x="1671269" y="3260979"/>
                  </a:lnTo>
                  <a:close/>
                </a:path>
                <a:path w="3434079" h="3444875">
                  <a:moveTo>
                    <a:pt x="1805139" y="2930207"/>
                  </a:moveTo>
                  <a:lnTo>
                    <a:pt x="1376133" y="2562885"/>
                  </a:lnTo>
                  <a:lnTo>
                    <a:pt x="1375765" y="2562555"/>
                  </a:lnTo>
                  <a:lnTo>
                    <a:pt x="1375168" y="2562047"/>
                  </a:lnTo>
                  <a:lnTo>
                    <a:pt x="1301953" y="2647556"/>
                  </a:lnTo>
                  <a:lnTo>
                    <a:pt x="1216380" y="2574290"/>
                  </a:lnTo>
                  <a:lnTo>
                    <a:pt x="1142758" y="2660269"/>
                  </a:lnTo>
                  <a:lnTo>
                    <a:pt x="1228331" y="2733548"/>
                  </a:lnTo>
                  <a:lnTo>
                    <a:pt x="1155128" y="2819044"/>
                  </a:lnTo>
                  <a:lnTo>
                    <a:pt x="1156093" y="2819870"/>
                  </a:lnTo>
                  <a:lnTo>
                    <a:pt x="1584858" y="3187001"/>
                  </a:lnTo>
                  <a:lnTo>
                    <a:pt x="1658073" y="3101492"/>
                  </a:lnTo>
                  <a:lnTo>
                    <a:pt x="1229296" y="2734373"/>
                  </a:lnTo>
                  <a:lnTo>
                    <a:pt x="1302918" y="2648394"/>
                  </a:lnTo>
                  <a:lnTo>
                    <a:pt x="1731937" y="3015716"/>
                  </a:lnTo>
                  <a:lnTo>
                    <a:pt x="1805139" y="2930207"/>
                  </a:lnTo>
                  <a:close/>
                </a:path>
                <a:path w="3434079" h="3444875">
                  <a:moveTo>
                    <a:pt x="1863369" y="600722"/>
                  </a:moveTo>
                  <a:lnTo>
                    <a:pt x="1605356" y="379793"/>
                  </a:lnTo>
                  <a:lnTo>
                    <a:pt x="1531734" y="465785"/>
                  </a:lnTo>
                  <a:lnTo>
                    <a:pt x="1789747" y="686701"/>
                  </a:lnTo>
                  <a:lnTo>
                    <a:pt x="1863369" y="600722"/>
                  </a:lnTo>
                  <a:close/>
                </a:path>
                <a:path w="3434079" h="3444875">
                  <a:moveTo>
                    <a:pt x="2108428" y="662355"/>
                  </a:moveTo>
                  <a:lnTo>
                    <a:pt x="1936584" y="515213"/>
                  </a:lnTo>
                  <a:lnTo>
                    <a:pt x="1863369" y="600722"/>
                  </a:lnTo>
                  <a:lnTo>
                    <a:pt x="2035213" y="747864"/>
                  </a:lnTo>
                  <a:lnTo>
                    <a:pt x="2108428" y="662355"/>
                  </a:lnTo>
                  <a:close/>
                </a:path>
                <a:path w="3434079" h="3444875">
                  <a:moveTo>
                    <a:pt x="2158466" y="1299616"/>
                  </a:moveTo>
                  <a:lnTo>
                    <a:pt x="1814766" y="1005332"/>
                  </a:lnTo>
                  <a:lnTo>
                    <a:pt x="1741144" y="1091311"/>
                  </a:lnTo>
                  <a:lnTo>
                    <a:pt x="2084844" y="1385608"/>
                  </a:lnTo>
                  <a:lnTo>
                    <a:pt x="2158466" y="1299616"/>
                  </a:lnTo>
                  <a:close/>
                </a:path>
                <a:path w="3434079" h="3444875">
                  <a:moveTo>
                    <a:pt x="2268220" y="650151"/>
                  </a:moveTo>
                  <a:lnTo>
                    <a:pt x="2182050" y="576376"/>
                  </a:lnTo>
                  <a:lnTo>
                    <a:pt x="2108428" y="662355"/>
                  </a:lnTo>
                  <a:lnTo>
                    <a:pt x="2194598" y="736142"/>
                  </a:lnTo>
                  <a:lnTo>
                    <a:pt x="2268220" y="650151"/>
                  </a:lnTo>
                  <a:close/>
                </a:path>
                <a:path w="3434079" h="3444875">
                  <a:moveTo>
                    <a:pt x="2332215" y="2489047"/>
                  </a:moveTo>
                  <a:lnTo>
                    <a:pt x="2246058" y="2415273"/>
                  </a:lnTo>
                  <a:lnTo>
                    <a:pt x="2025599" y="2672740"/>
                  </a:lnTo>
                  <a:lnTo>
                    <a:pt x="1853742" y="2525598"/>
                  </a:lnTo>
                  <a:lnTo>
                    <a:pt x="1780540" y="2611107"/>
                  </a:lnTo>
                  <a:lnTo>
                    <a:pt x="1952371" y="2758249"/>
                  </a:lnTo>
                  <a:lnTo>
                    <a:pt x="1805139" y="2930207"/>
                  </a:lnTo>
                  <a:lnTo>
                    <a:pt x="1891309" y="3003994"/>
                  </a:lnTo>
                  <a:lnTo>
                    <a:pt x="2038553" y="2832036"/>
                  </a:lnTo>
                  <a:lnTo>
                    <a:pt x="2210397" y="2979166"/>
                  </a:lnTo>
                  <a:lnTo>
                    <a:pt x="2283612" y="2893669"/>
                  </a:lnTo>
                  <a:lnTo>
                    <a:pt x="2111768" y="2746527"/>
                  </a:lnTo>
                  <a:lnTo>
                    <a:pt x="2332215" y="2489047"/>
                  </a:lnTo>
                  <a:close/>
                </a:path>
                <a:path w="3434079" h="3444875">
                  <a:moveTo>
                    <a:pt x="2512796" y="711377"/>
                  </a:moveTo>
                  <a:lnTo>
                    <a:pt x="2340953" y="564235"/>
                  </a:lnTo>
                  <a:lnTo>
                    <a:pt x="2268220" y="650151"/>
                  </a:lnTo>
                  <a:lnTo>
                    <a:pt x="2439581" y="796886"/>
                  </a:lnTo>
                  <a:lnTo>
                    <a:pt x="2512796" y="711377"/>
                  </a:lnTo>
                  <a:close/>
                </a:path>
                <a:path w="3434079" h="3444875">
                  <a:moveTo>
                    <a:pt x="2577274" y="2550693"/>
                  </a:moveTo>
                  <a:lnTo>
                    <a:pt x="2405430" y="2403551"/>
                  </a:lnTo>
                  <a:lnTo>
                    <a:pt x="2332215" y="2489047"/>
                  </a:lnTo>
                  <a:lnTo>
                    <a:pt x="2504071" y="2636189"/>
                  </a:lnTo>
                  <a:lnTo>
                    <a:pt x="2577274" y="2550693"/>
                  </a:lnTo>
                  <a:close/>
                </a:path>
                <a:path w="3434079" h="3444875">
                  <a:moveTo>
                    <a:pt x="2588323" y="1667687"/>
                  </a:moveTo>
                  <a:lnTo>
                    <a:pt x="2502166" y="1593913"/>
                  </a:lnTo>
                  <a:lnTo>
                    <a:pt x="1767586" y="2451824"/>
                  </a:lnTo>
                  <a:lnTo>
                    <a:pt x="1853742" y="2525598"/>
                  </a:lnTo>
                  <a:lnTo>
                    <a:pt x="2588323" y="1667687"/>
                  </a:lnTo>
                  <a:close/>
                </a:path>
                <a:path w="3434079" h="3444875">
                  <a:moveTo>
                    <a:pt x="2589746" y="2709557"/>
                  </a:moveTo>
                  <a:lnTo>
                    <a:pt x="2504071" y="2636189"/>
                  </a:lnTo>
                  <a:lnTo>
                    <a:pt x="2283612" y="2893669"/>
                  </a:lnTo>
                  <a:lnTo>
                    <a:pt x="2369299" y="2967037"/>
                  </a:lnTo>
                  <a:lnTo>
                    <a:pt x="2589746" y="2709557"/>
                  </a:lnTo>
                  <a:close/>
                </a:path>
                <a:path w="3434079" h="3444875">
                  <a:moveTo>
                    <a:pt x="2745790" y="613676"/>
                  </a:moveTo>
                  <a:lnTo>
                    <a:pt x="2659634" y="539902"/>
                  </a:lnTo>
                  <a:lnTo>
                    <a:pt x="2512796" y="711377"/>
                  </a:lnTo>
                  <a:lnTo>
                    <a:pt x="2598966" y="785164"/>
                  </a:lnTo>
                  <a:lnTo>
                    <a:pt x="2745790" y="613676"/>
                  </a:lnTo>
                  <a:close/>
                </a:path>
                <a:path w="3434079" h="3444875">
                  <a:moveTo>
                    <a:pt x="2797733" y="2293226"/>
                  </a:moveTo>
                  <a:lnTo>
                    <a:pt x="2625890" y="2146084"/>
                  </a:lnTo>
                  <a:lnTo>
                    <a:pt x="2552674" y="2231580"/>
                  </a:lnTo>
                  <a:lnTo>
                    <a:pt x="2724518" y="2378722"/>
                  </a:lnTo>
                  <a:lnTo>
                    <a:pt x="2797733" y="2293226"/>
                  </a:lnTo>
                  <a:close/>
                </a:path>
                <a:path w="3434079" h="3444875">
                  <a:moveTo>
                    <a:pt x="3091396" y="1950250"/>
                  </a:moveTo>
                  <a:lnTo>
                    <a:pt x="2919552" y="1803107"/>
                  </a:lnTo>
                  <a:lnTo>
                    <a:pt x="3066796" y="1631137"/>
                  </a:lnTo>
                  <a:lnTo>
                    <a:pt x="2980626" y="1557362"/>
                  </a:lnTo>
                  <a:lnTo>
                    <a:pt x="2833382" y="1729333"/>
                  </a:lnTo>
                  <a:lnTo>
                    <a:pt x="2661539" y="1582178"/>
                  </a:lnTo>
                  <a:lnTo>
                    <a:pt x="2588323" y="1667687"/>
                  </a:lnTo>
                  <a:lnTo>
                    <a:pt x="2760167" y="1814830"/>
                  </a:lnTo>
                  <a:lnTo>
                    <a:pt x="2539720" y="2072297"/>
                  </a:lnTo>
                  <a:lnTo>
                    <a:pt x="2625890" y="2146084"/>
                  </a:lnTo>
                  <a:lnTo>
                    <a:pt x="2846336" y="1888617"/>
                  </a:lnTo>
                  <a:lnTo>
                    <a:pt x="3018193" y="2035746"/>
                  </a:lnTo>
                  <a:lnTo>
                    <a:pt x="3091396" y="1950250"/>
                  </a:lnTo>
                  <a:close/>
                </a:path>
                <a:path w="3434079" h="3444875">
                  <a:moveTo>
                    <a:pt x="3103880" y="2109114"/>
                  </a:moveTo>
                  <a:lnTo>
                    <a:pt x="3018193" y="2035746"/>
                  </a:lnTo>
                  <a:lnTo>
                    <a:pt x="2797733" y="2293226"/>
                  </a:lnTo>
                  <a:lnTo>
                    <a:pt x="2883420" y="2366594"/>
                  </a:lnTo>
                  <a:lnTo>
                    <a:pt x="3103880" y="2109114"/>
                  </a:lnTo>
                  <a:close/>
                </a:path>
                <a:path w="3434079" h="3444875">
                  <a:moveTo>
                    <a:pt x="3200679" y="1300365"/>
                  </a:moveTo>
                  <a:lnTo>
                    <a:pt x="2771660" y="933030"/>
                  </a:lnTo>
                  <a:lnTo>
                    <a:pt x="2771292" y="932713"/>
                  </a:lnTo>
                  <a:lnTo>
                    <a:pt x="2770695" y="932205"/>
                  </a:lnTo>
                  <a:lnTo>
                    <a:pt x="2697480" y="1017714"/>
                  </a:lnTo>
                  <a:lnTo>
                    <a:pt x="2611920" y="944435"/>
                  </a:lnTo>
                  <a:lnTo>
                    <a:pt x="2538298" y="1030427"/>
                  </a:lnTo>
                  <a:lnTo>
                    <a:pt x="2623858" y="1103706"/>
                  </a:lnTo>
                  <a:lnTo>
                    <a:pt x="2550655" y="1189202"/>
                  </a:lnTo>
                  <a:lnTo>
                    <a:pt x="2551620" y="1190028"/>
                  </a:lnTo>
                  <a:lnTo>
                    <a:pt x="2980398" y="1557159"/>
                  </a:lnTo>
                  <a:lnTo>
                    <a:pt x="3053600" y="1471650"/>
                  </a:lnTo>
                  <a:lnTo>
                    <a:pt x="2624836" y="1104519"/>
                  </a:lnTo>
                  <a:lnTo>
                    <a:pt x="2698445" y="1018552"/>
                  </a:lnTo>
                  <a:lnTo>
                    <a:pt x="3127464" y="1385874"/>
                  </a:lnTo>
                  <a:lnTo>
                    <a:pt x="3200679" y="1300365"/>
                  </a:lnTo>
                  <a:close/>
                </a:path>
                <a:path w="3434079" h="3444875">
                  <a:moveTo>
                    <a:pt x="3421126" y="1042898"/>
                  </a:moveTo>
                  <a:lnTo>
                    <a:pt x="2819412" y="527685"/>
                  </a:lnTo>
                  <a:lnTo>
                    <a:pt x="2745790" y="613676"/>
                  </a:lnTo>
                  <a:lnTo>
                    <a:pt x="3347504" y="1128890"/>
                  </a:lnTo>
                  <a:lnTo>
                    <a:pt x="3421126" y="1042898"/>
                  </a:lnTo>
                  <a:close/>
                </a:path>
                <a:path w="3434079" h="3444875">
                  <a:moveTo>
                    <a:pt x="3433673" y="1202664"/>
                  </a:moveTo>
                  <a:lnTo>
                    <a:pt x="3347504" y="1128890"/>
                  </a:lnTo>
                  <a:lnTo>
                    <a:pt x="3200679" y="1300365"/>
                  </a:lnTo>
                  <a:lnTo>
                    <a:pt x="3286836" y="1374152"/>
                  </a:lnTo>
                  <a:lnTo>
                    <a:pt x="3433673" y="1202664"/>
                  </a:lnTo>
                  <a:close/>
                </a:path>
              </a:pathLst>
            </a:custGeom>
            <a:solidFill>
              <a:srgbClr val="3d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8" name="object 6"/>
            <p:cNvSpPr/>
            <p:nvPr/>
          </p:nvSpPr>
          <p:spPr>
            <a:xfrm>
              <a:off x="7280280" y="2430720"/>
              <a:ext cx="3727080" cy="6081120"/>
            </a:xfrm>
            <a:custGeom>
              <a:avLst/>
              <a:gdLst>
                <a:gd name="textAreaLeft" fmla="*/ 0 w 3727080"/>
                <a:gd name="textAreaRight" fmla="*/ 3727440 w 3727080"/>
                <a:gd name="textAreaTop" fmla="*/ 0 h 6081120"/>
                <a:gd name="textAreaBottom" fmla="*/ 6081480 h 6081120"/>
              </a:gdLst>
              <a:ahLst/>
              <a:rect l="textAreaLeft" t="textAreaTop" r="textAreaRight" b="textAreaBottom"/>
              <a:pathLst>
                <a:path w="3727450" h="6081395">
                  <a:moveTo>
                    <a:pt x="3593862" y="6081318"/>
                  </a:moveTo>
                  <a:lnTo>
                    <a:pt x="133349" y="6081318"/>
                  </a:lnTo>
                  <a:lnTo>
                    <a:pt x="91201" y="6074520"/>
                  </a:lnTo>
                  <a:lnTo>
                    <a:pt x="54595" y="6055589"/>
                  </a:lnTo>
                  <a:lnTo>
                    <a:pt x="25728" y="6026723"/>
                  </a:lnTo>
                  <a:lnTo>
                    <a:pt x="6798" y="5990117"/>
                  </a:lnTo>
                  <a:lnTo>
                    <a:pt x="0" y="594796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3593862" y="0"/>
                  </a:lnTo>
                  <a:lnTo>
                    <a:pt x="3636011" y="6798"/>
                  </a:lnTo>
                  <a:lnTo>
                    <a:pt x="3672617" y="25728"/>
                  </a:lnTo>
                  <a:lnTo>
                    <a:pt x="3701483" y="54595"/>
                  </a:lnTo>
                  <a:lnTo>
                    <a:pt x="3720414" y="91201"/>
                  </a:lnTo>
                  <a:lnTo>
                    <a:pt x="3727212" y="133349"/>
                  </a:lnTo>
                  <a:lnTo>
                    <a:pt x="3727212" y="5947968"/>
                  </a:lnTo>
                  <a:lnTo>
                    <a:pt x="3720414" y="5990117"/>
                  </a:lnTo>
                  <a:lnTo>
                    <a:pt x="3701483" y="6026723"/>
                  </a:lnTo>
                  <a:lnTo>
                    <a:pt x="3672617" y="6055589"/>
                  </a:lnTo>
                  <a:lnTo>
                    <a:pt x="3636011" y="6074520"/>
                  </a:lnTo>
                  <a:lnTo>
                    <a:pt x="3593862" y="6081318"/>
                  </a:lnTo>
                  <a:close/>
                </a:path>
              </a:pathLst>
            </a:custGeom>
            <a:solidFill>
              <a:srgbClr val="ffde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09" name="object 7"/>
          <p:cNvSpPr/>
          <p:nvPr/>
        </p:nvSpPr>
        <p:spPr>
          <a:xfrm>
            <a:off x="7413120" y="2403360"/>
            <a:ext cx="3169080" cy="68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508680" indent="-31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276" strike="noStrike">
                <a:solidFill>
                  <a:srgbClr val="000000"/>
                </a:solidFill>
                <a:latin typeface="Book Antiqua"/>
              </a:rPr>
              <a:t>AWS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Sagemaker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Render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Heroku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Digital</a:t>
            </a:r>
            <a:r>
              <a:rPr b="0" lang="en-IN" sz="2800" spc="-13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Ocean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Github</a:t>
            </a:r>
            <a:r>
              <a:rPr b="0" lang="en-IN" sz="2800" spc="-13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Pages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Cloudflare</a:t>
            </a:r>
            <a:r>
              <a:rPr b="0" lang="en-IN" sz="2800" spc="-11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Pages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Vercel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91840" indent="-4021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9184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E2E</a:t>
            </a:r>
            <a:r>
              <a:rPr b="0" lang="en-IN" sz="2800" spc="-14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Networks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86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Microsoft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Azure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960" indent="-49536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5079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Modal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240" indent="-49536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509400"/>
              </a:tabLst>
            </a:pPr>
            <a:r>
              <a:rPr b="0" lang="en-IN" sz="2800" spc="-86" strike="noStrike">
                <a:solidFill>
                  <a:srgbClr val="000000"/>
                </a:solidFill>
                <a:latin typeface="Book Antiqua"/>
              </a:rPr>
              <a:t>Hugging</a:t>
            </a:r>
            <a:r>
              <a:rPr b="0" lang="en-IN" sz="2800" spc="-6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face 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52" strike="noStrike">
                <a:solidFill>
                  <a:srgbClr val="000000"/>
                </a:solidFill>
                <a:latin typeface="Book Antiqua"/>
              </a:rPr>
              <a:t>Inference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10" name="object 8"/>
          <p:cNvGrpSpPr/>
          <p:nvPr/>
        </p:nvGrpSpPr>
        <p:grpSpPr>
          <a:xfrm>
            <a:off x="4726800" y="152640"/>
            <a:ext cx="13461480" cy="8516160"/>
            <a:chOff x="4726800" y="152640"/>
            <a:chExt cx="13461480" cy="8516160"/>
          </a:xfrm>
        </p:grpSpPr>
        <p:pic>
          <p:nvPicPr>
            <p:cNvPr id="1811" name="object 9" descr=""/>
            <p:cNvPicPr/>
            <p:nvPr/>
          </p:nvPicPr>
          <p:blipFill>
            <a:blip r:embed="rId1"/>
            <a:stretch/>
          </p:blipFill>
          <p:spPr>
            <a:xfrm>
              <a:off x="10352520" y="5570640"/>
              <a:ext cx="2960640" cy="2995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12" name="object 10"/>
            <p:cNvSpPr/>
            <p:nvPr/>
          </p:nvSpPr>
          <p:spPr>
            <a:xfrm>
              <a:off x="5833800" y="66776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3" name="object 11"/>
            <p:cNvSpPr/>
            <p:nvPr/>
          </p:nvSpPr>
          <p:spPr>
            <a:xfrm>
              <a:off x="7531200" y="7414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4" name="object 12"/>
            <p:cNvSpPr/>
            <p:nvPr/>
          </p:nvSpPr>
          <p:spPr>
            <a:xfrm>
              <a:off x="7531200" y="73414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5" name="object 13"/>
            <p:cNvSpPr/>
            <p:nvPr/>
          </p:nvSpPr>
          <p:spPr>
            <a:xfrm>
              <a:off x="7457400" y="7488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6" name="object 14"/>
            <p:cNvSpPr/>
            <p:nvPr/>
          </p:nvSpPr>
          <p:spPr>
            <a:xfrm>
              <a:off x="7457400" y="73414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7" name="object 15"/>
            <p:cNvSpPr/>
            <p:nvPr/>
          </p:nvSpPr>
          <p:spPr>
            <a:xfrm>
              <a:off x="7383600" y="756252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8" name="object 16"/>
            <p:cNvSpPr/>
            <p:nvPr/>
          </p:nvSpPr>
          <p:spPr>
            <a:xfrm>
              <a:off x="7383600" y="7488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9" name="object 17"/>
            <p:cNvSpPr/>
            <p:nvPr/>
          </p:nvSpPr>
          <p:spPr>
            <a:xfrm>
              <a:off x="7383600" y="73414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48" y="14740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0" name="object 18"/>
            <p:cNvSpPr/>
            <p:nvPr/>
          </p:nvSpPr>
          <p:spPr>
            <a:xfrm>
              <a:off x="73836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1" name="object 19"/>
            <p:cNvSpPr/>
            <p:nvPr/>
          </p:nvSpPr>
          <p:spPr>
            <a:xfrm>
              <a:off x="7236000" y="7046280"/>
              <a:ext cx="147600" cy="103212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1032120"/>
                <a:gd name="textAreaBottom" fmla="*/ 1032480 h 1032120"/>
              </a:gdLst>
              <a:ahLst/>
              <a:rect l="textAreaLeft" t="textAreaTop" r="textAreaRight" b="textAreaBottom"/>
              <a:pathLst>
                <a:path w="147954" h="1032509">
                  <a:moveTo>
                    <a:pt x="73837" y="884936"/>
                  </a:moveTo>
                  <a:lnTo>
                    <a:pt x="0" y="884936"/>
                  </a:lnTo>
                  <a:lnTo>
                    <a:pt x="0" y="958723"/>
                  </a:lnTo>
                  <a:lnTo>
                    <a:pt x="0" y="1032433"/>
                  </a:lnTo>
                  <a:lnTo>
                    <a:pt x="73837" y="1032433"/>
                  </a:lnTo>
                  <a:lnTo>
                    <a:pt x="73837" y="958723"/>
                  </a:lnTo>
                  <a:lnTo>
                    <a:pt x="73837" y="884936"/>
                  </a:lnTo>
                  <a:close/>
                </a:path>
                <a:path w="147954" h="1032509">
                  <a:moveTo>
                    <a:pt x="73837" y="663752"/>
                  </a:moveTo>
                  <a:lnTo>
                    <a:pt x="0" y="663752"/>
                  </a:lnTo>
                  <a:lnTo>
                    <a:pt x="0" y="737450"/>
                  </a:lnTo>
                  <a:lnTo>
                    <a:pt x="0" y="811149"/>
                  </a:lnTo>
                  <a:lnTo>
                    <a:pt x="0" y="884859"/>
                  </a:lnTo>
                  <a:lnTo>
                    <a:pt x="73837" y="884859"/>
                  </a:lnTo>
                  <a:lnTo>
                    <a:pt x="73837" y="811149"/>
                  </a:lnTo>
                  <a:lnTo>
                    <a:pt x="73837" y="737450"/>
                  </a:lnTo>
                  <a:lnTo>
                    <a:pt x="73837" y="663752"/>
                  </a:lnTo>
                  <a:close/>
                </a:path>
                <a:path w="147954" h="1032509">
                  <a:moveTo>
                    <a:pt x="147675" y="663752"/>
                  </a:moveTo>
                  <a:lnTo>
                    <a:pt x="73914" y="663752"/>
                  </a:lnTo>
                  <a:lnTo>
                    <a:pt x="73914" y="737450"/>
                  </a:lnTo>
                  <a:lnTo>
                    <a:pt x="147675" y="737450"/>
                  </a:lnTo>
                  <a:lnTo>
                    <a:pt x="147675" y="663752"/>
                  </a:lnTo>
                  <a:close/>
                </a:path>
                <a:path w="147954" h="1032509">
                  <a:moveTo>
                    <a:pt x="147675" y="442468"/>
                  </a:moveTo>
                  <a:lnTo>
                    <a:pt x="73914" y="442468"/>
                  </a:lnTo>
                  <a:lnTo>
                    <a:pt x="73914" y="516178"/>
                  </a:lnTo>
                  <a:lnTo>
                    <a:pt x="73914" y="589965"/>
                  </a:lnTo>
                  <a:lnTo>
                    <a:pt x="73914" y="663663"/>
                  </a:lnTo>
                  <a:lnTo>
                    <a:pt x="147675" y="663663"/>
                  </a:lnTo>
                  <a:lnTo>
                    <a:pt x="147675" y="589965"/>
                  </a:lnTo>
                  <a:lnTo>
                    <a:pt x="147675" y="516178"/>
                  </a:lnTo>
                  <a:lnTo>
                    <a:pt x="147675" y="442468"/>
                  </a:lnTo>
                  <a:close/>
                </a:path>
                <a:path w="147954" h="1032509">
                  <a:moveTo>
                    <a:pt x="147675" y="147485"/>
                  </a:moveTo>
                  <a:lnTo>
                    <a:pt x="73914" y="147485"/>
                  </a:lnTo>
                  <a:lnTo>
                    <a:pt x="73914" y="221195"/>
                  </a:lnTo>
                  <a:lnTo>
                    <a:pt x="73914" y="294982"/>
                  </a:lnTo>
                  <a:lnTo>
                    <a:pt x="73914" y="368681"/>
                  </a:lnTo>
                  <a:lnTo>
                    <a:pt x="73914" y="442391"/>
                  </a:lnTo>
                  <a:lnTo>
                    <a:pt x="147675" y="442391"/>
                  </a:lnTo>
                  <a:lnTo>
                    <a:pt x="147675" y="368681"/>
                  </a:lnTo>
                  <a:lnTo>
                    <a:pt x="147675" y="294982"/>
                  </a:lnTo>
                  <a:lnTo>
                    <a:pt x="147675" y="221195"/>
                  </a:lnTo>
                  <a:lnTo>
                    <a:pt x="147675" y="147485"/>
                  </a:lnTo>
                  <a:close/>
                </a:path>
                <a:path w="147954" h="1032509">
                  <a:moveTo>
                    <a:pt x="147675" y="0"/>
                  </a:moveTo>
                  <a:lnTo>
                    <a:pt x="73914" y="0"/>
                  </a:lnTo>
                  <a:lnTo>
                    <a:pt x="73914" y="73710"/>
                  </a:lnTo>
                  <a:lnTo>
                    <a:pt x="73914" y="147408"/>
                  </a:lnTo>
                  <a:lnTo>
                    <a:pt x="147675" y="147408"/>
                  </a:lnTo>
                  <a:lnTo>
                    <a:pt x="147675" y="73710"/>
                  </a:lnTo>
                  <a:lnTo>
                    <a:pt x="14767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2" name="object 20"/>
            <p:cNvSpPr/>
            <p:nvPr/>
          </p:nvSpPr>
          <p:spPr>
            <a:xfrm>
              <a:off x="7236000" y="70462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837" y="442468"/>
                  </a:moveTo>
                  <a:lnTo>
                    <a:pt x="0" y="442468"/>
                  </a:lnTo>
                  <a:lnTo>
                    <a:pt x="0" y="516178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73837" y="663663"/>
                  </a:lnTo>
                  <a:lnTo>
                    <a:pt x="73837" y="589965"/>
                  </a:lnTo>
                  <a:lnTo>
                    <a:pt x="73837" y="516178"/>
                  </a:lnTo>
                  <a:lnTo>
                    <a:pt x="73837" y="442468"/>
                  </a:lnTo>
                  <a:close/>
                </a:path>
                <a:path w="74295" h="664209">
                  <a:moveTo>
                    <a:pt x="73837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0" y="442391"/>
                  </a:lnTo>
                  <a:lnTo>
                    <a:pt x="73837" y="442391"/>
                  </a:lnTo>
                  <a:lnTo>
                    <a:pt x="73837" y="368681"/>
                  </a:lnTo>
                  <a:lnTo>
                    <a:pt x="73837" y="294982"/>
                  </a:lnTo>
                  <a:lnTo>
                    <a:pt x="73837" y="221195"/>
                  </a:lnTo>
                  <a:lnTo>
                    <a:pt x="73837" y="147485"/>
                  </a:lnTo>
                  <a:close/>
                </a:path>
                <a:path w="74295" h="664209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837" y="147408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3" name="object 21"/>
            <p:cNvSpPr/>
            <p:nvPr/>
          </p:nvSpPr>
          <p:spPr>
            <a:xfrm>
              <a:off x="7162200" y="8004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4" name="object 22"/>
            <p:cNvSpPr/>
            <p:nvPr/>
          </p:nvSpPr>
          <p:spPr>
            <a:xfrm>
              <a:off x="7162200" y="778392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147485"/>
                  </a:moveTo>
                  <a:lnTo>
                    <a:pt x="0" y="147485"/>
                  </a:lnTo>
                  <a:lnTo>
                    <a:pt x="0" y="221272"/>
                  </a:lnTo>
                  <a:lnTo>
                    <a:pt x="73761" y="221272"/>
                  </a:lnTo>
                  <a:lnTo>
                    <a:pt x="73761" y="147485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5" name="object 23"/>
            <p:cNvSpPr/>
            <p:nvPr/>
          </p:nvSpPr>
          <p:spPr>
            <a:xfrm>
              <a:off x="7162200" y="77101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6" name="object 24"/>
            <p:cNvSpPr/>
            <p:nvPr/>
          </p:nvSpPr>
          <p:spPr>
            <a:xfrm>
              <a:off x="7162200" y="697284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61" y="516166"/>
                  </a:moveTo>
                  <a:lnTo>
                    <a:pt x="0" y="516166"/>
                  </a:lnTo>
                  <a:lnTo>
                    <a:pt x="0" y="589876"/>
                  </a:lnTo>
                  <a:lnTo>
                    <a:pt x="0" y="663663"/>
                  </a:lnTo>
                  <a:lnTo>
                    <a:pt x="0" y="737362"/>
                  </a:lnTo>
                  <a:lnTo>
                    <a:pt x="73761" y="737362"/>
                  </a:lnTo>
                  <a:lnTo>
                    <a:pt x="73761" y="663663"/>
                  </a:lnTo>
                  <a:lnTo>
                    <a:pt x="73761" y="589876"/>
                  </a:lnTo>
                  <a:lnTo>
                    <a:pt x="73761" y="516166"/>
                  </a:lnTo>
                  <a:close/>
                </a:path>
                <a:path w="74295" h="737870">
                  <a:moveTo>
                    <a:pt x="73761" y="221183"/>
                  </a:moveTo>
                  <a:lnTo>
                    <a:pt x="0" y="221183"/>
                  </a:lnTo>
                  <a:lnTo>
                    <a:pt x="0" y="294894"/>
                  </a:lnTo>
                  <a:lnTo>
                    <a:pt x="0" y="368681"/>
                  </a:lnTo>
                  <a:lnTo>
                    <a:pt x="0" y="442379"/>
                  </a:lnTo>
                  <a:lnTo>
                    <a:pt x="0" y="516089"/>
                  </a:lnTo>
                  <a:lnTo>
                    <a:pt x="73761" y="516089"/>
                  </a:lnTo>
                  <a:lnTo>
                    <a:pt x="73761" y="442379"/>
                  </a:lnTo>
                  <a:lnTo>
                    <a:pt x="73761" y="368681"/>
                  </a:lnTo>
                  <a:lnTo>
                    <a:pt x="73761" y="294894"/>
                  </a:lnTo>
                  <a:lnTo>
                    <a:pt x="73761" y="221183"/>
                  </a:lnTo>
                  <a:close/>
                </a:path>
                <a:path w="74295" h="737870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0" y="221107"/>
                  </a:lnTo>
                  <a:lnTo>
                    <a:pt x="73761" y="221107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7" name="object 25"/>
            <p:cNvSpPr/>
            <p:nvPr/>
          </p:nvSpPr>
          <p:spPr>
            <a:xfrm>
              <a:off x="7162200" y="6382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8" name="object 26"/>
            <p:cNvSpPr/>
            <p:nvPr/>
          </p:nvSpPr>
          <p:spPr>
            <a:xfrm>
              <a:off x="7162200" y="63090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9" name="object 27"/>
            <p:cNvSpPr/>
            <p:nvPr/>
          </p:nvSpPr>
          <p:spPr>
            <a:xfrm>
              <a:off x="70884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0" name="object 28"/>
            <p:cNvSpPr/>
            <p:nvPr/>
          </p:nvSpPr>
          <p:spPr>
            <a:xfrm>
              <a:off x="7088400" y="785772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73787"/>
                  </a:moveTo>
                  <a:lnTo>
                    <a:pt x="0" y="73787"/>
                  </a:lnTo>
                  <a:lnTo>
                    <a:pt x="0" y="147574"/>
                  </a:lnTo>
                  <a:lnTo>
                    <a:pt x="0" y="221284"/>
                  </a:lnTo>
                  <a:lnTo>
                    <a:pt x="73748" y="221284"/>
                  </a:lnTo>
                  <a:lnTo>
                    <a:pt x="73748" y="147574"/>
                  </a:lnTo>
                  <a:lnTo>
                    <a:pt x="73748" y="73787"/>
                  </a:lnTo>
                  <a:close/>
                </a:path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1" name="object 29"/>
            <p:cNvSpPr/>
            <p:nvPr/>
          </p:nvSpPr>
          <p:spPr>
            <a:xfrm>
              <a:off x="7088400" y="7783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2" name="object 30"/>
            <p:cNvSpPr/>
            <p:nvPr/>
          </p:nvSpPr>
          <p:spPr>
            <a:xfrm>
              <a:off x="7088400" y="6972840"/>
              <a:ext cx="73800" cy="8110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811080"/>
                <a:gd name="textAreaBottom" fmla="*/ 811440 h 811080"/>
              </a:gdLst>
              <a:ahLst/>
              <a:rect l="textAreaLeft" t="textAreaTop" r="textAreaRight" b="textAreaBottom"/>
              <a:pathLst>
                <a:path w="74295" h="811529">
                  <a:moveTo>
                    <a:pt x="73748" y="737450"/>
                  </a:moveTo>
                  <a:lnTo>
                    <a:pt x="0" y="737450"/>
                  </a:lnTo>
                  <a:lnTo>
                    <a:pt x="0" y="811149"/>
                  </a:lnTo>
                  <a:lnTo>
                    <a:pt x="73748" y="811149"/>
                  </a:lnTo>
                  <a:lnTo>
                    <a:pt x="73748" y="737450"/>
                  </a:lnTo>
                  <a:close/>
                </a:path>
                <a:path w="74295" h="811529">
                  <a:moveTo>
                    <a:pt x="73748" y="516166"/>
                  </a:moveTo>
                  <a:lnTo>
                    <a:pt x="0" y="516166"/>
                  </a:lnTo>
                  <a:lnTo>
                    <a:pt x="0" y="589876"/>
                  </a:lnTo>
                  <a:lnTo>
                    <a:pt x="0" y="663663"/>
                  </a:lnTo>
                  <a:lnTo>
                    <a:pt x="0" y="737362"/>
                  </a:lnTo>
                  <a:lnTo>
                    <a:pt x="73748" y="737362"/>
                  </a:lnTo>
                  <a:lnTo>
                    <a:pt x="73748" y="663663"/>
                  </a:lnTo>
                  <a:lnTo>
                    <a:pt x="73748" y="589876"/>
                  </a:lnTo>
                  <a:lnTo>
                    <a:pt x="73748" y="516166"/>
                  </a:lnTo>
                  <a:close/>
                </a:path>
                <a:path w="74295" h="811529">
                  <a:moveTo>
                    <a:pt x="73748" y="221183"/>
                  </a:moveTo>
                  <a:lnTo>
                    <a:pt x="0" y="221183"/>
                  </a:lnTo>
                  <a:lnTo>
                    <a:pt x="0" y="294894"/>
                  </a:lnTo>
                  <a:lnTo>
                    <a:pt x="0" y="368681"/>
                  </a:lnTo>
                  <a:lnTo>
                    <a:pt x="0" y="442379"/>
                  </a:lnTo>
                  <a:lnTo>
                    <a:pt x="0" y="516089"/>
                  </a:lnTo>
                  <a:lnTo>
                    <a:pt x="73748" y="516089"/>
                  </a:lnTo>
                  <a:lnTo>
                    <a:pt x="73748" y="442379"/>
                  </a:lnTo>
                  <a:lnTo>
                    <a:pt x="73748" y="368681"/>
                  </a:lnTo>
                  <a:lnTo>
                    <a:pt x="73748" y="294894"/>
                  </a:lnTo>
                  <a:lnTo>
                    <a:pt x="73748" y="221183"/>
                  </a:lnTo>
                  <a:close/>
                </a:path>
                <a:path w="74295" h="811529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0" y="221107"/>
                  </a:lnTo>
                  <a:lnTo>
                    <a:pt x="73748" y="221107"/>
                  </a:lnTo>
                  <a:lnTo>
                    <a:pt x="73748" y="14740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3" name="object 31"/>
            <p:cNvSpPr/>
            <p:nvPr/>
          </p:nvSpPr>
          <p:spPr>
            <a:xfrm>
              <a:off x="7088400" y="638280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787"/>
                  </a:lnTo>
                  <a:close/>
                </a:path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4" name="object 32"/>
            <p:cNvSpPr/>
            <p:nvPr/>
          </p:nvSpPr>
          <p:spPr>
            <a:xfrm>
              <a:off x="7088400" y="63090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5" name="object 33"/>
            <p:cNvSpPr/>
            <p:nvPr/>
          </p:nvSpPr>
          <p:spPr>
            <a:xfrm>
              <a:off x="70146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6" name="object 34"/>
            <p:cNvSpPr/>
            <p:nvPr/>
          </p:nvSpPr>
          <p:spPr>
            <a:xfrm>
              <a:off x="7014600" y="785772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73787"/>
                  </a:moveTo>
                  <a:lnTo>
                    <a:pt x="0" y="73787"/>
                  </a:lnTo>
                  <a:lnTo>
                    <a:pt x="0" y="147574"/>
                  </a:lnTo>
                  <a:lnTo>
                    <a:pt x="0" y="221284"/>
                  </a:lnTo>
                  <a:lnTo>
                    <a:pt x="73748" y="221284"/>
                  </a:lnTo>
                  <a:lnTo>
                    <a:pt x="73748" y="147574"/>
                  </a:lnTo>
                  <a:lnTo>
                    <a:pt x="73748" y="73787"/>
                  </a:lnTo>
                  <a:close/>
                </a:path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7" name="object 35"/>
            <p:cNvSpPr/>
            <p:nvPr/>
          </p:nvSpPr>
          <p:spPr>
            <a:xfrm>
              <a:off x="7014600" y="7783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8" name="object 36"/>
            <p:cNvSpPr/>
            <p:nvPr/>
          </p:nvSpPr>
          <p:spPr>
            <a:xfrm>
              <a:off x="7014600" y="71200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48" y="590042"/>
                  </a:moveTo>
                  <a:lnTo>
                    <a:pt x="0" y="590042"/>
                  </a:lnTo>
                  <a:lnTo>
                    <a:pt x="0" y="663740"/>
                  </a:lnTo>
                  <a:lnTo>
                    <a:pt x="73748" y="663740"/>
                  </a:lnTo>
                  <a:lnTo>
                    <a:pt x="73748" y="590042"/>
                  </a:lnTo>
                  <a:close/>
                </a:path>
                <a:path w="74295" h="664209">
                  <a:moveTo>
                    <a:pt x="73748" y="368757"/>
                  </a:moveTo>
                  <a:lnTo>
                    <a:pt x="0" y="368757"/>
                  </a:lnTo>
                  <a:lnTo>
                    <a:pt x="0" y="442468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73748" y="589953"/>
                  </a:lnTo>
                  <a:lnTo>
                    <a:pt x="73748" y="516255"/>
                  </a:lnTo>
                  <a:lnTo>
                    <a:pt x="73748" y="442468"/>
                  </a:lnTo>
                  <a:lnTo>
                    <a:pt x="73748" y="368757"/>
                  </a:lnTo>
                  <a:close/>
                </a:path>
                <a:path w="74295" h="664209">
                  <a:moveTo>
                    <a:pt x="73748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748" y="368681"/>
                  </a:lnTo>
                  <a:lnTo>
                    <a:pt x="73748" y="294970"/>
                  </a:lnTo>
                  <a:lnTo>
                    <a:pt x="73748" y="221272"/>
                  </a:lnTo>
                  <a:lnTo>
                    <a:pt x="73748" y="147485"/>
                  </a:lnTo>
                  <a:lnTo>
                    <a:pt x="73748" y="73774"/>
                  </a:lnTo>
                  <a:close/>
                </a:path>
                <a:path w="74295" h="664209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9" name="object 37"/>
            <p:cNvSpPr/>
            <p:nvPr/>
          </p:nvSpPr>
          <p:spPr>
            <a:xfrm>
              <a:off x="70146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0" name="object 38"/>
            <p:cNvSpPr/>
            <p:nvPr/>
          </p:nvSpPr>
          <p:spPr>
            <a:xfrm>
              <a:off x="70146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1" name="object 39"/>
            <p:cNvSpPr/>
            <p:nvPr/>
          </p:nvSpPr>
          <p:spPr>
            <a:xfrm>
              <a:off x="7014600" y="65300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2" name="object 40"/>
            <p:cNvSpPr/>
            <p:nvPr/>
          </p:nvSpPr>
          <p:spPr>
            <a:xfrm>
              <a:off x="7014600" y="638280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787"/>
                  </a:lnTo>
                  <a:close/>
                </a:path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3" name="object 41"/>
            <p:cNvSpPr/>
            <p:nvPr/>
          </p:nvSpPr>
          <p:spPr>
            <a:xfrm>
              <a:off x="7014600" y="6235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4" name="object 42"/>
            <p:cNvSpPr/>
            <p:nvPr/>
          </p:nvSpPr>
          <p:spPr>
            <a:xfrm>
              <a:off x="69408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5" name="object 43"/>
            <p:cNvSpPr/>
            <p:nvPr/>
          </p:nvSpPr>
          <p:spPr>
            <a:xfrm>
              <a:off x="6940800" y="793152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761" y="14749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6" name="object 44"/>
            <p:cNvSpPr/>
            <p:nvPr/>
          </p:nvSpPr>
          <p:spPr>
            <a:xfrm>
              <a:off x="6940800" y="785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7" name="object 45"/>
            <p:cNvSpPr/>
            <p:nvPr/>
          </p:nvSpPr>
          <p:spPr>
            <a:xfrm>
              <a:off x="6940800" y="712008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61" y="590042"/>
                  </a:moveTo>
                  <a:lnTo>
                    <a:pt x="0" y="590042"/>
                  </a:lnTo>
                  <a:lnTo>
                    <a:pt x="0" y="663740"/>
                  </a:lnTo>
                  <a:lnTo>
                    <a:pt x="0" y="737438"/>
                  </a:lnTo>
                  <a:lnTo>
                    <a:pt x="73761" y="737438"/>
                  </a:lnTo>
                  <a:lnTo>
                    <a:pt x="73761" y="663740"/>
                  </a:lnTo>
                  <a:lnTo>
                    <a:pt x="73761" y="590042"/>
                  </a:lnTo>
                  <a:close/>
                </a:path>
                <a:path w="74295" h="737870">
                  <a:moveTo>
                    <a:pt x="73761" y="368757"/>
                  </a:moveTo>
                  <a:lnTo>
                    <a:pt x="0" y="368757"/>
                  </a:lnTo>
                  <a:lnTo>
                    <a:pt x="0" y="442468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468"/>
                  </a:lnTo>
                  <a:lnTo>
                    <a:pt x="73761" y="368757"/>
                  </a:lnTo>
                  <a:close/>
                </a:path>
                <a:path w="74295" h="737870">
                  <a:moveTo>
                    <a:pt x="73761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70"/>
                  </a:lnTo>
                  <a:lnTo>
                    <a:pt x="73761" y="221272"/>
                  </a:lnTo>
                  <a:lnTo>
                    <a:pt x="73761" y="147485"/>
                  </a:lnTo>
                  <a:lnTo>
                    <a:pt x="73761" y="73774"/>
                  </a:lnTo>
                  <a:close/>
                </a:path>
                <a:path w="74295" h="737870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8" name="object 46"/>
            <p:cNvSpPr/>
            <p:nvPr/>
          </p:nvSpPr>
          <p:spPr>
            <a:xfrm>
              <a:off x="69408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9" name="object 47"/>
            <p:cNvSpPr/>
            <p:nvPr/>
          </p:nvSpPr>
          <p:spPr>
            <a:xfrm>
              <a:off x="69408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761" y="147574"/>
                  </a:lnTo>
                  <a:lnTo>
                    <a:pt x="73761" y="73875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0" name="object 48"/>
            <p:cNvSpPr/>
            <p:nvPr/>
          </p:nvSpPr>
          <p:spPr>
            <a:xfrm>
              <a:off x="6940800" y="6603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1" name="object 49"/>
            <p:cNvSpPr/>
            <p:nvPr/>
          </p:nvSpPr>
          <p:spPr>
            <a:xfrm>
              <a:off x="6940800" y="65300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2" name="object 50"/>
            <p:cNvSpPr/>
            <p:nvPr/>
          </p:nvSpPr>
          <p:spPr>
            <a:xfrm>
              <a:off x="6940800" y="6235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3" name="object 51"/>
            <p:cNvSpPr/>
            <p:nvPr/>
          </p:nvSpPr>
          <p:spPr>
            <a:xfrm>
              <a:off x="68670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4" name="object 52"/>
            <p:cNvSpPr/>
            <p:nvPr/>
          </p:nvSpPr>
          <p:spPr>
            <a:xfrm>
              <a:off x="6867000" y="793152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837" y="221195"/>
                  </a:lnTo>
                  <a:lnTo>
                    <a:pt x="73837" y="147497"/>
                  </a:lnTo>
                  <a:lnTo>
                    <a:pt x="73837" y="73787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5" name="object 53"/>
            <p:cNvSpPr/>
            <p:nvPr/>
          </p:nvSpPr>
          <p:spPr>
            <a:xfrm>
              <a:off x="6867000" y="785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6" name="object 54"/>
            <p:cNvSpPr/>
            <p:nvPr/>
          </p:nvSpPr>
          <p:spPr>
            <a:xfrm>
              <a:off x="6867000" y="71938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837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73837" y="663663"/>
                  </a:lnTo>
                  <a:lnTo>
                    <a:pt x="73837" y="589965"/>
                  </a:lnTo>
                  <a:lnTo>
                    <a:pt x="73837" y="516267"/>
                  </a:lnTo>
                  <a:close/>
                </a:path>
                <a:path w="74295" h="664209">
                  <a:moveTo>
                    <a:pt x="73837" y="294982"/>
                  </a:moveTo>
                  <a:lnTo>
                    <a:pt x="0" y="294982"/>
                  </a:lnTo>
                  <a:lnTo>
                    <a:pt x="0" y="368693"/>
                  </a:lnTo>
                  <a:lnTo>
                    <a:pt x="0" y="442480"/>
                  </a:lnTo>
                  <a:lnTo>
                    <a:pt x="0" y="516178"/>
                  </a:lnTo>
                  <a:lnTo>
                    <a:pt x="73837" y="516178"/>
                  </a:lnTo>
                  <a:lnTo>
                    <a:pt x="73837" y="442480"/>
                  </a:lnTo>
                  <a:lnTo>
                    <a:pt x="73837" y="368693"/>
                  </a:lnTo>
                  <a:lnTo>
                    <a:pt x="73837" y="294982"/>
                  </a:lnTo>
                  <a:close/>
                </a:path>
                <a:path w="74295" h="664209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0" y="294906"/>
                  </a:lnTo>
                  <a:lnTo>
                    <a:pt x="73837" y="294906"/>
                  </a:lnTo>
                  <a:lnTo>
                    <a:pt x="73837" y="221195"/>
                  </a:lnTo>
                  <a:lnTo>
                    <a:pt x="73837" y="147497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7" name="object 55"/>
            <p:cNvSpPr/>
            <p:nvPr/>
          </p:nvSpPr>
          <p:spPr>
            <a:xfrm>
              <a:off x="68670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8" name="object 56"/>
            <p:cNvSpPr/>
            <p:nvPr/>
          </p:nvSpPr>
          <p:spPr>
            <a:xfrm>
              <a:off x="68670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9" name="object 57"/>
            <p:cNvSpPr/>
            <p:nvPr/>
          </p:nvSpPr>
          <p:spPr>
            <a:xfrm>
              <a:off x="68670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0" name="object 58"/>
            <p:cNvSpPr/>
            <p:nvPr/>
          </p:nvSpPr>
          <p:spPr>
            <a:xfrm>
              <a:off x="6867000" y="6898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1" name="object 59"/>
            <p:cNvSpPr/>
            <p:nvPr/>
          </p:nvSpPr>
          <p:spPr>
            <a:xfrm>
              <a:off x="6867000" y="66776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2" name="object 60"/>
            <p:cNvSpPr/>
            <p:nvPr/>
          </p:nvSpPr>
          <p:spPr>
            <a:xfrm>
              <a:off x="6867000" y="6603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3" name="object 61"/>
            <p:cNvSpPr/>
            <p:nvPr/>
          </p:nvSpPr>
          <p:spPr>
            <a:xfrm>
              <a:off x="6867000" y="61614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4" name="object 62"/>
            <p:cNvSpPr/>
            <p:nvPr/>
          </p:nvSpPr>
          <p:spPr>
            <a:xfrm>
              <a:off x="67932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5" name="object 63"/>
            <p:cNvSpPr/>
            <p:nvPr/>
          </p:nvSpPr>
          <p:spPr>
            <a:xfrm>
              <a:off x="6793200" y="80049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6" name="object 64"/>
            <p:cNvSpPr/>
            <p:nvPr/>
          </p:nvSpPr>
          <p:spPr>
            <a:xfrm>
              <a:off x="6793200" y="7931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6"/>
                  </a:moveTo>
                  <a:lnTo>
                    <a:pt x="0" y="73786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7" name="object 65"/>
            <p:cNvSpPr/>
            <p:nvPr/>
          </p:nvSpPr>
          <p:spPr>
            <a:xfrm>
              <a:off x="6793200" y="719388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61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0" y="737374"/>
                  </a:lnTo>
                  <a:lnTo>
                    <a:pt x="73761" y="737374"/>
                  </a:lnTo>
                  <a:lnTo>
                    <a:pt x="73761" y="663663"/>
                  </a:lnTo>
                  <a:lnTo>
                    <a:pt x="73761" y="589965"/>
                  </a:lnTo>
                  <a:lnTo>
                    <a:pt x="73761" y="516267"/>
                  </a:lnTo>
                  <a:close/>
                </a:path>
                <a:path w="74295" h="737870">
                  <a:moveTo>
                    <a:pt x="73761" y="294982"/>
                  </a:moveTo>
                  <a:lnTo>
                    <a:pt x="0" y="294982"/>
                  </a:lnTo>
                  <a:lnTo>
                    <a:pt x="0" y="368693"/>
                  </a:lnTo>
                  <a:lnTo>
                    <a:pt x="0" y="442480"/>
                  </a:lnTo>
                  <a:lnTo>
                    <a:pt x="0" y="516178"/>
                  </a:lnTo>
                  <a:lnTo>
                    <a:pt x="73761" y="516178"/>
                  </a:lnTo>
                  <a:lnTo>
                    <a:pt x="73761" y="442480"/>
                  </a:lnTo>
                  <a:lnTo>
                    <a:pt x="73761" y="368693"/>
                  </a:lnTo>
                  <a:lnTo>
                    <a:pt x="73761" y="294982"/>
                  </a:lnTo>
                  <a:close/>
                </a:path>
                <a:path w="74295" h="737870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0" y="294906"/>
                  </a:lnTo>
                  <a:lnTo>
                    <a:pt x="73761" y="294906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8" name="object 66"/>
            <p:cNvSpPr/>
            <p:nvPr/>
          </p:nvSpPr>
          <p:spPr>
            <a:xfrm>
              <a:off x="67932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9" name="object 67"/>
            <p:cNvSpPr/>
            <p:nvPr/>
          </p:nvSpPr>
          <p:spPr>
            <a:xfrm>
              <a:off x="67932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0" name="object 68"/>
            <p:cNvSpPr/>
            <p:nvPr/>
          </p:nvSpPr>
          <p:spPr>
            <a:xfrm>
              <a:off x="67932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1" name="object 69"/>
            <p:cNvSpPr/>
            <p:nvPr/>
          </p:nvSpPr>
          <p:spPr>
            <a:xfrm>
              <a:off x="6793200" y="6898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2" name="object 70"/>
            <p:cNvSpPr/>
            <p:nvPr/>
          </p:nvSpPr>
          <p:spPr>
            <a:xfrm>
              <a:off x="6793200" y="67514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3" name="object 71"/>
            <p:cNvSpPr/>
            <p:nvPr/>
          </p:nvSpPr>
          <p:spPr>
            <a:xfrm>
              <a:off x="6793200" y="66776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4" name="object 72"/>
            <p:cNvSpPr/>
            <p:nvPr/>
          </p:nvSpPr>
          <p:spPr>
            <a:xfrm>
              <a:off x="6793200" y="61614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5" name="object 73"/>
            <p:cNvSpPr/>
            <p:nvPr/>
          </p:nvSpPr>
          <p:spPr>
            <a:xfrm>
              <a:off x="6719400" y="82263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6" name="object 74"/>
            <p:cNvSpPr/>
            <p:nvPr/>
          </p:nvSpPr>
          <p:spPr>
            <a:xfrm>
              <a:off x="6719400" y="80049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0" y="221119"/>
                  </a:lnTo>
                  <a:lnTo>
                    <a:pt x="73748" y="221119"/>
                  </a:lnTo>
                  <a:lnTo>
                    <a:pt x="73748" y="147408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7" name="object 75"/>
            <p:cNvSpPr/>
            <p:nvPr/>
          </p:nvSpPr>
          <p:spPr>
            <a:xfrm>
              <a:off x="6719400" y="7931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6"/>
                  </a:moveTo>
                  <a:lnTo>
                    <a:pt x="0" y="73786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8" name="object 76"/>
            <p:cNvSpPr/>
            <p:nvPr/>
          </p:nvSpPr>
          <p:spPr>
            <a:xfrm>
              <a:off x="6719400" y="72676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48" y="442556"/>
                  </a:moveTo>
                  <a:lnTo>
                    <a:pt x="0" y="442556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48" y="663663"/>
                  </a:lnTo>
                  <a:lnTo>
                    <a:pt x="73748" y="589953"/>
                  </a:lnTo>
                  <a:lnTo>
                    <a:pt x="73748" y="516255"/>
                  </a:lnTo>
                  <a:lnTo>
                    <a:pt x="73748" y="442556"/>
                  </a:lnTo>
                  <a:close/>
                </a:path>
                <a:path w="74295" h="664209">
                  <a:moveTo>
                    <a:pt x="73748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73748" y="442468"/>
                  </a:lnTo>
                  <a:lnTo>
                    <a:pt x="73748" y="368769"/>
                  </a:lnTo>
                  <a:lnTo>
                    <a:pt x="73748" y="294982"/>
                  </a:lnTo>
                  <a:lnTo>
                    <a:pt x="73748" y="221272"/>
                  </a:lnTo>
                  <a:close/>
                </a:path>
                <a:path w="74295" h="664209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48" y="221195"/>
                  </a:lnTo>
                  <a:lnTo>
                    <a:pt x="73748" y="147485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9" name="object 77"/>
            <p:cNvSpPr/>
            <p:nvPr/>
          </p:nvSpPr>
          <p:spPr>
            <a:xfrm>
              <a:off x="67194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0" name="object 78"/>
            <p:cNvSpPr/>
            <p:nvPr/>
          </p:nvSpPr>
          <p:spPr>
            <a:xfrm>
              <a:off x="67194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1" name="object 79"/>
            <p:cNvSpPr/>
            <p:nvPr/>
          </p:nvSpPr>
          <p:spPr>
            <a:xfrm>
              <a:off x="67194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2" name="object 80"/>
            <p:cNvSpPr/>
            <p:nvPr/>
          </p:nvSpPr>
          <p:spPr>
            <a:xfrm>
              <a:off x="67194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748" y="147574"/>
                  </a:lnTo>
                  <a:lnTo>
                    <a:pt x="73748" y="73875"/>
                  </a:lnTo>
                  <a:close/>
                </a:path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3" name="object 81"/>
            <p:cNvSpPr/>
            <p:nvPr/>
          </p:nvSpPr>
          <p:spPr>
            <a:xfrm>
              <a:off x="6719400" y="6825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4" name="object 82"/>
            <p:cNvSpPr/>
            <p:nvPr/>
          </p:nvSpPr>
          <p:spPr>
            <a:xfrm>
              <a:off x="6719400" y="67514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5" name="object 83"/>
            <p:cNvSpPr/>
            <p:nvPr/>
          </p:nvSpPr>
          <p:spPr>
            <a:xfrm>
              <a:off x="6719400" y="6382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6" name="object 84"/>
            <p:cNvSpPr/>
            <p:nvPr/>
          </p:nvSpPr>
          <p:spPr>
            <a:xfrm>
              <a:off x="6719400" y="61614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7" name="object 85"/>
            <p:cNvSpPr/>
            <p:nvPr/>
          </p:nvSpPr>
          <p:spPr>
            <a:xfrm>
              <a:off x="6645600" y="82263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8" name="object 86"/>
            <p:cNvSpPr/>
            <p:nvPr/>
          </p:nvSpPr>
          <p:spPr>
            <a:xfrm>
              <a:off x="6645600" y="80787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9" name="object 87"/>
            <p:cNvSpPr/>
            <p:nvPr/>
          </p:nvSpPr>
          <p:spPr>
            <a:xfrm>
              <a:off x="6645600" y="8004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0" name="object 88"/>
            <p:cNvSpPr/>
            <p:nvPr/>
          </p:nvSpPr>
          <p:spPr>
            <a:xfrm>
              <a:off x="6645600" y="726768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61" y="663740"/>
                  </a:moveTo>
                  <a:lnTo>
                    <a:pt x="0" y="663740"/>
                  </a:lnTo>
                  <a:lnTo>
                    <a:pt x="0" y="737527"/>
                  </a:lnTo>
                  <a:lnTo>
                    <a:pt x="73761" y="737527"/>
                  </a:lnTo>
                  <a:lnTo>
                    <a:pt x="73761" y="663740"/>
                  </a:lnTo>
                  <a:close/>
                </a:path>
                <a:path w="74295" h="737870">
                  <a:moveTo>
                    <a:pt x="73761" y="442556"/>
                  </a:moveTo>
                  <a:lnTo>
                    <a:pt x="0" y="442556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61" y="66366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556"/>
                  </a:lnTo>
                  <a:close/>
                </a:path>
                <a:path w="74295" h="737870">
                  <a:moveTo>
                    <a:pt x="73761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73761" y="442468"/>
                  </a:lnTo>
                  <a:lnTo>
                    <a:pt x="73761" y="368769"/>
                  </a:lnTo>
                  <a:lnTo>
                    <a:pt x="73761" y="294982"/>
                  </a:lnTo>
                  <a:lnTo>
                    <a:pt x="73761" y="221272"/>
                  </a:lnTo>
                  <a:close/>
                </a:path>
                <a:path w="74295" h="737870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1" name="object 89"/>
            <p:cNvSpPr/>
            <p:nvPr/>
          </p:nvSpPr>
          <p:spPr>
            <a:xfrm>
              <a:off x="66456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2" name="object 90"/>
            <p:cNvSpPr/>
            <p:nvPr/>
          </p:nvSpPr>
          <p:spPr>
            <a:xfrm>
              <a:off x="66456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3" name="object 91"/>
            <p:cNvSpPr/>
            <p:nvPr/>
          </p:nvSpPr>
          <p:spPr>
            <a:xfrm>
              <a:off x="66456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4" name="object 92"/>
            <p:cNvSpPr/>
            <p:nvPr/>
          </p:nvSpPr>
          <p:spPr>
            <a:xfrm>
              <a:off x="66456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761" y="147574"/>
                  </a:lnTo>
                  <a:lnTo>
                    <a:pt x="73761" y="73875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5" name="object 93"/>
            <p:cNvSpPr/>
            <p:nvPr/>
          </p:nvSpPr>
          <p:spPr>
            <a:xfrm>
              <a:off x="6645600" y="6825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6" name="object 94"/>
            <p:cNvSpPr/>
            <p:nvPr/>
          </p:nvSpPr>
          <p:spPr>
            <a:xfrm>
              <a:off x="6645600" y="6382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7" name="object 95"/>
            <p:cNvSpPr/>
            <p:nvPr/>
          </p:nvSpPr>
          <p:spPr>
            <a:xfrm>
              <a:off x="6645600" y="60876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8" name="object 96"/>
            <p:cNvSpPr/>
            <p:nvPr/>
          </p:nvSpPr>
          <p:spPr>
            <a:xfrm>
              <a:off x="65718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9" name="object 97"/>
            <p:cNvSpPr/>
            <p:nvPr/>
          </p:nvSpPr>
          <p:spPr>
            <a:xfrm>
              <a:off x="6571800" y="81525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787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0" name="object 98"/>
            <p:cNvSpPr/>
            <p:nvPr/>
          </p:nvSpPr>
          <p:spPr>
            <a:xfrm>
              <a:off x="6571800" y="80049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1" name="object 99"/>
            <p:cNvSpPr/>
            <p:nvPr/>
          </p:nvSpPr>
          <p:spPr>
            <a:xfrm>
              <a:off x="6571800" y="73414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61" y="589953"/>
                  </a:moveTo>
                  <a:lnTo>
                    <a:pt x="0" y="589953"/>
                  </a:lnTo>
                  <a:lnTo>
                    <a:pt x="0" y="663740"/>
                  </a:lnTo>
                  <a:lnTo>
                    <a:pt x="73761" y="663740"/>
                  </a:lnTo>
                  <a:lnTo>
                    <a:pt x="73761" y="589953"/>
                  </a:lnTo>
                  <a:close/>
                </a:path>
                <a:path w="74295" h="664209">
                  <a:moveTo>
                    <a:pt x="73761" y="368769"/>
                  </a:moveTo>
                  <a:lnTo>
                    <a:pt x="0" y="368769"/>
                  </a:lnTo>
                  <a:lnTo>
                    <a:pt x="0" y="442468"/>
                  </a:lnTo>
                  <a:lnTo>
                    <a:pt x="0" y="516166"/>
                  </a:lnTo>
                  <a:lnTo>
                    <a:pt x="0" y="589876"/>
                  </a:lnTo>
                  <a:lnTo>
                    <a:pt x="73761" y="589876"/>
                  </a:lnTo>
                  <a:lnTo>
                    <a:pt x="73761" y="516166"/>
                  </a:lnTo>
                  <a:lnTo>
                    <a:pt x="73761" y="442468"/>
                  </a:lnTo>
                  <a:lnTo>
                    <a:pt x="73761" y="368769"/>
                  </a:lnTo>
                  <a:close/>
                </a:path>
                <a:path w="74295" h="664209">
                  <a:moveTo>
                    <a:pt x="73761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82"/>
                  </a:lnTo>
                  <a:lnTo>
                    <a:pt x="73761" y="221195"/>
                  </a:lnTo>
                  <a:lnTo>
                    <a:pt x="73761" y="147485"/>
                  </a:lnTo>
                  <a:close/>
                </a:path>
                <a:path w="74295" h="664209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2" name="object 100"/>
            <p:cNvSpPr/>
            <p:nvPr/>
          </p:nvSpPr>
          <p:spPr>
            <a:xfrm>
              <a:off x="65718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3" name="object 101"/>
            <p:cNvSpPr/>
            <p:nvPr/>
          </p:nvSpPr>
          <p:spPr>
            <a:xfrm>
              <a:off x="65718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4" name="object 102"/>
            <p:cNvSpPr/>
            <p:nvPr/>
          </p:nvSpPr>
          <p:spPr>
            <a:xfrm>
              <a:off x="6571800" y="70462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5" name="object 103"/>
            <p:cNvSpPr/>
            <p:nvPr/>
          </p:nvSpPr>
          <p:spPr>
            <a:xfrm>
              <a:off x="65718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761" y="147574"/>
                  </a:lnTo>
                  <a:lnTo>
                    <a:pt x="73761" y="73875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6" name="object 104"/>
            <p:cNvSpPr/>
            <p:nvPr/>
          </p:nvSpPr>
          <p:spPr>
            <a:xfrm>
              <a:off x="6571800" y="6309000"/>
              <a:ext cx="73800" cy="294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74295" h="295275">
                  <a:moveTo>
                    <a:pt x="73761" y="221195"/>
                  </a:moveTo>
                  <a:lnTo>
                    <a:pt x="0" y="221195"/>
                  </a:lnTo>
                  <a:lnTo>
                    <a:pt x="0" y="294982"/>
                  </a:lnTo>
                  <a:lnTo>
                    <a:pt x="73761" y="294982"/>
                  </a:lnTo>
                  <a:lnTo>
                    <a:pt x="73761" y="221195"/>
                  </a:lnTo>
                  <a:close/>
                </a:path>
                <a:path w="74295" h="295275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7" name="object 105"/>
            <p:cNvSpPr/>
            <p:nvPr/>
          </p:nvSpPr>
          <p:spPr>
            <a:xfrm>
              <a:off x="6571800" y="60876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8" name="object 106"/>
            <p:cNvSpPr/>
            <p:nvPr/>
          </p:nvSpPr>
          <p:spPr>
            <a:xfrm>
              <a:off x="6498000" y="83001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837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837" y="147497"/>
                  </a:lnTo>
                  <a:lnTo>
                    <a:pt x="73837" y="73787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9" name="object 107"/>
            <p:cNvSpPr/>
            <p:nvPr/>
          </p:nvSpPr>
          <p:spPr>
            <a:xfrm>
              <a:off x="6498000" y="81525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837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73837" y="147485"/>
                  </a:lnTo>
                  <a:lnTo>
                    <a:pt x="73837" y="73787"/>
                  </a:lnTo>
                  <a:close/>
                </a:path>
                <a:path w="74295" h="147954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0" name="object 108"/>
            <p:cNvSpPr/>
            <p:nvPr/>
          </p:nvSpPr>
          <p:spPr>
            <a:xfrm>
              <a:off x="64980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1" name="object 109"/>
            <p:cNvSpPr/>
            <p:nvPr/>
          </p:nvSpPr>
          <p:spPr>
            <a:xfrm>
              <a:off x="6498000" y="734148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837" y="589953"/>
                  </a:moveTo>
                  <a:lnTo>
                    <a:pt x="0" y="589953"/>
                  </a:lnTo>
                  <a:lnTo>
                    <a:pt x="0" y="663740"/>
                  </a:lnTo>
                  <a:lnTo>
                    <a:pt x="0" y="737450"/>
                  </a:lnTo>
                  <a:lnTo>
                    <a:pt x="73837" y="737450"/>
                  </a:lnTo>
                  <a:lnTo>
                    <a:pt x="73837" y="663740"/>
                  </a:lnTo>
                  <a:lnTo>
                    <a:pt x="73837" y="589953"/>
                  </a:lnTo>
                  <a:close/>
                </a:path>
                <a:path w="74295" h="737870">
                  <a:moveTo>
                    <a:pt x="73837" y="368769"/>
                  </a:moveTo>
                  <a:lnTo>
                    <a:pt x="0" y="368769"/>
                  </a:lnTo>
                  <a:lnTo>
                    <a:pt x="0" y="442468"/>
                  </a:lnTo>
                  <a:lnTo>
                    <a:pt x="0" y="516166"/>
                  </a:lnTo>
                  <a:lnTo>
                    <a:pt x="0" y="589876"/>
                  </a:lnTo>
                  <a:lnTo>
                    <a:pt x="73837" y="589876"/>
                  </a:lnTo>
                  <a:lnTo>
                    <a:pt x="73837" y="516166"/>
                  </a:lnTo>
                  <a:lnTo>
                    <a:pt x="73837" y="442468"/>
                  </a:lnTo>
                  <a:lnTo>
                    <a:pt x="73837" y="368769"/>
                  </a:lnTo>
                  <a:close/>
                </a:path>
                <a:path w="74295" h="737870">
                  <a:moveTo>
                    <a:pt x="73837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73837" y="368681"/>
                  </a:lnTo>
                  <a:lnTo>
                    <a:pt x="73837" y="294982"/>
                  </a:lnTo>
                  <a:lnTo>
                    <a:pt x="73837" y="221195"/>
                  </a:lnTo>
                  <a:lnTo>
                    <a:pt x="73837" y="147485"/>
                  </a:lnTo>
                  <a:close/>
                </a:path>
                <a:path w="74295" h="737870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837" y="14740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2" name="object 110"/>
            <p:cNvSpPr/>
            <p:nvPr/>
          </p:nvSpPr>
          <p:spPr>
            <a:xfrm>
              <a:off x="64980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3" name="object 111"/>
            <p:cNvSpPr/>
            <p:nvPr/>
          </p:nvSpPr>
          <p:spPr>
            <a:xfrm>
              <a:off x="64980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4" name="object 112"/>
            <p:cNvSpPr/>
            <p:nvPr/>
          </p:nvSpPr>
          <p:spPr>
            <a:xfrm>
              <a:off x="6498000" y="697284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0" y="221107"/>
                  </a:lnTo>
                  <a:lnTo>
                    <a:pt x="73837" y="221107"/>
                  </a:lnTo>
                  <a:lnTo>
                    <a:pt x="73837" y="14740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5" name="object 113"/>
            <p:cNvSpPr/>
            <p:nvPr/>
          </p:nvSpPr>
          <p:spPr>
            <a:xfrm>
              <a:off x="6498000" y="6309000"/>
              <a:ext cx="73800" cy="294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74295" h="295275">
                  <a:moveTo>
                    <a:pt x="73837" y="221195"/>
                  </a:moveTo>
                  <a:lnTo>
                    <a:pt x="0" y="221195"/>
                  </a:lnTo>
                  <a:lnTo>
                    <a:pt x="0" y="294982"/>
                  </a:lnTo>
                  <a:lnTo>
                    <a:pt x="73837" y="294982"/>
                  </a:lnTo>
                  <a:lnTo>
                    <a:pt x="73837" y="221195"/>
                  </a:lnTo>
                  <a:close/>
                </a:path>
                <a:path w="74295" h="295275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6" name="object 114"/>
            <p:cNvSpPr/>
            <p:nvPr/>
          </p:nvSpPr>
          <p:spPr>
            <a:xfrm>
              <a:off x="6498000" y="60876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7" name="object 115"/>
            <p:cNvSpPr/>
            <p:nvPr/>
          </p:nvSpPr>
          <p:spPr>
            <a:xfrm>
              <a:off x="6424200" y="8373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8" name="object 116"/>
            <p:cNvSpPr/>
            <p:nvPr/>
          </p:nvSpPr>
          <p:spPr>
            <a:xfrm>
              <a:off x="6424200" y="82263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9" name="object 117"/>
            <p:cNvSpPr/>
            <p:nvPr/>
          </p:nvSpPr>
          <p:spPr>
            <a:xfrm>
              <a:off x="6424200" y="80787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0" name="object 118"/>
            <p:cNvSpPr/>
            <p:nvPr/>
          </p:nvSpPr>
          <p:spPr>
            <a:xfrm>
              <a:off x="6424200" y="741492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61" y="516255"/>
                  </a:moveTo>
                  <a:lnTo>
                    <a:pt x="0" y="516255"/>
                  </a:lnTo>
                  <a:lnTo>
                    <a:pt x="0" y="590042"/>
                  </a:lnTo>
                  <a:lnTo>
                    <a:pt x="0" y="663752"/>
                  </a:lnTo>
                  <a:lnTo>
                    <a:pt x="73761" y="663752"/>
                  </a:lnTo>
                  <a:lnTo>
                    <a:pt x="73761" y="590042"/>
                  </a:lnTo>
                  <a:lnTo>
                    <a:pt x="73761" y="516255"/>
                  </a:lnTo>
                  <a:close/>
                </a:path>
                <a:path w="74295" h="664209">
                  <a:moveTo>
                    <a:pt x="73761" y="295071"/>
                  </a:moveTo>
                  <a:lnTo>
                    <a:pt x="0" y="295071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0" y="516178"/>
                  </a:lnTo>
                  <a:lnTo>
                    <a:pt x="73761" y="516178"/>
                  </a:lnTo>
                  <a:lnTo>
                    <a:pt x="73761" y="442468"/>
                  </a:lnTo>
                  <a:lnTo>
                    <a:pt x="73761" y="368769"/>
                  </a:lnTo>
                  <a:lnTo>
                    <a:pt x="73761" y="295071"/>
                  </a:lnTo>
                  <a:close/>
                </a:path>
                <a:path w="74295" h="664209">
                  <a:moveTo>
                    <a:pt x="73761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0" y="221284"/>
                  </a:lnTo>
                  <a:lnTo>
                    <a:pt x="0" y="294982"/>
                  </a:lnTo>
                  <a:lnTo>
                    <a:pt x="73761" y="294982"/>
                  </a:lnTo>
                  <a:lnTo>
                    <a:pt x="73761" y="221284"/>
                  </a:lnTo>
                  <a:lnTo>
                    <a:pt x="73761" y="147497"/>
                  </a:lnTo>
                  <a:lnTo>
                    <a:pt x="73761" y="73787"/>
                  </a:lnTo>
                  <a:close/>
                </a:path>
                <a:path w="74295" h="664209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1" name="object 119"/>
            <p:cNvSpPr/>
            <p:nvPr/>
          </p:nvSpPr>
          <p:spPr>
            <a:xfrm>
              <a:off x="6424200" y="73414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2" name="object 120"/>
            <p:cNvSpPr/>
            <p:nvPr/>
          </p:nvSpPr>
          <p:spPr>
            <a:xfrm>
              <a:off x="6424200" y="71938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73761" y="147497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3" name="object 121"/>
            <p:cNvSpPr/>
            <p:nvPr/>
          </p:nvSpPr>
          <p:spPr>
            <a:xfrm>
              <a:off x="64242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4" name="object 122"/>
            <p:cNvSpPr/>
            <p:nvPr/>
          </p:nvSpPr>
          <p:spPr>
            <a:xfrm>
              <a:off x="6424200" y="6456600"/>
              <a:ext cx="73800" cy="294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74295" h="295275">
                  <a:moveTo>
                    <a:pt x="73761" y="221183"/>
                  </a:moveTo>
                  <a:lnTo>
                    <a:pt x="0" y="221183"/>
                  </a:lnTo>
                  <a:lnTo>
                    <a:pt x="0" y="294894"/>
                  </a:lnTo>
                  <a:lnTo>
                    <a:pt x="73761" y="294894"/>
                  </a:lnTo>
                  <a:lnTo>
                    <a:pt x="73761" y="221183"/>
                  </a:lnTo>
                  <a:close/>
                </a:path>
                <a:path w="74295" h="29527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5" name="object 123"/>
            <p:cNvSpPr/>
            <p:nvPr/>
          </p:nvSpPr>
          <p:spPr>
            <a:xfrm>
              <a:off x="6424200" y="60876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6" name="object 124"/>
            <p:cNvSpPr/>
            <p:nvPr/>
          </p:nvSpPr>
          <p:spPr>
            <a:xfrm>
              <a:off x="6350400" y="83739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73748" y="147497"/>
                  </a:lnTo>
                  <a:lnTo>
                    <a:pt x="73748" y="73787"/>
                  </a:lnTo>
                  <a:close/>
                </a:path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7" name="object 125"/>
            <p:cNvSpPr/>
            <p:nvPr/>
          </p:nvSpPr>
          <p:spPr>
            <a:xfrm>
              <a:off x="6350400" y="82263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8" name="object 126"/>
            <p:cNvSpPr/>
            <p:nvPr/>
          </p:nvSpPr>
          <p:spPr>
            <a:xfrm>
              <a:off x="63504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9" name="object 127"/>
            <p:cNvSpPr/>
            <p:nvPr/>
          </p:nvSpPr>
          <p:spPr>
            <a:xfrm>
              <a:off x="6350400" y="741492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48" y="516255"/>
                  </a:moveTo>
                  <a:lnTo>
                    <a:pt x="0" y="516255"/>
                  </a:lnTo>
                  <a:lnTo>
                    <a:pt x="0" y="590042"/>
                  </a:lnTo>
                  <a:lnTo>
                    <a:pt x="0" y="663752"/>
                  </a:lnTo>
                  <a:lnTo>
                    <a:pt x="0" y="737450"/>
                  </a:lnTo>
                  <a:lnTo>
                    <a:pt x="73748" y="737450"/>
                  </a:lnTo>
                  <a:lnTo>
                    <a:pt x="73748" y="663752"/>
                  </a:lnTo>
                  <a:lnTo>
                    <a:pt x="73748" y="590042"/>
                  </a:lnTo>
                  <a:lnTo>
                    <a:pt x="73748" y="516255"/>
                  </a:lnTo>
                  <a:close/>
                </a:path>
                <a:path w="74295" h="737870">
                  <a:moveTo>
                    <a:pt x="73748" y="295071"/>
                  </a:moveTo>
                  <a:lnTo>
                    <a:pt x="0" y="295071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0" y="516178"/>
                  </a:lnTo>
                  <a:lnTo>
                    <a:pt x="73748" y="516178"/>
                  </a:lnTo>
                  <a:lnTo>
                    <a:pt x="73748" y="442468"/>
                  </a:lnTo>
                  <a:lnTo>
                    <a:pt x="73748" y="368769"/>
                  </a:lnTo>
                  <a:lnTo>
                    <a:pt x="73748" y="295071"/>
                  </a:lnTo>
                  <a:close/>
                </a:path>
                <a:path w="74295" h="737870">
                  <a:moveTo>
                    <a:pt x="73748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0" y="221284"/>
                  </a:lnTo>
                  <a:lnTo>
                    <a:pt x="0" y="294982"/>
                  </a:lnTo>
                  <a:lnTo>
                    <a:pt x="73748" y="294982"/>
                  </a:lnTo>
                  <a:lnTo>
                    <a:pt x="73748" y="221284"/>
                  </a:lnTo>
                  <a:lnTo>
                    <a:pt x="73748" y="147497"/>
                  </a:lnTo>
                  <a:lnTo>
                    <a:pt x="73748" y="73787"/>
                  </a:lnTo>
                  <a:close/>
                </a:path>
                <a:path w="74295" h="737870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0" name="object 128"/>
            <p:cNvSpPr/>
            <p:nvPr/>
          </p:nvSpPr>
          <p:spPr>
            <a:xfrm>
              <a:off x="6350400" y="73414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1" name="object 129"/>
            <p:cNvSpPr/>
            <p:nvPr/>
          </p:nvSpPr>
          <p:spPr>
            <a:xfrm>
              <a:off x="63504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2" name="object 130"/>
            <p:cNvSpPr/>
            <p:nvPr/>
          </p:nvSpPr>
          <p:spPr>
            <a:xfrm>
              <a:off x="63504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3" name="object 131"/>
            <p:cNvSpPr/>
            <p:nvPr/>
          </p:nvSpPr>
          <p:spPr>
            <a:xfrm>
              <a:off x="6350400" y="6456600"/>
              <a:ext cx="73800" cy="4420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442080"/>
                <a:gd name="textAreaBottom" fmla="*/ 442440 h 442080"/>
              </a:gdLst>
              <a:ahLst/>
              <a:rect l="textAreaLeft" t="textAreaTop" r="textAreaRight" b="textAreaBottom"/>
              <a:pathLst>
                <a:path w="74295" h="442595">
                  <a:moveTo>
                    <a:pt x="73748" y="368681"/>
                  </a:moveTo>
                  <a:lnTo>
                    <a:pt x="0" y="368681"/>
                  </a:lnTo>
                  <a:lnTo>
                    <a:pt x="0" y="442379"/>
                  </a:lnTo>
                  <a:lnTo>
                    <a:pt x="73748" y="442379"/>
                  </a:lnTo>
                  <a:lnTo>
                    <a:pt x="73748" y="368681"/>
                  </a:lnTo>
                  <a:close/>
                </a:path>
                <a:path w="74295" h="442595">
                  <a:moveTo>
                    <a:pt x="73748" y="221183"/>
                  </a:moveTo>
                  <a:lnTo>
                    <a:pt x="0" y="221183"/>
                  </a:lnTo>
                  <a:lnTo>
                    <a:pt x="0" y="294894"/>
                  </a:lnTo>
                  <a:lnTo>
                    <a:pt x="73748" y="294894"/>
                  </a:lnTo>
                  <a:lnTo>
                    <a:pt x="73748" y="221183"/>
                  </a:lnTo>
                  <a:close/>
                </a:path>
                <a:path w="74295" h="442595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4" name="object 132"/>
            <p:cNvSpPr/>
            <p:nvPr/>
          </p:nvSpPr>
          <p:spPr>
            <a:xfrm>
              <a:off x="6350400" y="61614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5" name="object 133"/>
            <p:cNvSpPr/>
            <p:nvPr/>
          </p:nvSpPr>
          <p:spPr>
            <a:xfrm>
              <a:off x="6276600" y="8447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6" name="object 134"/>
            <p:cNvSpPr/>
            <p:nvPr/>
          </p:nvSpPr>
          <p:spPr>
            <a:xfrm>
              <a:off x="6276600" y="83001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748" y="147497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7" name="object 135"/>
            <p:cNvSpPr/>
            <p:nvPr/>
          </p:nvSpPr>
          <p:spPr>
            <a:xfrm>
              <a:off x="6276600" y="81525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787"/>
                  </a:lnTo>
                  <a:close/>
                </a:path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8" name="object 136"/>
            <p:cNvSpPr/>
            <p:nvPr/>
          </p:nvSpPr>
          <p:spPr>
            <a:xfrm>
              <a:off x="6276600" y="748872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48" y="442468"/>
                  </a:moveTo>
                  <a:lnTo>
                    <a:pt x="0" y="442468"/>
                  </a:lnTo>
                  <a:lnTo>
                    <a:pt x="0" y="516255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73748" y="663663"/>
                  </a:lnTo>
                  <a:lnTo>
                    <a:pt x="73748" y="589965"/>
                  </a:lnTo>
                  <a:lnTo>
                    <a:pt x="73748" y="516255"/>
                  </a:lnTo>
                  <a:lnTo>
                    <a:pt x="73748" y="442468"/>
                  </a:lnTo>
                  <a:close/>
                </a:path>
                <a:path w="74295" h="664209">
                  <a:moveTo>
                    <a:pt x="73748" y="221284"/>
                  </a:moveTo>
                  <a:lnTo>
                    <a:pt x="0" y="221284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0" y="442391"/>
                  </a:lnTo>
                  <a:lnTo>
                    <a:pt x="73748" y="442391"/>
                  </a:lnTo>
                  <a:lnTo>
                    <a:pt x="73748" y="368681"/>
                  </a:lnTo>
                  <a:lnTo>
                    <a:pt x="73748" y="294982"/>
                  </a:lnTo>
                  <a:lnTo>
                    <a:pt x="73748" y="221284"/>
                  </a:lnTo>
                  <a:close/>
                </a:path>
                <a:path w="74295" h="664209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748" y="221195"/>
                  </a:lnTo>
                  <a:lnTo>
                    <a:pt x="73748" y="147497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9" name="object 137"/>
            <p:cNvSpPr/>
            <p:nvPr/>
          </p:nvSpPr>
          <p:spPr>
            <a:xfrm>
              <a:off x="6276600" y="7414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0" name="object 138"/>
            <p:cNvSpPr/>
            <p:nvPr/>
          </p:nvSpPr>
          <p:spPr>
            <a:xfrm>
              <a:off x="6276600" y="73414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1" name="object 139"/>
            <p:cNvSpPr/>
            <p:nvPr/>
          </p:nvSpPr>
          <p:spPr>
            <a:xfrm>
              <a:off x="6276600" y="71938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73748" y="147497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2" name="object 140"/>
            <p:cNvSpPr/>
            <p:nvPr/>
          </p:nvSpPr>
          <p:spPr>
            <a:xfrm>
              <a:off x="62766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3" name="object 141"/>
            <p:cNvSpPr/>
            <p:nvPr/>
          </p:nvSpPr>
          <p:spPr>
            <a:xfrm>
              <a:off x="6276600" y="6603840"/>
              <a:ext cx="73800" cy="294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74295" h="295275">
                  <a:moveTo>
                    <a:pt x="73748" y="221195"/>
                  </a:moveTo>
                  <a:lnTo>
                    <a:pt x="0" y="221195"/>
                  </a:lnTo>
                  <a:lnTo>
                    <a:pt x="0" y="294894"/>
                  </a:lnTo>
                  <a:lnTo>
                    <a:pt x="73748" y="294894"/>
                  </a:lnTo>
                  <a:lnTo>
                    <a:pt x="73748" y="221195"/>
                  </a:lnTo>
                  <a:close/>
                </a:path>
                <a:path w="74295" h="295275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4" name="object 142"/>
            <p:cNvSpPr/>
            <p:nvPr/>
          </p:nvSpPr>
          <p:spPr>
            <a:xfrm>
              <a:off x="6276600" y="6235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5" name="object 143"/>
            <p:cNvSpPr/>
            <p:nvPr/>
          </p:nvSpPr>
          <p:spPr>
            <a:xfrm>
              <a:off x="6202800" y="8521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6" name="object 144"/>
            <p:cNvSpPr/>
            <p:nvPr/>
          </p:nvSpPr>
          <p:spPr>
            <a:xfrm>
              <a:off x="6202800" y="83001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147574"/>
                  </a:moveTo>
                  <a:lnTo>
                    <a:pt x="0" y="147574"/>
                  </a:lnTo>
                  <a:lnTo>
                    <a:pt x="0" y="221284"/>
                  </a:lnTo>
                  <a:lnTo>
                    <a:pt x="73837" y="221284"/>
                  </a:lnTo>
                  <a:lnTo>
                    <a:pt x="73837" y="147574"/>
                  </a:lnTo>
                  <a:close/>
                </a:path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837" y="147497"/>
                  </a:lnTo>
                  <a:lnTo>
                    <a:pt x="73837" y="73787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7" name="object 145"/>
            <p:cNvSpPr/>
            <p:nvPr/>
          </p:nvSpPr>
          <p:spPr>
            <a:xfrm>
              <a:off x="6202800" y="82263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8" name="object 146"/>
            <p:cNvSpPr/>
            <p:nvPr/>
          </p:nvSpPr>
          <p:spPr>
            <a:xfrm>
              <a:off x="6202800" y="748872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837" y="442468"/>
                  </a:moveTo>
                  <a:lnTo>
                    <a:pt x="0" y="442468"/>
                  </a:lnTo>
                  <a:lnTo>
                    <a:pt x="0" y="516255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0" y="737374"/>
                  </a:lnTo>
                  <a:lnTo>
                    <a:pt x="73837" y="737374"/>
                  </a:lnTo>
                  <a:lnTo>
                    <a:pt x="73837" y="663663"/>
                  </a:lnTo>
                  <a:lnTo>
                    <a:pt x="73837" y="589965"/>
                  </a:lnTo>
                  <a:lnTo>
                    <a:pt x="73837" y="516255"/>
                  </a:lnTo>
                  <a:lnTo>
                    <a:pt x="73837" y="442468"/>
                  </a:lnTo>
                  <a:close/>
                </a:path>
                <a:path w="74295" h="737870">
                  <a:moveTo>
                    <a:pt x="73837" y="221284"/>
                  </a:moveTo>
                  <a:lnTo>
                    <a:pt x="0" y="221284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0" y="442391"/>
                  </a:lnTo>
                  <a:lnTo>
                    <a:pt x="73837" y="442391"/>
                  </a:lnTo>
                  <a:lnTo>
                    <a:pt x="73837" y="368681"/>
                  </a:lnTo>
                  <a:lnTo>
                    <a:pt x="73837" y="294982"/>
                  </a:lnTo>
                  <a:lnTo>
                    <a:pt x="73837" y="221284"/>
                  </a:lnTo>
                  <a:close/>
                </a:path>
                <a:path w="74295" h="737870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837" y="221195"/>
                  </a:lnTo>
                  <a:lnTo>
                    <a:pt x="73837" y="147497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9" name="object 147"/>
            <p:cNvSpPr/>
            <p:nvPr/>
          </p:nvSpPr>
          <p:spPr>
            <a:xfrm>
              <a:off x="6202800" y="7414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0" name="object 148"/>
            <p:cNvSpPr/>
            <p:nvPr/>
          </p:nvSpPr>
          <p:spPr>
            <a:xfrm>
              <a:off x="6202800" y="73414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1" name="object 149"/>
            <p:cNvSpPr/>
            <p:nvPr/>
          </p:nvSpPr>
          <p:spPr>
            <a:xfrm>
              <a:off x="6202800" y="71938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73837" y="147497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2" name="object 150"/>
            <p:cNvSpPr/>
            <p:nvPr/>
          </p:nvSpPr>
          <p:spPr>
            <a:xfrm>
              <a:off x="62028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3" name="object 151"/>
            <p:cNvSpPr/>
            <p:nvPr/>
          </p:nvSpPr>
          <p:spPr>
            <a:xfrm>
              <a:off x="6202800" y="660384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73837" y="221195"/>
                  </a:lnTo>
                  <a:lnTo>
                    <a:pt x="73837" y="147485"/>
                  </a:lnTo>
                  <a:close/>
                </a:path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4" name="object 152"/>
            <p:cNvSpPr/>
            <p:nvPr/>
          </p:nvSpPr>
          <p:spPr>
            <a:xfrm>
              <a:off x="6202800" y="63090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5" name="object 153"/>
            <p:cNvSpPr/>
            <p:nvPr/>
          </p:nvSpPr>
          <p:spPr>
            <a:xfrm>
              <a:off x="6129000" y="8521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6" name="object 154"/>
            <p:cNvSpPr/>
            <p:nvPr/>
          </p:nvSpPr>
          <p:spPr>
            <a:xfrm>
              <a:off x="6129000" y="83739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73761" y="147497"/>
                  </a:lnTo>
                  <a:lnTo>
                    <a:pt x="73761" y="73787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7" name="object 155"/>
            <p:cNvSpPr/>
            <p:nvPr/>
          </p:nvSpPr>
          <p:spPr>
            <a:xfrm>
              <a:off x="6129000" y="82263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8" name="object 156"/>
            <p:cNvSpPr/>
            <p:nvPr/>
          </p:nvSpPr>
          <p:spPr>
            <a:xfrm>
              <a:off x="6129000" y="756252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61" y="368757"/>
                  </a:moveTo>
                  <a:lnTo>
                    <a:pt x="0" y="368757"/>
                  </a:lnTo>
                  <a:lnTo>
                    <a:pt x="0" y="442544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61" y="66366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544"/>
                  </a:lnTo>
                  <a:lnTo>
                    <a:pt x="73761" y="368757"/>
                  </a:lnTo>
                  <a:close/>
                </a:path>
                <a:path w="74295" h="664209">
                  <a:moveTo>
                    <a:pt x="73761" y="147574"/>
                  </a:moveTo>
                  <a:lnTo>
                    <a:pt x="0" y="147574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70"/>
                  </a:lnTo>
                  <a:lnTo>
                    <a:pt x="73761" y="221272"/>
                  </a:lnTo>
                  <a:lnTo>
                    <a:pt x="73761" y="147574"/>
                  </a:lnTo>
                  <a:close/>
                </a:path>
                <a:path w="74295" h="664209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9" name="object 157"/>
            <p:cNvSpPr/>
            <p:nvPr/>
          </p:nvSpPr>
          <p:spPr>
            <a:xfrm>
              <a:off x="6129000" y="7488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0" name="object 158"/>
            <p:cNvSpPr/>
            <p:nvPr/>
          </p:nvSpPr>
          <p:spPr>
            <a:xfrm>
              <a:off x="6129000" y="7414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1" name="object 159"/>
            <p:cNvSpPr/>
            <p:nvPr/>
          </p:nvSpPr>
          <p:spPr>
            <a:xfrm>
              <a:off x="6129000" y="7120080"/>
              <a:ext cx="73800" cy="294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74295" h="295275">
                  <a:moveTo>
                    <a:pt x="73761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73761" y="294970"/>
                  </a:lnTo>
                  <a:lnTo>
                    <a:pt x="73761" y="221272"/>
                  </a:lnTo>
                  <a:lnTo>
                    <a:pt x="73761" y="147485"/>
                  </a:lnTo>
                  <a:lnTo>
                    <a:pt x="73761" y="73774"/>
                  </a:lnTo>
                  <a:close/>
                </a:path>
                <a:path w="74295" h="29527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2" name="object 160"/>
            <p:cNvSpPr/>
            <p:nvPr/>
          </p:nvSpPr>
          <p:spPr>
            <a:xfrm>
              <a:off x="61290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3" name="object 161"/>
            <p:cNvSpPr/>
            <p:nvPr/>
          </p:nvSpPr>
          <p:spPr>
            <a:xfrm>
              <a:off x="6129000" y="67514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f4be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4" name="object 162"/>
            <p:cNvSpPr/>
            <p:nvPr/>
          </p:nvSpPr>
          <p:spPr>
            <a:xfrm>
              <a:off x="6129000" y="6382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5" name="object 163"/>
            <p:cNvSpPr/>
            <p:nvPr/>
          </p:nvSpPr>
          <p:spPr>
            <a:xfrm>
              <a:off x="6055200" y="8521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6" name="object 164"/>
            <p:cNvSpPr/>
            <p:nvPr/>
          </p:nvSpPr>
          <p:spPr>
            <a:xfrm>
              <a:off x="6055200" y="837396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73761" y="147497"/>
                  </a:lnTo>
                  <a:lnTo>
                    <a:pt x="73761" y="73787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7" name="object 165"/>
            <p:cNvSpPr/>
            <p:nvPr/>
          </p:nvSpPr>
          <p:spPr>
            <a:xfrm>
              <a:off x="60552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8" name="object 166"/>
            <p:cNvSpPr/>
            <p:nvPr/>
          </p:nvSpPr>
          <p:spPr>
            <a:xfrm>
              <a:off x="6055200" y="756252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61" y="663740"/>
                  </a:moveTo>
                  <a:lnTo>
                    <a:pt x="0" y="663740"/>
                  </a:lnTo>
                  <a:lnTo>
                    <a:pt x="0" y="737438"/>
                  </a:lnTo>
                  <a:lnTo>
                    <a:pt x="73761" y="737438"/>
                  </a:lnTo>
                  <a:lnTo>
                    <a:pt x="73761" y="663740"/>
                  </a:lnTo>
                  <a:close/>
                </a:path>
                <a:path w="74295" h="737870">
                  <a:moveTo>
                    <a:pt x="73761" y="368757"/>
                  </a:moveTo>
                  <a:lnTo>
                    <a:pt x="0" y="368757"/>
                  </a:lnTo>
                  <a:lnTo>
                    <a:pt x="0" y="442544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61" y="66366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544"/>
                  </a:lnTo>
                  <a:lnTo>
                    <a:pt x="73761" y="368757"/>
                  </a:lnTo>
                  <a:close/>
                </a:path>
                <a:path w="74295" h="737870">
                  <a:moveTo>
                    <a:pt x="73761" y="147574"/>
                  </a:moveTo>
                  <a:lnTo>
                    <a:pt x="0" y="147574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70"/>
                  </a:lnTo>
                  <a:lnTo>
                    <a:pt x="73761" y="221272"/>
                  </a:lnTo>
                  <a:lnTo>
                    <a:pt x="73761" y="147574"/>
                  </a:lnTo>
                  <a:close/>
                </a:path>
                <a:path w="74295" h="737870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9" name="object 167"/>
            <p:cNvSpPr/>
            <p:nvPr/>
          </p:nvSpPr>
          <p:spPr>
            <a:xfrm>
              <a:off x="6055200" y="7488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0" name="object 168"/>
            <p:cNvSpPr/>
            <p:nvPr/>
          </p:nvSpPr>
          <p:spPr>
            <a:xfrm>
              <a:off x="6055200" y="73414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1" name="object 169"/>
            <p:cNvSpPr/>
            <p:nvPr/>
          </p:nvSpPr>
          <p:spPr>
            <a:xfrm>
              <a:off x="6055200" y="712008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73761" y="221272"/>
                  </a:lnTo>
                  <a:lnTo>
                    <a:pt x="73761" y="147485"/>
                  </a:lnTo>
                  <a:lnTo>
                    <a:pt x="73761" y="73774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2" name="object 170"/>
            <p:cNvSpPr/>
            <p:nvPr/>
          </p:nvSpPr>
          <p:spPr>
            <a:xfrm>
              <a:off x="60552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3" name="object 171"/>
            <p:cNvSpPr/>
            <p:nvPr/>
          </p:nvSpPr>
          <p:spPr>
            <a:xfrm>
              <a:off x="6055200" y="64566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4" name="object 172"/>
            <p:cNvSpPr/>
            <p:nvPr/>
          </p:nvSpPr>
          <p:spPr>
            <a:xfrm>
              <a:off x="5981400" y="85950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5" name="object 173"/>
            <p:cNvSpPr/>
            <p:nvPr/>
          </p:nvSpPr>
          <p:spPr>
            <a:xfrm>
              <a:off x="5981400" y="83739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748" y="221195"/>
                  </a:lnTo>
                  <a:lnTo>
                    <a:pt x="73748" y="147497"/>
                  </a:lnTo>
                  <a:lnTo>
                    <a:pt x="73748" y="73787"/>
                  </a:lnTo>
                  <a:close/>
                </a:path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6" name="object 174"/>
            <p:cNvSpPr/>
            <p:nvPr/>
          </p:nvSpPr>
          <p:spPr>
            <a:xfrm>
              <a:off x="59814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7" name="object 175"/>
            <p:cNvSpPr/>
            <p:nvPr/>
          </p:nvSpPr>
          <p:spPr>
            <a:xfrm>
              <a:off x="5981400" y="763632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48" y="589953"/>
                  </a:moveTo>
                  <a:lnTo>
                    <a:pt x="0" y="589953"/>
                  </a:lnTo>
                  <a:lnTo>
                    <a:pt x="0" y="663651"/>
                  </a:lnTo>
                  <a:lnTo>
                    <a:pt x="73748" y="663651"/>
                  </a:lnTo>
                  <a:lnTo>
                    <a:pt x="73748" y="589953"/>
                  </a:lnTo>
                  <a:close/>
                </a:path>
                <a:path w="74295" h="664209">
                  <a:moveTo>
                    <a:pt x="73748" y="294970"/>
                  </a:moveTo>
                  <a:lnTo>
                    <a:pt x="0" y="294970"/>
                  </a:lnTo>
                  <a:lnTo>
                    <a:pt x="0" y="368757"/>
                  </a:lnTo>
                  <a:lnTo>
                    <a:pt x="0" y="442468"/>
                  </a:lnTo>
                  <a:lnTo>
                    <a:pt x="0" y="516166"/>
                  </a:lnTo>
                  <a:lnTo>
                    <a:pt x="0" y="589876"/>
                  </a:lnTo>
                  <a:lnTo>
                    <a:pt x="73748" y="589876"/>
                  </a:lnTo>
                  <a:lnTo>
                    <a:pt x="73748" y="516166"/>
                  </a:lnTo>
                  <a:lnTo>
                    <a:pt x="73748" y="442468"/>
                  </a:lnTo>
                  <a:lnTo>
                    <a:pt x="73748" y="368757"/>
                  </a:lnTo>
                  <a:lnTo>
                    <a:pt x="73748" y="294970"/>
                  </a:lnTo>
                  <a:close/>
                </a:path>
                <a:path w="74295" h="664209">
                  <a:moveTo>
                    <a:pt x="73748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0" y="221183"/>
                  </a:lnTo>
                  <a:lnTo>
                    <a:pt x="0" y="294894"/>
                  </a:lnTo>
                  <a:lnTo>
                    <a:pt x="73748" y="294894"/>
                  </a:lnTo>
                  <a:lnTo>
                    <a:pt x="73748" y="221183"/>
                  </a:lnTo>
                  <a:lnTo>
                    <a:pt x="73748" y="147485"/>
                  </a:lnTo>
                  <a:lnTo>
                    <a:pt x="73748" y="73787"/>
                  </a:lnTo>
                  <a:close/>
                </a:path>
                <a:path w="74295" h="664209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8" name="object 176"/>
            <p:cNvSpPr/>
            <p:nvPr/>
          </p:nvSpPr>
          <p:spPr>
            <a:xfrm>
              <a:off x="5981400" y="75625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9" name="object 177"/>
            <p:cNvSpPr/>
            <p:nvPr/>
          </p:nvSpPr>
          <p:spPr>
            <a:xfrm>
              <a:off x="5981400" y="7488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0" name="object 178"/>
            <p:cNvSpPr/>
            <p:nvPr/>
          </p:nvSpPr>
          <p:spPr>
            <a:xfrm>
              <a:off x="5981400" y="74149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1" name="object 179"/>
            <p:cNvSpPr/>
            <p:nvPr/>
          </p:nvSpPr>
          <p:spPr>
            <a:xfrm>
              <a:off x="5981400" y="73414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2" name="object 180"/>
            <p:cNvSpPr/>
            <p:nvPr/>
          </p:nvSpPr>
          <p:spPr>
            <a:xfrm>
              <a:off x="5981400" y="712008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73748" y="221272"/>
                  </a:lnTo>
                  <a:lnTo>
                    <a:pt x="73748" y="147485"/>
                  </a:lnTo>
                  <a:lnTo>
                    <a:pt x="73748" y="73774"/>
                  </a:lnTo>
                  <a:close/>
                </a:path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3" name="object 181"/>
            <p:cNvSpPr/>
            <p:nvPr/>
          </p:nvSpPr>
          <p:spPr>
            <a:xfrm>
              <a:off x="59814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4" name="object 182"/>
            <p:cNvSpPr/>
            <p:nvPr/>
          </p:nvSpPr>
          <p:spPr>
            <a:xfrm>
              <a:off x="5981400" y="653004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5" name="object 183"/>
            <p:cNvSpPr/>
            <p:nvPr/>
          </p:nvSpPr>
          <p:spPr>
            <a:xfrm>
              <a:off x="5907600" y="85950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6" name="object 184"/>
            <p:cNvSpPr/>
            <p:nvPr/>
          </p:nvSpPr>
          <p:spPr>
            <a:xfrm>
              <a:off x="5907600" y="83739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87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7" name="object 185"/>
            <p:cNvSpPr/>
            <p:nvPr/>
          </p:nvSpPr>
          <p:spPr>
            <a:xfrm>
              <a:off x="59076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8" name="object 186"/>
            <p:cNvSpPr/>
            <p:nvPr/>
          </p:nvSpPr>
          <p:spPr>
            <a:xfrm>
              <a:off x="5907600" y="763632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61" y="589953"/>
                  </a:moveTo>
                  <a:lnTo>
                    <a:pt x="0" y="589953"/>
                  </a:lnTo>
                  <a:lnTo>
                    <a:pt x="0" y="663651"/>
                  </a:lnTo>
                  <a:lnTo>
                    <a:pt x="73761" y="663651"/>
                  </a:lnTo>
                  <a:lnTo>
                    <a:pt x="73761" y="589953"/>
                  </a:lnTo>
                  <a:close/>
                </a:path>
                <a:path w="74295" h="664209">
                  <a:moveTo>
                    <a:pt x="73761" y="294970"/>
                  </a:moveTo>
                  <a:lnTo>
                    <a:pt x="0" y="294970"/>
                  </a:lnTo>
                  <a:lnTo>
                    <a:pt x="0" y="368757"/>
                  </a:lnTo>
                  <a:lnTo>
                    <a:pt x="0" y="442468"/>
                  </a:lnTo>
                  <a:lnTo>
                    <a:pt x="0" y="516166"/>
                  </a:lnTo>
                  <a:lnTo>
                    <a:pt x="0" y="589876"/>
                  </a:lnTo>
                  <a:lnTo>
                    <a:pt x="73761" y="589876"/>
                  </a:lnTo>
                  <a:lnTo>
                    <a:pt x="73761" y="516166"/>
                  </a:lnTo>
                  <a:lnTo>
                    <a:pt x="73761" y="442468"/>
                  </a:lnTo>
                  <a:lnTo>
                    <a:pt x="73761" y="368757"/>
                  </a:lnTo>
                  <a:lnTo>
                    <a:pt x="73761" y="294970"/>
                  </a:lnTo>
                  <a:close/>
                </a:path>
                <a:path w="74295" h="664209">
                  <a:moveTo>
                    <a:pt x="73761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0" y="221183"/>
                  </a:lnTo>
                  <a:lnTo>
                    <a:pt x="0" y="294894"/>
                  </a:lnTo>
                  <a:lnTo>
                    <a:pt x="73761" y="294894"/>
                  </a:lnTo>
                  <a:lnTo>
                    <a:pt x="73761" y="221183"/>
                  </a:lnTo>
                  <a:lnTo>
                    <a:pt x="73761" y="147485"/>
                  </a:lnTo>
                  <a:lnTo>
                    <a:pt x="73761" y="73787"/>
                  </a:lnTo>
                  <a:close/>
                </a:path>
                <a:path w="74295" h="664209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9" name="object 187"/>
            <p:cNvSpPr/>
            <p:nvPr/>
          </p:nvSpPr>
          <p:spPr>
            <a:xfrm>
              <a:off x="5907600" y="75625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0" name="object 188"/>
            <p:cNvSpPr/>
            <p:nvPr/>
          </p:nvSpPr>
          <p:spPr>
            <a:xfrm>
              <a:off x="5907600" y="7488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1" name="object 189"/>
            <p:cNvSpPr/>
            <p:nvPr/>
          </p:nvSpPr>
          <p:spPr>
            <a:xfrm>
              <a:off x="5907600" y="73414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2" name="object 190"/>
            <p:cNvSpPr/>
            <p:nvPr/>
          </p:nvSpPr>
          <p:spPr>
            <a:xfrm>
              <a:off x="59076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3" name="object 191"/>
            <p:cNvSpPr/>
            <p:nvPr/>
          </p:nvSpPr>
          <p:spPr>
            <a:xfrm>
              <a:off x="5907600" y="704628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4" name="object 192"/>
            <p:cNvSpPr/>
            <p:nvPr/>
          </p:nvSpPr>
          <p:spPr>
            <a:xfrm>
              <a:off x="59076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5" name="object 193"/>
            <p:cNvSpPr/>
            <p:nvPr/>
          </p:nvSpPr>
          <p:spPr>
            <a:xfrm>
              <a:off x="5907600" y="660384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6" name="object 194"/>
            <p:cNvSpPr/>
            <p:nvPr/>
          </p:nvSpPr>
          <p:spPr>
            <a:xfrm>
              <a:off x="5833800" y="85950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7" name="object 195"/>
            <p:cNvSpPr/>
            <p:nvPr/>
          </p:nvSpPr>
          <p:spPr>
            <a:xfrm>
              <a:off x="5833800" y="83739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837" y="221195"/>
                  </a:lnTo>
                  <a:lnTo>
                    <a:pt x="73837" y="147497"/>
                  </a:lnTo>
                  <a:lnTo>
                    <a:pt x="73837" y="73787"/>
                  </a:lnTo>
                  <a:close/>
                </a:path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8" name="object 196"/>
            <p:cNvSpPr/>
            <p:nvPr/>
          </p:nvSpPr>
          <p:spPr>
            <a:xfrm>
              <a:off x="58338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9" name="object 197"/>
            <p:cNvSpPr/>
            <p:nvPr/>
          </p:nvSpPr>
          <p:spPr>
            <a:xfrm>
              <a:off x="5833800" y="7783920"/>
              <a:ext cx="73800" cy="5158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515880"/>
                <a:gd name="textAreaBottom" fmla="*/ 516240 h 515880"/>
              </a:gdLst>
              <a:ahLst/>
              <a:rect l="textAreaLeft" t="textAreaTop" r="textAreaRight" b="textAreaBottom"/>
              <a:pathLst>
                <a:path w="74295" h="516254">
                  <a:moveTo>
                    <a:pt x="73837" y="442468"/>
                  </a:moveTo>
                  <a:lnTo>
                    <a:pt x="0" y="442468"/>
                  </a:lnTo>
                  <a:lnTo>
                    <a:pt x="0" y="516166"/>
                  </a:lnTo>
                  <a:lnTo>
                    <a:pt x="73837" y="516166"/>
                  </a:lnTo>
                  <a:lnTo>
                    <a:pt x="73837" y="442468"/>
                  </a:lnTo>
                  <a:close/>
                </a:path>
                <a:path w="74295" h="516254">
                  <a:moveTo>
                    <a:pt x="73837" y="147485"/>
                  </a:moveTo>
                  <a:lnTo>
                    <a:pt x="0" y="147485"/>
                  </a:lnTo>
                  <a:lnTo>
                    <a:pt x="0" y="221272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0" y="442391"/>
                  </a:lnTo>
                  <a:lnTo>
                    <a:pt x="73837" y="442391"/>
                  </a:lnTo>
                  <a:lnTo>
                    <a:pt x="73837" y="368681"/>
                  </a:lnTo>
                  <a:lnTo>
                    <a:pt x="73837" y="294982"/>
                  </a:lnTo>
                  <a:lnTo>
                    <a:pt x="73837" y="221272"/>
                  </a:lnTo>
                  <a:lnTo>
                    <a:pt x="73837" y="147485"/>
                  </a:lnTo>
                  <a:close/>
                </a:path>
                <a:path w="74295" h="516254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837" y="14740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0" name="object 198"/>
            <p:cNvSpPr/>
            <p:nvPr/>
          </p:nvSpPr>
          <p:spPr>
            <a:xfrm>
              <a:off x="5833800" y="75625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1" name="object 199"/>
            <p:cNvSpPr/>
            <p:nvPr/>
          </p:nvSpPr>
          <p:spPr>
            <a:xfrm>
              <a:off x="5833800" y="734148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73837" y="221195"/>
                  </a:lnTo>
                  <a:lnTo>
                    <a:pt x="73837" y="147485"/>
                  </a:lnTo>
                  <a:close/>
                </a:path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837" y="14740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2" name="object 200"/>
            <p:cNvSpPr/>
            <p:nvPr/>
          </p:nvSpPr>
          <p:spPr>
            <a:xfrm>
              <a:off x="58338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3" name="object 201"/>
            <p:cNvSpPr/>
            <p:nvPr/>
          </p:nvSpPr>
          <p:spPr>
            <a:xfrm>
              <a:off x="5833800" y="704628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73837" y="221195"/>
                  </a:lnTo>
                  <a:lnTo>
                    <a:pt x="73837" y="147485"/>
                  </a:lnTo>
                  <a:close/>
                </a:path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837" y="147408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4" name="object 202"/>
            <p:cNvSpPr/>
            <p:nvPr/>
          </p:nvSpPr>
          <p:spPr>
            <a:xfrm>
              <a:off x="58338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5" name="object 203"/>
            <p:cNvSpPr/>
            <p:nvPr/>
          </p:nvSpPr>
          <p:spPr>
            <a:xfrm>
              <a:off x="5833800" y="682524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73837" y="147485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6" name="object 204"/>
            <p:cNvSpPr/>
            <p:nvPr/>
          </p:nvSpPr>
          <p:spPr>
            <a:xfrm>
              <a:off x="5833800" y="67514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7" name="object 205"/>
            <p:cNvSpPr/>
            <p:nvPr/>
          </p:nvSpPr>
          <p:spPr>
            <a:xfrm>
              <a:off x="5833800" y="6603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8" name="object 206"/>
            <p:cNvSpPr/>
            <p:nvPr/>
          </p:nvSpPr>
          <p:spPr>
            <a:xfrm>
              <a:off x="5760000" y="8521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9" name="object 207"/>
            <p:cNvSpPr/>
            <p:nvPr/>
          </p:nvSpPr>
          <p:spPr>
            <a:xfrm>
              <a:off x="5760000" y="83001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147574"/>
                  </a:moveTo>
                  <a:lnTo>
                    <a:pt x="0" y="147574"/>
                  </a:lnTo>
                  <a:lnTo>
                    <a:pt x="0" y="221284"/>
                  </a:lnTo>
                  <a:lnTo>
                    <a:pt x="73761" y="221284"/>
                  </a:lnTo>
                  <a:lnTo>
                    <a:pt x="73761" y="147574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761" y="14749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0" name="object 208"/>
            <p:cNvSpPr/>
            <p:nvPr/>
          </p:nvSpPr>
          <p:spPr>
            <a:xfrm>
              <a:off x="5760000" y="756252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61" y="663740"/>
                  </a:moveTo>
                  <a:lnTo>
                    <a:pt x="0" y="663740"/>
                  </a:lnTo>
                  <a:lnTo>
                    <a:pt x="0" y="737438"/>
                  </a:lnTo>
                  <a:lnTo>
                    <a:pt x="73761" y="737438"/>
                  </a:lnTo>
                  <a:lnTo>
                    <a:pt x="73761" y="663740"/>
                  </a:lnTo>
                  <a:close/>
                </a:path>
                <a:path w="74295" h="737870">
                  <a:moveTo>
                    <a:pt x="73761" y="368757"/>
                  </a:moveTo>
                  <a:lnTo>
                    <a:pt x="0" y="368757"/>
                  </a:lnTo>
                  <a:lnTo>
                    <a:pt x="0" y="442544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61" y="66366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544"/>
                  </a:lnTo>
                  <a:lnTo>
                    <a:pt x="73761" y="368757"/>
                  </a:lnTo>
                  <a:close/>
                </a:path>
                <a:path w="74295" h="737870">
                  <a:moveTo>
                    <a:pt x="73761" y="147574"/>
                  </a:moveTo>
                  <a:lnTo>
                    <a:pt x="0" y="147574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70"/>
                  </a:lnTo>
                  <a:lnTo>
                    <a:pt x="73761" y="221272"/>
                  </a:lnTo>
                  <a:lnTo>
                    <a:pt x="73761" y="147574"/>
                  </a:lnTo>
                  <a:close/>
                </a:path>
                <a:path w="74295" h="737870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1" name="object 209"/>
            <p:cNvSpPr/>
            <p:nvPr/>
          </p:nvSpPr>
          <p:spPr>
            <a:xfrm>
              <a:off x="5760000" y="7267680"/>
              <a:ext cx="73800" cy="294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74295" h="295275">
                  <a:moveTo>
                    <a:pt x="73761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73761" y="294982"/>
                  </a:lnTo>
                  <a:lnTo>
                    <a:pt x="73761" y="221272"/>
                  </a:lnTo>
                  <a:close/>
                </a:path>
                <a:path w="74295" h="295275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2" name="object 210"/>
            <p:cNvSpPr/>
            <p:nvPr/>
          </p:nvSpPr>
          <p:spPr>
            <a:xfrm>
              <a:off x="57600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3" name="object 211"/>
            <p:cNvSpPr/>
            <p:nvPr/>
          </p:nvSpPr>
          <p:spPr>
            <a:xfrm>
              <a:off x="5760000" y="697284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0" y="221107"/>
                  </a:lnTo>
                  <a:lnTo>
                    <a:pt x="73761" y="221107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4" name="object 212"/>
            <p:cNvSpPr/>
            <p:nvPr/>
          </p:nvSpPr>
          <p:spPr>
            <a:xfrm>
              <a:off x="5760000" y="6898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5" name="object 213"/>
            <p:cNvSpPr/>
            <p:nvPr/>
          </p:nvSpPr>
          <p:spPr>
            <a:xfrm>
              <a:off x="5760000" y="675144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6" name="object 214"/>
            <p:cNvSpPr/>
            <p:nvPr/>
          </p:nvSpPr>
          <p:spPr>
            <a:xfrm>
              <a:off x="5760000" y="66776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7" name="object 215"/>
            <p:cNvSpPr/>
            <p:nvPr/>
          </p:nvSpPr>
          <p:spPr>
            <a:xfrm>
              <a:off x="5686200" y="85212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8" name="object 216"/>
            <p:cNvSpPr/>
            <p:nvPr/>
          </p:nvSpPr>
          <p:spPr>
            <a:xfrm>
              <a:off x="5686200" y="83001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147574"/>
                  </a:moveTo>
                  <a:lnTo>
                    <a:pt x="0" y="147574"/>
                  </a:lnTo>
                  <a:lnTo>
                    <a:pt x="0" y="221284"/>
                  </a:lnTo>
                  <a:lnTo>
                    <a:pt x="73748" y="221284"/>
                  </a:lnTo>
                  <a:lnTo>
                    <a:pt x="73748" y="147574"/>
                  </a:lnTo>
                  <a:close/>
                </a:path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748" y="147497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9" name="object 217"/>
            <p:cNvSpPr/>
            <p:nvPr/>
          </p:nvSpPr>
          <p:spPr>
            <a:xfrm>
              <a:off x="5686200" y="82263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0" name="object 218"/>
            <p:cNvSpPr/>
            <p:nvPr/>
          </p:nvSpPr>
          <p:spPr>
            <a:xfrm>
              <a:off x="5686200" y="7267680"/>
              <a:ext cx="73800" cy="95832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958320"/>
                <a:gd name="textAreaBottom" fmla="*/ 958680 h 958320"/>
              </a:gdLst>
              <a:ahLst/>
              <a:rect l="textAreaLeft" t="textAreaTop" r="textAreaRight" b="textAreaBottom"/>
              <a:pathLst>
                <a:path w="74295" h="958850">
                  <a:moveTo>
                    <a:pt x="73748" y="663740"/>
                  </a:moveTo>
                  <a:lnTo>
                    <a:pt x="0" y="663740"/>
                  </a:lnTo>
                  <a:lnTo>
                    <a:pt x="0" y="737527"/>
                  </a:lnTo>
                  <a:lnTo>
                    <a:pt x="0" y="811237"/>
                  </a:lnTo>
                  <a:lnTo>
                    <a:pt x="0" y="884936"/>
                  </a:lnTo>
                  <a:lnTo>
                    <a:pt x="0" y="958646"/>
                  </a:lnTo>
                  <a:lnTo>
                    <a:pt x="73748" y="958646"/>
                  </a:lnTo>
                  <a:lnTo>
                    <a:pt x="73748" y="884936"/>
                  </a:lnTo>
                  <a:lnTo>
                    <a:pt x="73748" y="811237"/>
                  </a:lnTo>
                  <a:lnTo>
                    <a:pt x="73748" y="737527"/>
                  </a:lnTo>
                  <a:lnTo>
                    <a:pt x="73748" y="663740"/>
                  </a:lnTo>
                  <a:close/>
                </a:path>
                <a:path w="74295" h="958850">
                  <a:moveTo>
                    <a:pt x="73748" y="442556"/>
                  </a:moveTo>
                  <a:lnTo>
                    <a:pt x="0" y="442556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48" y="663663"/>
                  </a:lnTo>
                  <a:lnTo>
                    <a:pt x="73748" y="589953"/>
                  </a:lnTo>
                  <a:lnTo>
                    <a:pt x="73748" y="516255"/>
                  </a:lnTo>
                  <a:lnTo>
                    <a:pt x="73748" y="442556"/>
                  </a:lnTo>
                  <a:close/>
                </a:path>
                <a:path w="74295" h="958850">
                  <a:moveTo>
                    <a:pt x="73748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0" y="368769"/>
                  </a:lnTo>
                  <a:lnTo>
                    <a:pt x="73748" y="368769"/>
                  </a:lnTo>
                  <a:lnTo>
                    <a:pt x="73748" y="294982"/>
                  </a:lnTo>
                  <a:lnTo>
                    <a:pt x="73748" y="221272"/>
                  </a:lnTo>
                  <a:close/>
                </a:path>
                <a:path w="74295" h="958850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48" y="221195"/>
                  </a:lnTo>
                  <a:lnTo>
                    <a:pt x="73748" y="147485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1" name="object 219"/>
            <p:cNvSpPr/>
            <p:nvPr/>
          </p:nvSpPr>
          <p:spPr>
            <a:xfrm>
              <a:off x="56862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2" name="object 220"/>
            <p:cNvSpPr/>
            <p:nvPr/>
          </p:nvSpPr>
          <p:spPr>
            <a:xfrm>
              <a:off x="5686200" y="70462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48" y="147408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3" name="object 221"/>
            <p:cNvSpPr/>
            <p:nvPr/>
          </p:nvSpPr>
          <p:spPr>
            <a:xfrm>
              <a:off x="56862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4" name="object 222"/>
            <p:cNvSpPr/>
            <p:nvPr/>
          </p:nvSpPr>
          <p:spPr>
            <a:xfrm>
              <a:off x="5686200" y="682524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5" name="object 223"/>
            <p:cNvSpPr/>
            <p:nvPr/>
          </p:nvSpPr>
          <p:spPr>
            <a:xfrm>
              <a:off x="5686200" y="66776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6" name="object 224"/>
            <p:cNvSpPr/>
            <p:nvPr/>
          </p:nvSpPr>
          <p:spPr>
            <a:xfrm>
              <a:off x="5612400" y="8447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7" name="object 225"/>
            <p:cNvSpPr/>
            <p:nvPr/>
          </p:nvSpPr>
          <p:spPr>
            <a:xfrm>
              <a:off x="5612400" y="82263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8" name="object 226"/>
            <p:cNvSpPr/>
            <p:nvPr/>
          </p:nvSpPr>
          <p:spPr>
            <a:xfrm>
              <a:off x="56124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9" name="object 227"/>
            <p:cNvSpPr/>
            <p:nvPr/>
          </p:nvSpPr>
          <p:spPr>
            <a:xfrm>
              <a:off x="5612400" y="7193880"/>
              <a:ext cx="73800" cy="95832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958320"/>
                <a:gd name="textAreaBottom" fmla="*/ 958680 h 958320"/>
              </a:gdLst>
              <a:ahLst/>
              <a:rect l="textAreaLeft" t="textAreaTop" r="textAreaRight" b="textAreaBottom"/>
              <a:pathLst>
                <a:path w="74295" h="958850">
                  <a:moveTo>
                    <a:pt x="73761" y="737450"/>
                  </a:moveTo>
                  <a:lnTo>
                    <a:pt x="0" y="737450"/>
                  </a:lnTo>
                  <a:lnTo>
                    <a:pt x="0" y="811237"/>
                  </a:lnTo>
                  <a:lnTo>
                    <a:pt x="0" y="884948"/>
                  </a:lnTo>
                  <a:lnTo>
                    <a:pt x="0" y="958646"/>
                  </a:lnTo>
                  <a:lnTo>
                    <a:pt x="73761" y="958646"/>
                  </a:lnTo>
                  <a:lnTo>
                    <a:pt x="73761" y="884948"/>
                  </a:lnTo>
                  <a:lnTo>
                    <a:pt x="73761" y="811237"/>
                  </a:lnTo>
                  <a:lnTo>
                    <a:pt x="73761" y="737450"/>
                  </a:lnTo>
                  <a:close/>
                </a:path>
                <a:path w="74295" h="958850">
                  <a:moveTo>
                    <a:pt x="73761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0" y="737374"/>
                  </a:lnTo>
                  <a:lnTo>
                    <a:pt x="73761" y="737374"/>
                  </a:lnTo>
                  <a:lnTo>
                    <a:pt x="73761" y="663663"/>
                  </a:lnTo>
                  <a:lnTo>
                    <a:pt x="73761" y="589965"/>
                  </a:lnTo>
                  <a:lnTo>
                    <a:pt x="73761" y="516267"/>
                  </a:lnTo>
                  <a:close/>
                </a:path>
                <a:path w="74295" h="958850">
                  <a:moveTo>
                    <a:pt x="73761" y="442480"/>
                  </a:moveTo>
                  <a:lnTo>
                    <a:pt x="0" y="442480"/>
                  </a:lnTo>
                  <a:lnTo>
                    <a:pt x="0" y="516178"/>
                  </a:lnTo>
                  <a:lnTo>
                    <a:pt x="73761" y="516178"/>
                  </a:lnTo>
                  <a:lnTo>
                    <a:pt x="73761" y="442480"/>
                  </a:lnTo>
                  <a:close/>
                </a:path>
                <a:path w="74295" h="958850">
                  <a:moveTo>
                    <a:pt x="73761" y="294982"/>
                  </a:moveTo>
                  <a:lnTo>
                    <a:pt x="0" y="294982"/>
                  </a:lnTo>
                  <a:lnTo>
                    <a:pt x="0" y="368693"/>
                  </a:lnTo>
                  <a:lnTo>
                    <a:pt x="73761" y="368693"/>
                  </a:lnTo>
                  <a:lnTo>
                    <a:pt x="73761" y="294982"/>
                  </a:lnTo>
                  <a:close/>
                </a:path>
                <a:path w="74295" h="958850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0" y="294906"/>
                  </a:lnTo>
                  <a:lnTo>
                    <a:pt x="73761" y="294906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0" name="object 228"/>
            <p:cNvSpPr/>
            <p:nvPr/>
          </p:nvSpPr>
          <p:spPr>
            <a:xfrm>
              <a:off x="56124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1" name="object 229"/>
            <p:cNvSpPr/>
            <p:nvPr/>
          </p:nvSpPr>
          <p:spPr>
            <a:xfrm>
              <a:off x="56124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2" name="object 230"/>
            <p:cNvSpPr/>
            <p:nvPr/>
          </p:nvSpPr>
          <p:spPr>
            <a:xfrm>
              <a:off x="56124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3" name="object 231"/>
            <p:cNvSpPr/>
            <p:nvPr/>
          </p:nvSpPr>
          <p:spPr>
            <a:xfrm>
              <a:off x="5612400" y="682524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4" name="object 232"/>
            <p:cNvSpPr/>
            <p:nvPr/>
          </p:nvSpPr>
          <p:spPr>
            <a:xfrm>
              <a:off x="5612400" y="66776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5" name="object 233"/>
            <p:cNvSpPr/>
            <p:nvPr/>
          </p:nvSpPr>
          <p:spPr>
            <a:xfrm>
              <a:off x="5538600" y="8447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6" name="object 234"/>
            <p:cNvSpPr/>
            <p:nvPr/>
          </p:nvSpPr>
          <p:spPr>
            <a:xfrm>
              <a:off x="5538600" y="82263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7" name="object 235"/>
            <p:cNvSpPr/>
            <p:nvPr/>
          </p:nvSpPr>
          <p:spPr>
            <a:xfrm>
              <a:off x="55386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8" name="object 236"/>
            <p:cNvSpPr/>
            <p:nvPr/>
          </p:nvSpPr>
          <p:spPr>
            <a:xfrm>
              <a:off x="5538600" y="7193880"/>
              <a:ext cx="73800" cy="95832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958320"/>
                <a:gd name="textAreaBottom" fmla="*/ 958680 h 958320"/>
              </a:gdLst>
              <a:ahLst/>
              <a:rect l="textAreaLeft" t="textAreaTop" r="textAreaRight" b="textAreaBottom"/>
              <a:pathLst>
                <a:path w="74295" h="958850">
                  <a:moveTo>
                    <a:pt x="73761" y="737450"/>
                  </a:moveTo>
                  <a:lnTo>
                    <a:pt x="0" y="737450"/>
                  </a:lnTo>
                  <a:lnTo>
                    <a:pt x="0" y="811237"/>
                  </a:lnTo>
                  <a:lnTo>
                    <a:pt x="0" y="884948"/>
                  </a:lnTo>
                  <a:lnTo>
                    <a:pt x="0" y="958646"/>
                  </a:lnTo>
                  <a:lnTo>
                    <a:pt x="73761" y="958646"/>
                  </a:lnTo>
                  <a:lnTo>
                    <a:pt x="73761" y="884948"/>
                  </a:lnTo>
                  <a:lnTo>
                    <a:pt x="73761" y="811237"/>
                  </a:lnTo>
                  <a:lnTo>
                    <a:pt x="73761" y="737450"/>
                  </a:lnTo>
                  <a:close/>
                </a:path>
                <a:path w="74295" h="958850">
                  <a:moveTo>
                    <a:pt x="73761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0" y="737374"/>
                  </a:lnTo>
                  <a:lnTo>
                    <a:pt x="73761" y="737374"/>
                  </a:lnTo>
                  <a:lnTo>
                    <a:pt x="73761" y="663663"/>
                  </a:lnTo>
                  <a:lnTo>
                    <a:pt x="73761" y="589965"/>
                  </a:lnTo>
                  <a:lnTo>
                    <a:pt x="73761" y="516267"/>
                  </a:lnTo>
                  <a:close/>
                </a:path>
                <a:path w="74295" h="958850">
                  <a:moveTo>
                    <a:pt x="73761" y="442480"/>
                  </a:moveTo>
                  <a:lnTo>
                    <a:pt x="0" y="442480"/>
                  </a:lnTo>
                  <a:lnTo>
                    <a:pt x="0" y="516178"/>
                  </a:lnTo>
                  <a:lnTo>
                    <a:pt x="73761" y="516178"/>
                  </a:lnTo>
                  <a:lnTo>
                    <a:pt x="73761" y="442480"/>
                  </a:lnTo>
                  <a:close/>
                </a:path>
                <a:path w="74295" h="958850">
                  <a:moveTo>
                    <a:pt x="73761" y="294982"/>
                  </a:moveTo>
                  <a:lnTo>
                    <a:pt x="0" y="294982"/>
                  </a:lnTo>
                  <a:lnTo>
                    <a:pt x="0" y="368693"/>
                  </a:lnTo>
                  <a:lnTo>
                    <a:pt x="73761" y="368693"/>
                  </a:lnTo>
                  <a:lnTo>
                    <a:pt x="73761" y="294982"/>
                  </a:lnTo>
                  <a:close/>
                </a:path>
                <a:path w="74295" h="958850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0" y="294906"/>
                  </a:lnTo>
                  <a:lnTo>
                    <a:pt x="73761" y="294906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9" name="object 237"/>
            <p:cNvSpPr/>
            <p:nvPr/>
          </p:nvSpPr>
          <p:spPr>
            <a:xfrm>
              <a:off x="5538600" y="70462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0" name="object 238"/>
            <p:cNvSpPr/>
            <p:nvPr/>
          </p:nvSpPr>
          <p:spPr>
            <a:xfrm>
              <a:off x="55386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761" y="147574"/>
                  </a:lnTo>
                  <a:lnTo>
                    <a:pt x="73761" y="73875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1" name="object 239"/>
            <p:cNvSpPr/>
            <p:nvPr/>
          </p:nvSpPr>
          <p:spPr>
            <a:xfrm>
              <a:off x="5538600" y="67514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2" name="object 240"/>
            <p:cNvSpPr/>
            <p:nvPr/>
          </p:nvSpPr>
          <p:spPr>
            <a:xfrm>
              <a:off x="5464800" y="8373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3" name="object 241"/>
            <p:cNvSpPr/>
            <p:nvPr/>
          </p:nvSpPr>
          <p:spPr>
            <a:xfrm>
              <a:off x="5464800" y="81525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73837" y="221272"/>
                  </a:lnTo>
                  <a:lnTo>
                    <a:pt x="73837" y="147485"/>
                  </a:lnTo>
                  <a:lnTo>
                    <a:pt x="73837" y="73787"/>
                  </a:lnTo>
                  <a:close/>
                </a:path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4" name="object 242"/>
            <p:cNvSpPr/>
            <p:nvPr/>
          </p:nvSpPr>
          <p:spPr>
            <a:xfrm>
              <a:off x="54648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5" name="object 243"/>
            <p:cNvSpPr/>
            <p:nvPr/>
          </p:nvSpPr>
          <p:spPr>
            <a:xfrm>
              <a:off x="5464800" y="7120080"/>
              <a:ext cx="73800" cy="95832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958320"/>
                <a:gd name="textAreaBottom" fmla="*/ 958680 h 958320"/>
              </a:gdLst>
              <a:ahLst/>
              <a:rect l="textAreaLeft" t="textAreaTop" r="textAreaRight" b="textAreaBottom"/>
              <a:pathLst>
                <a:path w="74295" h="958850">
                  <a:moveTo>
                    <a:pt x="73837" y="811225"/>
                  </a:moveTo>
                  <a:lnTo>
                    <a:pt x="0" y="811225"/>
                  </a:lnTo>
                  <a:lnTo>
                    <a:pt x="0" y="885012"/>
                  </a:lnTo>
                  <a:lnTo>
                    <a:pt x="0" y="958723"/>
                  </a:lnTo>
                  <a:lnTo>
                    <a:pt x="73837" y="958723"/>
                  </a:lnTo>
                  <a:lnTo>
                    <a:pt x="73837" y="885012"/>
                  </a:lnTo>
                  <a:lnTo>
                    <a:pt x="73837" y="811225"/>
                  </a:lnTo>
                  <a:close/>
                </a:path>
                <a:path w="74295" h="958850">
                  <a:moveTo>
                    <a:pt x="73837" y="590042"/>
                  </a:moveTo>
                  <a:lnTo>
                    <a:pt x="0" y="590042"/>
                  </a:lnTo>
                  <a:lnTo>
                    <a:pt x="0" y="663740"/>
                  </a:lnTo>
                  <a:lnTo>
                    <a:pt x="0" y="737438"/>
                  </a:lnTo>
                  <a:lnTo>
                    <a:pt x="0" y="811149"/>
                  </a:lnTo>
                  <a:lnTo>
                    <a:pt x="73837" y="811149"/>
                  </a:lnTo>
                  <a:lnTo>
                    <a:pt x="73837" y="737438"/>
                  </a:lnTo>
                  <a:lnTo>
                    <a:pt x="73837" y="663740"/>
                  </a:lnTo>
                  <a:lnTo>
                    <a:pt x="73837" y="590042"/>
                  </a:lnTo>
                  <a:close/>
                </a:path>
                <a:path w="74295" h="958850">
                  <a:moveTo>
                    <a:pt x="73837" y="442468"/>
                  </a:moveTo>
                  <a:lnTo>
                    <a:pt x="0" y="442468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73837" y="589953"/>
                  </a:lnTo>
                  <a:lnTo>
                    <a:pt x="73837" y="516255"/>
                  </a:lnTo>
                  <a:lnTo>
                    <a:pt x="73837" y="442468"/>
                  </a:lnTo>
                  <a:close/>
                </a:path>
                <a:path w="74295" h="958850">
                  <a:moveTo>
                    <a:pt x="73837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837" y="368681"/>
                  </a:lnTo>
                  <a:lnTo>
                    <a:pt x="73837" y="294970"/>
                  </a:lnTo>
                  <a:lnTo>
                    <a:pt x="73837" y="221272"/>
                  </a:lnTo>
                  <a:lnTo>
                    <a:pt x="73837" y="147485"/>
                  </a:lnTo>
                  <a:lnTo>
                    <a:pt x="73837" y="73774"/>
                  </a:lnTo>
                  <a:close/>
                </a:path>
                <a:path w="74295" h="958850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6" name="object 244"/>
            <p:cNvSpPr/>
            <p:nvPr/>
          </p:nvSpPr>
          <p:spPr>
            <a:xfrm>
              <a:off x="54648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7" name="object 245"/>
            <p:cNvSpPr/>
            <p:nvPr/>
          </p:nvSpPr>
          <p:spPr>
            <a:xfrm>
              <a:off x="54648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837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837" y="147574"/>
                  </a:lnTo>
                  <a:lnTo>
                    <a:pt x="73837" y="73875"/>
                  </a:lnTo>
                  <a:close/>
                </a:path>
                <a:path w="74295" h="147954">
                  <a:moveTo>
                    <a:pt x="73837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837" y="73787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8" name="object 246"/>
            <p:cNvSpPr/>
            <p:nvPr/>
          </p:nvSpPr>
          <p:spPr>
            <a:xfrm>
              <a:off x="5464800" y="67514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9" name="object 247"/>
            <p:cNvSpPr/>
            <p:nvPr/>
          </p:nvSpPr>
          <p:spPr>
            <a:xfrm>
              <a:off x="5391000" y="8373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0" name="object 248"/>
            <p:cNvSpPr/>
            <p:nvPr/>
          </p:nvSpPr>
          <p:spPr>
            <a:xfrm>
              <a:off x="5391000" y="81525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73787"/>
                  </a:moveTo>
                  <a:lnTo>
                    <a:pt x="0" y="73787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73761" y="221272"/>
                  </a:lnTo>
                  <a:lnTo>
                    <a:pt x="73761" y="147485"/>
                  </a:lnTo>
                  <a:lnTo>
                    <a:pt x="73761" y="73787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1" name="object 249"/>
            <p:cNvSpPr/>
            <p:nvPr/>
          </p:nvSpPr>
          <p:spPr>
            <a:xfrm>
              <a:off x="53910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2" name="object 250"/>
            <p:cNvSpPr/>
            <p:nvPr/>
          </p:nvSpPr>
          <p:spPr>
            <a:xfrm>
              <a:off x="5391000" y="7193880"/>
              <a:ext cx="73800" cy="8848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884880"/>
                <a:gd name="textAreaBottom" fmla="*/ 885240 h 884880"/>
              </a:gdLst>
              <a:ahLst/>
              <a:rect l="textAreaLeft" t="textAreaTop" r="textAreaRight" b="textAreaBottom"/>
              <a:pathLst>
                <a:path w="74295" h="885190">
                  <a:moveTo>
                    <a:pt x="73761" y="737450"/>
                  </a:moveTo>
                  <a:lnTo>
                    <a:pt x="0" y="737450"/>
                  </a:lnTo>
                  <a:lnTo>
                    <a:pt x="0" y="811237"/>
                  </a:lnTo>
                  <a:lnTo>
                    <a:pt x="0" y="884948"/>
                  </a:lnTo>
                  <a:lnTo>
                    <a:pt x="73761" y="884948"/>
                  </a:lnTo>
                  <a:lnTo>
                    <a:pt x="73761" y="811237"/>
                  </a:lnTo>
                  <a:lnTo>
                    <a:pt x="73761" y="737450"/>
                  </a:lnTo>
                  <a:close/>
                </a:path>
                <a:path w="74295" h="885190">
                  <a:moveTo>
                    <a:pt x="73761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0" y="737374"/>
                  </a:lnTo>
                  <a:lnTo>
                    <a:pt x="73761" y="737374"/>
                  </a:lnTo>
                  <a:lnTo>
                    <a:pt x="73761" y="663663"/>
                  </a:lnTo>
                  <a:lnTo>
                    <a:pt x="73761" y="589965"/>
                  </a:lnTo>
                  <a:lnTo>
                    <a:pt x="73761" y="516267"/>
                  </a:lnTo>
                  <a:close/>
                </a:path>
                <a:path w="74295" h="885190">
                  <a:moveTo>
                    <a:pt x="73761" y="368693"/>
                  </a:moveTo>
                  <a:lnTo>
                    <a:pt x="0" y="368693"/>
                  </a:lnTo>
                  <a:lnTo>
                    <a:pt x="0" y="442480"/>
                  </a:lnTo>
                  <a:lnTo>
                    <a:pt x="0" y="516178"/>
                  </a:lnTo>
                  <a:lnTo>
                    <a:pt x="73761" y="516178"/>
                  </a:lnTo>
                  <a:lnTo>
                    <a:pt x="73761" y="442480"/>
                  </a:lnTo>
                  <a:lnTo>
                    <a:pt x="73761" y="368693"/>
                  </a:lnTo>
                  <a:close/>
                </a:path>
                <a:path w="74295" h="885190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0" y="294906"/>
                  </a:lnTo>
                  <a:lnTo>
                    <a:pt x="73761" y="294906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3" name="object 251"/>
            <p:cNvSpPr/>
            <p:nvPr/>
          </p:nvSpPr>
          <p:spPr>
            <a:xfrm>
              <a:off x="53910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4" name="object 252"/>
            <p:cNvSpPr/>
            <p:nvPr/>
          </p:nvSpPr>
          <p:spPr>
            <a:xfrm>
              <a:off x="5391000" y="697284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5" name="object 253"/>
            <p:cNvSpPr/>
            <p:nvPr/>
          </p:nvSpPr>
          <p:spPr>
            <a:xfrm>
              <a:off x="5391000" y="6825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6" name="object 254"/>
            <p:cNvSpPr/>
            <p:nvPr/>
          </p:nvSpPr>
          <p:spPr>
            <a:xfrm>
              <a:off x="53172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7" name="object 255"/>
            <p:cNvSpPr/>
            <p:nvPr/>
          </p:nvSpPr>
          <p:spPr>
            <a:xfrm>
              <a:off x="5317200" y="80787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147485"/>
                  </a:moveTo>
                  <a:lnTo>
                    <a:pt x="0" y="147485"/>
                  </a:lnTo>
                  <a:lnTo>
                    <a:pt x="0" y="221183"/>
                  </a:lnTo>
                  <a:lnTo>
                    <a:pt x="73761" y="221183"/>
                  </a:lnTo>
                  <a:lnTo>
                    <a:pt x="73761" y="147485"/>
                  </a:lnTo>
                  <a:close/>
                </a:path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8" name="object 256"/>
            <p:cNvSpPr/>
            <p:nvPr/>
          </p:nvSpPr>
          <p:spPr>
            <a:xfrm>
              <a:off x="5317200" y="8004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9" name="object 257"/>
            <p:cNvSpPr/>
            <p:nvPr/>
          </p:nvSpPr>
          <p:spPr>
            <a:xfrm>
              <a:off x="5317200" y="7193880"/>
              <a:ext cx="73800" cy="8110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811080"/>
                <a:gd name="textAreaBottom" fmla="*/ 811440 h 811080"/>
              </a:gdLst>
              <a:ahLst/>
              <a:rect l="textAreaLeft" t="textAreaTop" r="textAreaRight" b="textAreaBottom"/>
              <a:pathLst>
                <a:path w="74295" h="811529">
                  <a:moveTo>
                    <a:pt x="73761" y="737450"/>
                  </a:moveTo>
                  <a:lnTo>
                    <a:pt x="0" y="737450"/>
                  </a:lnTo>
                  <a:lnTo>
                    <a:pt x="0" y="811237"/>
                  </a:lnTo>
                  <a:lnTo>
                    <a:pt x="73761" y="811237"/>
                  </a:lnTo>
                  <a:lnTo>
                    <a:pt x="73761" y="737450"/>
                  </a:lnTo>
                  <a:close/>
                </a:path>
                <a:path w="74295" h="811529">
                  <a:moveTo>
                    <a:pt x="73761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0" y="737374"/>
                  </a:lnTo>
                  <a:lnTo>
                    <a:pt x="73761" y="737374"/>
                  </a:lnTo>
                  <a:lnTo>
                    <a:pt x="73761" y="663663"/>
                  </a:lnTo>
                  <a:lnTo>
                    <a:pt x="73761" y="589965"/>
                  </a:lnTo>
                  <a:lnTo>
                    <a:pt x="73761" y="516267"/>
                  </a:lnTo>
                  <a:close/>
                </a:path>
                <a:path w="74295" h="811529">
                  <a:moveTo>
                    <a:pt x="73761" y="294982"/>
                  </a:moveTo>
                  <a:lnTo>
                    <a:pt x="0" y="294982"/>
                  </a:lnTo>
                  <a:lnTo>
                    <a:pt x="0" y="368693"/>
                  </a:lnTo>
                  <a:lnTo>
                    <a:pt x="0" y="442480"/>
                  </a:lnTo>
                  <a:lnTo>
                    <a:pt x="0" y="516178"/>
                  </a:lnTo>
                  <a:lnTo>
                    <a:pt x="73761" y="516178"/>
                  </a:lnTo>
                  <a:lnTo>
                    <a:pt x="73761" y="442480"/>
                  </a:lnTo>
                  <a:lnTo>
                    <a:pt x="73761" y="368693"/>
                  </a:lnTo>
                  <a:lnTo>
                    <a:pt x="73761" y="294982"/>
                  </a:lnTo>
                  <a:close/>
                </a:path>
                <a:path w="74295" h="811529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0" name="object 258"/>
            <p:cNvSpPr/>
            <p:nvPr/>
          </p:nvSpPr>
          <p:spPr>
            <a:xfrm>
              <a:off x="53172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1" name="object 259"/>
            <p:cNvSpPr/>
            <p:nvPr/>
          </p:nvSpPr>
          <p:spPr>
            <a:xfrm>
              <a:off x="53172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2" name="object 260"/>
            <p:cNvSpPr/>
            <p:nvPr/>
          </p:nvSpPr>
          <p:spPr>
            <a:xfrm>
              <a:off x="5317200" y="6825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3" name="object 261"/>
            <p:cNvSpPr/>
            <p:nvPr/>
          </p:nvSpPr>
          <p:spPr>
            <a:xfrm>
              <a:off x="5243400" y="8300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4" name="object 262"/>
            <p:cNvSpPr/>
            <p:nvPr/>
          </p:nvSpPr>
          <p:spPr>
            <a:xfrm>
              <a:off x="5243400" y="80787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147485"/>
                  </a:moveTo>
                  <a:lnTo>
                    <a:pt x="0" y="147485"/>
                  </a:lnTo>
                  <a:lnTo>
                    <a:pt x="0" y="221183"/>
                  </a:lnTo>
                  <a:lnTo>
                    <a:pt x="73748" y="221183"/>
                  </a:lnTo>
                  <a:lnTo>
                    <a:pt x="73748" y="147485"/>
                  </a:lnTo>
                  <a:close/>
                </a:path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48" y="147408"/>
                  </a:lnTo>
                  <a:lnTo>
                    <a:pt x="73748" y="73698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5" name="object 263"/>
            <p:cNvSpPr/>
            <p:nvPr/>
          </p:nvSpPr>
          <p:spPr>
            <a:xfrm>
              <a:off x="5243400" y="80049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6" name="object 264"/>
            <p:cNvSpPr/>
            <p:nvPr/>
          </p:nvSpPr>
          <p:spPr>
            <a:xfrm>
              <a:off x="5243400" y="7267680"/>
              <a:ext cx="73800" cy="7376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7640"/>
                <a:gd name="textAreaBottom" fmla="*/ 738000 h 737640"/>
              </a:gdLst>
              <a:ahLst/>
              <a:rect l="textAreaLeft" t="textAreaTop" r="textAreaRight" b="textAreaBottom"/>
              <a:pathLst>
                <a:path w="74295" h="737870">
                  <a:moveTo>
                    <a:pt x="73748" y="663740"/>
                  </a:moveTo>
                  <a:lnTo>
                    <a:pt x="0" y="663740"/>
                  </a:lnTo>
                  <a:lnTo>
                    <a:pt x="0" y="737527"/>
                  </a:lnTo>
                  <a:lnTo>
                    <a:pt x="73748" y="737527"/>
                  </a:lnTo>
                  <a:lnTo>
                    <a:pt x="73748" y="663740"/>
                  </a:lnTo>
                  <a:close/>
                </a:path>
                <a:path w="74295" h="737870">
                  <a:moveTo>
                    <a:pt x="73748" y="442556"/>
                  </a:moveTo>
                  <a:lnTo>
                    <a:pt x="0" y="442556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48" y="663663"/>
                  </a:lnTo>
                  <a:lnTo>
                    <a:pt x="73748" y="589953"/>
                  </a:lnTo>
                  <a:lnTo>
                    <a:pt x="73748" y="516255"/>
                  </a:lnTo>
                  <a:lnTo>
                    <a:pt x="73748" y="442556"/>
                  </a:lnTo>
                  <a:close/>
                </a:path>
                <a:path w="74295" h="737870">
                  <a:moveTo>
                    <a:pt x="73748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73748" y="442468"/>
                  </a:lnTo>
                  <a:lnTo>
                    <a:pt x="73748" y="368769"/>
                  </a:lnTo>
                  <a:lnTo>
                    <a:pt x="73748" y="294982"/>
                  </a:lnTo>
                  <a:lnTo>
                    <a:pt x="73748" y="221272"/>
                  </a:lnTo>
                  <a:close/>
                </a:path>
                <a:path w="74295" h="737870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73748" y="147485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7" name="object 265"/>
            <p:cNvSpPr/>
            <p:nvPr/>
          </p:nvSpPr>
          <p:spPr>
            <a:xfrm>
              <a:off x="52434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8" name="object 266"/>
            <p:cNvSpPr/>
            <p:nvPr/>
          </p:nvSpPr>
          <p:spPr>
            <a:xfrm>
              <a:off x="5243400" y="70462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73748" y="147408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9" name="object 267"/>
            <p:cNvSpPr/>
            <p:nvPr/>
          </p:nvSpPr>
          <p:spPr>
            <a:xfrm>
              <a:off x="5243400" y="6898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0" name="object 268"/>
            <p:cNvSpPr/>
            <p:nvPr/>
          </p:nvSpPr>
          <p:spPr>
            <a:xfrm>
              <a:off x="5169600" y="82263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1" name="object 269"/>
            <p:cNvSpPr/>
            <p:nvPr/>
          </p:nvSpPr>
          <p:spPr>
            <a:xfrm>
              <a:off x="5169600" y="80049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0" y="221119"/>
                  </a:lnTo>
                  <a:lnTo>
                    <a:pt x="73761" y="221119"/>
                  </a:lnTo>
                  <a:lnTo>
                    <a:pt x="73761" y="147408"/>
                  </a:lnTo>
                  <a:lnTo>
                    <a:pt x="73761" y="73710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2" name="object 270"/>
            <p:cNvSpPr/>
            <p:nvPr/>
          </p:nvSpPr>
          <p:spPr>
            <a:xfrm>
              <a:off x="5169600" y="7931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86"/>
                  </a:moveTo>
                  <a:lnTo>
                    <a:pt x="0" y="73786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8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3" name="object 271"/>
            <p:cNvSpPr/>
            <p:nvPr/>
          </p:nvSpPr>
          <p:spPr>
            <a:xfrm>
              <a:off x="5169600" y="72676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61" y="442556"/>
                  </a:moveTo>
                  <a:lnTo>
                    <a:pt x="0" y="442556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61" y="66366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556"/>
                  </a:lnTo>
                  <a:close/>
                </a:path>
                <a:path w="74295" h="664209">
                  <a:moveTo>
                    <a:pt x="73761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73761" y="442468"/>
                  </a:lnTo>
                  <a:lnTo>
                    <a:pt x="73761" y="368769"/>
                  </a:lnTo>
                  <a:lnTo>
                    <a:pt x="73761" y="294982"/>
                  </a:lnTo>
                  <a:lnTo>
                    <a:pt x="73761" y="221272"/>
                  </a:lnTo>
                  <a:close/>
                </a:path>
                <a:path w="74295" h="664209">
                  <a:moveTo>
                    <a:pt x="73761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close/>
                </a:path>
                <a:path w="74295" h="664209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4" name="object 272"/>
            <p:cNvSpPr/>
            <p:nvPr/>
          </p:nvSpPr>
          <p:spPr>
            <a:xfrm>
              <a:off x="5169600" y="71938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5" name="object 273"/>
            <p:cNvSpPr/>
            <p:nvPr/>
          </p:nvSpPr>
          <p:spPr>
            <a:xfrm>
              <a:off x="5169600" y="71200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6" name="object 274"/>
            <p:cNvSpPr/>
            <p:nvPr/>
          </p:nvSpPr>
          <p:spPr>
            <a:xfrm>
              <a:off x="5169600" y="68986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875"/>
                  </a:moveTo>
                  <a:lnTo>
                    <a:pt x="0" y="73875"/>
                  </a:lnTo>
                  <a:lnTo>
                    <a:pt x="0" y="147574"/>
                  </a:lnTo>
                  <a:lnTo>
                    <a:pt x="73761" y="147574"/>
                  </a:lnTo>
                  <a:lnTo>
                    <a:pt x="73761" y="73875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7" name="object 275"/>
            <p:cNvSpPr/>
            <p:nvPr/>
          </p:nvSpPr>
          <p:spPr>
            <a:xfrm>
              <a:off x="5095800" y="82263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8" name="object 276"/>
            <p:cNvSpPr/>
            <p:nvPr/>
          </p:nvSpPr>
          <p:spPr>
            <a:xfrm>
              <a:off x="5095800" y="800496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08"/>
                  </a:lnTo>
                  <a:lnTo>
                    <a:pt x="0" y="221119"/>
                  </a:lnTo>
                  <a:lnTo>
                    <a:pt x="73837" y="221119"/>
                  </a:lnTo>
                  <a:lnTo>
                    <a:pt x="73837" y="147408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9" name="object 277"/>
            <p:cNvSpPr/>
            <p:nvPr/>
          </p:nvSpPr>
          <p:spPr>
            <a:xfrm>
              <a:off x="5095800" y="79311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6"/>
                  </a:moveTo>
                  <a:lnTo>
                    <a:pt x="0" y="73786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6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0" name="object 278"/>
            <p:cNvSpPr/>
            <p:nvPr/>
          </p:nvSpPr>
          <p:spPr>
            <a:xfrm>
              <a:off x="5095800" y="7414920"/>
              <a:ext cx="73800" cy="5158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515880"/>
                <a:gd name="textAreaBottom" fmla="*/ 516240 h 515880"/>
              </a:gdLst>
              <a:ahLst/>
              <a:rect l="textAreaLeft" t="textAreaTop" r="textAreaRight" b="textAreaBottom"/>
              <a:pathLst>
                <a:path w="74295" h="516254">
                  <a:moveTo>
                    <a:pt x="73837" y="295071"/>
                  </a:moveTo>
                  <a:lnTo>
                    <a:pt x="0" y="295071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0" y="516178"/>
                  </a:lnTo>
                  <a:lnTo>
                    <a:pt x="73837" y="516178"/>
                  </a:lnTo>
                  <a:lnTo>
                    <a:pt x="73837" y="442468"/>
                  </a:lnTo>
                  <a:lnTo>
                    <a:pt x="73837" y="368769"/>
                  </a:lnTo>
                  <a:lnTo>
                    <a:pt x="73837" y="295071"/>
                  </a:lnTo>
                  <a:close/>
                </a:path>
                <a:path w="74295" h="516254">
                  <a:moveTo>
                    <a:pt x="73837" y="73787"/>
                  </a:moveTo>
                  <a:lnTo>
                    <a:pt x="0" y="73787"/>
                  </a:lnTo>
                  <a:lnTo>
                    <a:pt x="0" y="147497"/>
                  </a:lnTo>
                  <a:lnTo>
                    <a:pt x="0" y="221284"/>
                  </a:lnTo>
                  <a:lnTo>
                    <a:pt x="0" y="294982"/>
                  </a:lnTo>
                  <a:lnTo>
                    <a:pt x="73837" y="294982"/>
                  </a:lnTo>
                  <a:lnTo>
                    <a:pt x="73837" y="221284"/>
                  </a:lnTo>
                  <a:lnTo>
                    <a:pt x="73837" y="147497"/>
                  </a:lnTo>
                  <a:lnTo>
                    <a:pt x="73837" y="73787"/>
                  </a:lnTo>
                  <a:close/>
                </a:path>
                <a:path w="74295" h="516254">
                  <a:moveTo>
                    <a:pt x="73837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73837" y="73710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1" name="object 279"/>
            <p:cNvSpPr/>
            <p:nvPr/>
          </p:nvSpPr>
          <p:spPr>
            <a:xfrm>
              <a:off x="5095800" y="72676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85"/>
                  </a:moveTo>
                  <a:lnTo>
                    <a:pt x="0" y="73785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85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2" name="object 280"/>
            <p:cNvSpPr/>
            <p:nvPr/>
          </p:nvSpPr>
          <p:spPr>
            <a:xfrm>
              <a:off x="5095800" y="71200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837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73837" y="147485"/>
                  </a:lnTo>
                  <a:lnTo>
                    <a:pt x="73837" y="73774"/>
                  </a:lnTo>
                  <a:close/>
                </a:path>
                <a:path w="74295" h="147954">
                  <a:moveTo>
                    <a:pt x="73837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837" y="73698"/>
                  </a:lnTo>
                  <a:lnTo>
                    <a:pt x="73837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3" name="object 281"/>
            <p:cNvSpPr/>
            <p:nvPr/>
          </p:nvSpPr>
          <p:spPr>
            <a:xfrm>
              <a:off x="50958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4" name="object 282"/>
            <p:cNvSpPr/>
            <p:nvPr/>
          </p:nvSpPr>
          <p:spPr>
            <a:xfrm>
              <a:off x="50220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5" name="object 283"/>
            <p:cNvSpPr/>
            <p:nvPr/>
          </p:nvSpPr>
          <p:spPr>
            <a:xfrm>
              <a:off x="5022000" y="793152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9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6" name="object 284"/>
            <p:cNvSpPr/>
            <p:nvPr/>
          </p:nvSpPr>
          <p:spPr>
            <a:xfrm>
              <a:off x="5022000" y="72676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61" y="442556"/>
                  </a:moveTo>
                  <a:lnTo>
                    <a:pt x="0" y="442556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0" y="663663"/>
                  </a:lnTo>
                  <a:lnTo>
                    <a:pt x="73761" y="66366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556"/>
                  </a:lnTo>
                  <a:close/>
                </a:path>
                <a:path w="74295" h="664209">
                  <a:moveTo>
                    <a:pt x="73761" y="221272"/>
                  </a:moveTo>
                  <a:lnTo>
                    <a:pt x="0" y="221272"/>
                  </a:lnTo>
                  <a:lnTo>
                    <a:pt x="0" y="294982"/>
                  </a:lnTo>
                  <a:lnTo>
                    <a:pt x="0" y="368769"/>
                  </a:lnTo>
                  <a:lnTo>
                    <a:pt x="0" y="442468"/>
                  </a:lnTo>
                  <a:lnTo>
                    <a:pt x="73761" y="442468"/>
                  </a:lnTo>
                  <a:lnTo>
                    <a:pt x="73761" y="368769"/>
                  </a:lnTo>
                  <a:lnTo>
                    <a:pt x="73761" y="294982"/>
                  </a:lnTo>
                  <a:lnTo>
                    <a:pt x="73761" y="221272"/>
                  </a:lnTo>
                  <a:close/>
                </a:path>
                <a:path w="74295" h="664209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85"/>
                  </a:lnTo>
                  <a:lnTo>
                    <a:pt x="0" y="221195"/>
                  </a:lnTo>
                  <a:lnTo>
                    <a:pt x="73761" y="221195"/>
                  </a:lnTo>
                  <a:lnTo>
                    <a:pt x="73761" y="147485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7" name="object 285"/>
            <p:cNvSpPr/>
            <p:nvPr/>
          </p:nvSpPr>
          <p:spPr>
            <a:xfrm>
              <a:off x="5022000" y="712008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73761" y="147485"/>
                  </a:lnTo>
                  <a:lnTo>
                    <a:pt x="73761" y="73774"/>
                  </a:lnTo>
                  <a:close/>
                </a:path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8" name="object 286"/>
            <p:cNvSpPr/>
            <p:nvPr/>
          </p:nvSpPr>
          <p:spPr>
            <a:xfrm>
              <a:off x="5022000" y="6972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9" name="object 287"/>
            <p:cNvSpPr/>
            <p:nvPr/>
          </p:nvSpPr>
          <p:spPr>
            <a:xfrm>
              <a:off x="4948200" y="815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0" name="object 288"/>
            <p:cNvSpPr/>
            <p:nvPr/>
          </p:nvSpPr>
          <p:spPr>
            <a:xfrm>
              <a:off x="4948200" y="7931520"/>
              <a:ext cx="73800" cy="2214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74295" h="221615">
                  <a:moveTo>
                    <a:pt x="73748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73748" y="221195"/>
                  </a:lnTo>
                  <a:lnTo>
                    <a:pt x="73748" y="147497"/>
                  </a:lnTo>
                  <a:lnTo>
                    <a:pt x="73748" y="73787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1" name="object 289"/>
            <p:cNvSpPr/>
            <p:nvPr/>
          </p:nvSpPr>
          <p:spPr>
            <a:xfrm>
              <a:off x="4948200" y="785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2" name="object 290"/>
            <p:cNvSpPr/>
            <p:nvPr/>
          </p:nvSpPr>
          <p:spPr>
            <a:xfrm>
              <a:off x="4948200" y="7193880"/>
              <a:ext cx="73800" cy="6638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663840"/>
                <a:gd name="textAreaBottom" fmla="*/ 664200 h 663840"/>
              </a:gdLst>
              <a:ahLst/>
              <a:rect l="textAreaLeft" t="textAreaTop" r="textAreaRight" b="textAreaBottom"/>
              <a:pathLst>
                <a:path w="74295" h="664209">
                  <a:moveTo>
                    <a:pt x="73748" y="516267"/>
                  </a:moveTo>
                  <a:lnTo>
                    <a:pt x="0" y="516267"/>
                  </a:lnTo>
                  <a:lnTo>
                    <a:pt x="0" y="589965"/>
                  </a:lnTo>
                  <a:lnTo>
                    <a:pt x="0" y="663663"/>
                  </a:lnTo>
                  <a:lnTo>
                    <a:pt x="73748" y="663663"/>
                  </a:lnTo>
                  <a:lnTo>
                    <a:pt x="73748" y="589965"/>
                  </a:lnTo>
                  <a:lnTo>
                    <a:pt x="73748" y="516267"/>
                  </a:lnTo>
                  <a:close/>
                </a:path>
                <a:path w="74295" h="664209">
                  <a:moveTo>
                    <a:pt x="73748" y="294982"/>
                  </a:moveTo>
                  <a:lnTo>
                    <a:pt x="0" y="294982"/>
                  </a:lnTo>
                  <a:lnTo>
                    <a:pt x="0" y="368693"/>
                  </a:lnTo>
                  <a:lnTo>
                    <a:pt x="0" y="442480"/>
                  </a:lnTo>
                  <a:lnTo>
                    <a:pt x="0" y="516178"/>
                  </a:lnTo>
                  <a:lnTo>
                    <a:pt x="73748" y="516178"/>
                  </a:lnTo>
                  <a:lnTo>
                    <a:pt x="73748" y="442480"/>
                  </a:lnTo>
                  <a:lnTo>
                    <a:pt x="73748" y="368693"/>
                  </a:lnTo>
                  <a:lnTo>
                    <a:pt x="73748" y="294982"/>
                  </a:lnTo>
                  <a:close/>
                </a:path>
                <a:path w="74295" h="664209">
                  <a:moveTo>
                    <a:pt x="73748" y="0"/>
                  </a:moveTo>
                  <a:lnTo>
                    <a:pt x="0" y="0"/>
                  </a:lnTo>
                  <a:lnTo>
                    <a:pt x="0" y="73710"/>
                  </a:lnTo>
                  <a:lnTo>
                    <a:pt x="0" y="147497"/>
                  </a:lnTo>
                  <a:lnTo>
                    <a:pt x="0" y="221195"/>
                  </a:lnTo>
                  <a:lnTo>
                    <a:pt x="0" y="294906"/>
                  </a:lnTo>
                  <a:lnTo>
                    <a:pt x="73748" y="294906"/>
                  </a:lnTo>
                  <a:lnTo>
                    <a:pt x="73748" y="221195"/>
                  </a:lnTo>
                  <a:lnTo>
                    <a:pt x="73748" y="147497"/>
                  </a:lnTo>
                  <a:lnTo>
                    <a:pt x="73748" y="7371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3" name="object 291"/>
            <p:cNvSpPr/>
            <p:nvPr/>
          </p:nvSpPr>
          <p:spPr>
            <a:xfrm>
              <a:off x="49482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4" name="object 292"/>
            <p:cNvSpPr/>
            <p:nvPr/>
          </p:nvSpPr>
          <p:spPr>
            <a:xfrm>
              <a:off x="48744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5" name="object 293"/>
            <p:cNvSpPr/>
            <p:nvPr/>
          </p:nvSpPr>
          <p:spPr>
            <a:xfrm>
              <a:off x="4874400" y="7931520"/>
              <a:ext cx="73800" cy="1476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47600"/>
                <a:gd name="textAreaBottom" fmla="*/ 147960 h 147600"/>
              </a:gdLst>
              <a:ahLst/>
              <a:rect l="textAreaLeft" t="textAreaTop" r="textAreaRight" b="textAreaBottom"/>
              <a:pathLst>
                <a:path w="74295" h="147954">
                  <a:moveTo>
                    <a:pt x="73761" y="0"/>
                  </a:moveTo>
                  <a:lnTo>
                    <a:pt x="0" y="0"/>
                  </a:lnTo>
                  <a:lnTo>
                    <a:pt x="0" y="73787"/>
                  </a:lnTo>
                  <a:lnTo>
                    <a:pt x="0" y="147497"/>
                  </a:lnTo>
                  <a:lnTo>
                    <a:pt x="73761" y="147497"/>
                  </a:lnTo>
                  <a:lnTo>
                    <a:pt x="73761" y="73787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6" name="object 294"/>
            <p:cNvSpPr/>
            <p:nvPr/>
          </p:nvSpPr>
          <p:spPr>
            <a:xfrm>
              <a:off x="4874400" y="785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7" name="object 295"/>
            <p:cNvSpPr/>
            <p:nvPr/>
          </p:nvSpPr>
          <p:spPr>
            <a:xfrm>
              <a:off x="4874400" y="7341480"/>
              <a:ext cx="73800" cy="51588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515880"/>
                <a:gd name="textAreaBottom" fmla="*/ 516240 h 515880"/>
              </a:gdLst>
              <a:ahLst/>
              <a:rect l="textAreaLeft" t="textAreaTop" r="textAreaRight" b="textAreaBottom"/>
              <a:pathLst>
                <a:path w="74295" h="516254">
                  <a:moveTo>
                    <a:pt x="73761" y="368769"/>
                  </a:moveTo>
                  <a:lnTo>
                    <a:pt x="0" y="368769"/>
                  </a:lnTo>
                  <a:lnTo>
                    <a:pt x="0" y="442468"/>
                  </a:lnTo>
                  <a:lnTo>
                    <a:pt x="0" y="516166"/>
                  </a:lnTo>
                  <a:lnTo>
                    <a:pt x="73761" y="516166"/>
                  </a:lnTo>
                  <a:lnTo>
                    <a:pt x="73761" y="442468"/>
                  </a:lnTo>
                  <a:lnTo>
                    <a:pt x="73761" y="368769"/>
                  </a:lnTo>
                  <a:close/>
                </a:path>
                <a:path w="74295" h="516254">
                  <a:moveTo>
                    <a:pt x="73761" y="147485"/>
                  </a:moveTo>
                  <a:lnTo>
                    <a:pt x="0" y="147485"/>
                  </a:lnTo>
                  <a:lnTo>
                    <a:pt x="0" y="221195"/>
                  </a:lnTo>
                  <a:lnTo>
                    <a:pt x="0" y="294982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82"/>
                  </a:lnTo>
                  <a:lnTo>
                    <a:pt x="73761" y="221195"/>
                  </a:lnTo>
                  <a:lnTo>
                    <a:pt x="73761" y="147485"/>
                  </a:lnTo>
                  <a:close/>
                </a:path>
                <a:path w="74295" h="516254">
                  <a:moveTo>
                    <a:pt x="73761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0" y="147408"/>
                  </a:lnTo>
                  <a:lnTo>
                    <a:pt x="73761" y="147408"/>
                  </a:lnTo>
                  <a:lnTo>
                    <a:pt x="73761" y="73698"/>
                  </a:lnTo>
                  <a:lnTo>
                    <a:pt x="73761" y="0"/>
                  </a:lnTo>
                  <a:close/>
                </a:path>
              </a:pathLst>
            </a:custGeom>
            <a:solidFill>
              <a:srgbClr val="e18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8" name="object 296"/>
            <p:cNvSpPr/>
            <p:nvPr/>
          </p:nvSpPr>
          <p:spPr>
            <a:xfrm>
              <a:off x="4874400" y="704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755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755" y="0"/>
                  </a:lnTo>
                  <a:lnTo>
                    <a:pt x="73755" y="73703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9" name="object 297"/>
            <p:cNvSpPr/>
            <p:nvPr/>
          </p:nvSpPr>
          <p:spPr>
            <a:xfrm>
              <a:off x="4800600" y="80787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rect l="textAreaLeft" t="textAreaTop" r="textAreaRight" b="textAreaBottom"/>
              <a:pathLst>
                <a:path w="74295" h="74295">
                  <a:moveTo>
                    <a:pt x="73838" y="73703"/>
                  </a:moveTo>
                  <a:lnTo>
                    <a:pt x="0" y="73703"/>
                  </a:lnTo>
                  <a:lnTo>
                    <a:pt x="0" y="0"/>
                  </a:lnTo>
                  <a:lnTo>
                    <a:pt x="73838" y="0"/>
                  </a:lnTo>
                  <a:lnTo>
                    <a:pt x="73838" y="7370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0" name="object 298"/>
            <p:cNvSpPr/>
            <p:nvPr/>
          </p:nvSpPr>
          <p:spPr>
            <a:xfrm>
              <a:off x="4726800" y="7120080"/>
              <a:ext cx="147600" cy="95832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958320"/>
                <a:gd name="textAreaBottom" fmla="*/ 958680 h 958320"/>
              </a:gdLst>
              <a:ahLst/>
              <a:rect l="textAreaLeft" t="textAreaTop" r="textAreaRight" b="textAreaBottom"/>
              <a:pathLst>
                <a:path w="147954" h="958850">
                  <a:moveTo>
                    <a:pt x="73761" y="368757"/>
                  </a:moveTo>
                  <a:lnTo>
                    <a:pt x="0" y="368757"/>
                  </a:lnTo>
                  <a:lnTo>
                    <a:pt x="0" y="442468"/>
                  </a:lnTo>
                  <a:lnTo>
                    <a:pt x="0" y="516255"/>
                  </a:lnTo>
                  <a:lnTo>
                    <a:pt x="0" y="589953"/>
                  </a:lnTo>
                  <a:lnTo>
                    <a:pt x="73761" y="589953"/>
                  </a:lnTo>
                  <a:lnTo>
                    <a:pt x="73761" y="516255"/>
                  </a:lnTo>
                  <a:lnTo>
                    <a:pt x="73761" y="442468"/>
                  </a:lnTo>
                  <a:lnTo>
                    <a:pt x="73761" y="368757"/>
                  </a:lnTo>
                  <a:close/>
                </a:path>
                <a:path w="147954" h="958850">
                  <a:moveTo>
                    <a:pt x="73761" y="73774"/>
                  </a:moveTo>
                  <a:lnTo>
                    <a:pt x="0" y="73774"/>
                  </a:lnTo>
                  <a:lnTo>
                    <a:pt x="0" y="147485"/>
                  </a:lnTo>
                  <a:lnTo>
                    <a:pt x="0" y="221272"/>
                  </a:lnTo>
                  <a:lnTo>
                    <a:pt x="0" y="294970"/>
                  </a:lnTo>
                  <a:lnTo>
                    <a:pt x="0" y="368681"/>
                  </a:lnTo>
                  <a:lnTo>
                    <a:pt x="73761" y="368681"/>
                  </a:lnTo>
                  <a:lnTo>
                    <a:pt x="73761" y="294970"/>
                  </a:lnTo>
                  <a:lnTo>
                    <a:pt x="73761" y="221272"/>
                  </a:lnTo>
                  <a:lnTo>
                    <a:pt x="73761" y="147485"/>
                  </a:lnTo>
                  <a:lnTo>
                    <a:pt x="73761" y="73774"/>
                  </a:lnTo>
                  <a:close/>
                </a:path>
                <a:path w="147954" h="958850">
                  <a:moveTo>
                    <a:pt x="147599" y="811225"/>
                  </a:moveTo>
                  <a:lnTo>
                    <a:pt x="73761" y="811225"/>
                  </a:lnTo>
                  <a:lnTo>
                    <a:pt x="73761" y="885012"/>
                  </a:lnTo>
                  <a:lnTo>
                    <a:pt x="73761" y="958723"/>
                  </a:lnTo>
                  <a:lnTo>
                    <a:pt x="147599" y="958723"/>
                  </a:lnTo>
                  <a:lnTo>
                    <a:pt x="147599" y="885012"/>
                  </a:lnTo>
                  <a:lnTo>
                    <a:pt x="147599" y="811225"/>
                  </a:lnTo>
                  <a:close/>
                </a:path>
                <a:path w="147954" h="958850">
                  <a:moveTo>
                    <a:pt x="147599" y="663740"/>
                  </a:moveTo>
                  <a:lnTo>
                    <a:pt x="73761" y="663740"/>
                  </a:lnTo>
                  <a:lnTo>
                    <a:pt x="73761" y="590042"/>
                  </a:lnTo>
                  <a:lnTo>
                    <a:pt x="0" y="590042"/>
                  </a:lnTo>
                  <a:lnTo>
                    <a:pt x="0" y="663740"/>
                  </a:lnTo>
                  <a:lnTo>
                    <a:pt x="0" y="737438"/>
                  </a:lnTo>
                  <a:lnTo>
                    <a:pt x="73761" y="737438"/>
                  </a:lnTo>
                  <a:lnTo>
                    <a:pt x="73761" y="811149"/>
                  </a:lnTo>
                  <a:lnTo>
                    <a:pt x="147599" y="811149"/>
                  </a:lnTo>
                  <a:lnTo>
                    <a:pt x="147599" y="737438"/>
                  </a:lnTo>
                  <a:lnTo>
                    <a:pt x="147599" y="663740"/>
                  </a:lnTo>
                  <a:close/>
                </a:path>
                <a:path w="147954" h="958850">
                  <a:moveTo>
                    <a:pt x="147599" y="0"/>
                  </a:moveTo>
                  <a:lnTo>
                    <a:pt x="73761" y="0"/>
                  </a:lnTo>
                  <a:lnTo>
                    <a:pt x="0" y="0"/>
                  </a:lnTo>
                  <a:lnTo>
                    <a:pt x="0" y="73698"/>
                  </a:lnTo>
                  <a:lnTo>
                    <a:pt x="73761" y="73698"/>
                  </a:lnTo>
                  <a:lnTo>
                    <a:pt x="147599" y="73698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ab6f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1" name="object 299"/>
            <p:cNvSpPr/>
            <p:nvPr/>
          </p:nvSpPr>
          <p:spPr>
            <a:xfrm>
              <a:off x="13292640" y="152640"/>
              <a:ext cx="4895640" cy="623160"/>
            </a:xfrm>
            <a:custGeom>
              <a:avLst/>
              <a:gdLst>
                <a:gd name="textAreaLeft" fmla="*/ 0 w 4895640"/>
                <a:gd name="textAreaRight" fmla="*/ 4896000 w 489564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4895850" h="623570">
                  <a:moveTo>
                    <a:pt x="4739766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4739766" y="0"/>
                  </a:lnTo>
                  <a:lnTo>
                    <a:pt x="4799424" y="11866"/>
                  </a:lnTo>
                  <a:lnTo>
                    <a:pt x="4849999" y="45659"/>
                  </a:lnTo>
                  <a:lnTo>
                    <a:pt x="4883792" y="96234"/>
                  </a:lnTo>
                  <a:lnTo>
                    <a:pt x="4895659" y="155892"/>
                  </a:lnTo>
                  <a:lnTo>
                    <a:pt x="4895659" y="467676"/>
                  </a:lnTo>
                  <a:lnTo>
                    <a:pt x="4883792" y="527334"/>
                  </a:lnTo>
                  <a:lnTo>
                    <a:pt x="4849999" y="577909"/>
                  </a:lnTo>
                  <a:lnTo>
                    <a:pt x="4799424" y="611702"/>
                  </a:lnTo>
                  <a:lnTo>
                    <a:pt x="4739766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02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62640"/>
          </a:xfrm>
          <a:prstGeom prst="rect">
            <a:avLst/>
          </a:prstGeom>
          <a:noFill/>
          <a:ln w="0">
            <a:noFill/>
          </a:ln>
        </p:spPr>
        <p:txBody>
          <a:bodyPr lIns="0" rIns="0" tIns="144720" bIns="0" anchor="t">
            <a:noAutofit/>
          </a:bodyPr>
          <a:p>
            <a:pPr marL="989856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5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-2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Model</a:t>
            </a:r>
            <a:r>
              <a:rPr b="0" lang="en-IN" sz="2900" spc="-3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92" strike="noStrike">
                <a:solidFill>
                  <a:schemeClr val="dk1"/>
                </a:solidFill>
                <a:latin typeface="Century"/>
              </a:rPr>
              <a:t>Deployment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3" name="object 2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2104" name="object 10"/>
          <p:cNvSpPr/>
          <p:nvPr/>
        </p:nvSpPr>
        <p:spPr>
          <a:xfrm>
            <a:off x="14634720" y="93240"/>
            <a:ext cx="3635640" cy="623160"/>
          </a:xfrm>
          <a:custGeom>
            <a:avLst/>
            <a:gdLst>
              <a:gd name="textAreaLeft" fmla="*/ 0 w 3635640"/>
              <a:gd name="textAreaRight" fmla="*/ 3636000 w 363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3636009" h="623570">
                <a:moveTo>
                  <a:pt x="3479639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3479639" y="0"/>
                </a:lnTo>
                <a:lnTo>
                  <a:pt x="3539296" y="11866"/>
                </a:lnTo>
                <a:lnTo>
                  <a:pt x="3589871" y="45659"/>
                </a:lnTo>
                <a:lnTo>
                  <a:pt x="3623664" y="96234"/>
                </a:lnTo>
                <a:lnTo>
                  <a:pt x="3635531" y="155892"/>
                </a:lnTo>
                <a:lnTo>
                  <a:pt x="3635531" y="467676"/>
                </a:lnTo>
                <a:lnTo>
                  <a:pt x="3623664" y="527334"/>
                </a:lnTo>
                <a:lnTo>
                  <a:pt x="3589871" y="577909"/>
                </a:lnTo>
                <a:lnTo>
                  <a:pt x="3539296" y="611702"/>
                </a:lnTo>
                <a:lnTo>
                  <a:pt x="3479639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5" name="object 11"/>
          <p:cNvSpPr/>
          <p:nvPr/>
        </p:nvSpPr>
        <p:spPr>
          <a:xfrm>
            <a:off x="14743800" y="-134640"/>
            <a:ext cx="3419640" cy="16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4350" spc="-143" strike="noStrike" baseline="-38000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4350" spc="-137" strike="noStrike" baseline="-38000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350" spc="-279" strike="noStrike" baseline="-38000">
                <a:solidFill>
                  <a:srgbClr val="000000"/>
                </a:solidFill>
                <a:latin typeface="Century"/>
              </a:rPr>
              <a:t>6</a:t>
            </a:r>
            <a:r>
              <a:rPr b="0" lang="en-IN" sz="4350" spc="-803" strike="noStrike" baseline="-38000">
                <a:solidFill>
                  <a:srgbClr val="000000"/>
                </a:solidFill>
                <a:latin typeface="Century"/>
              </a:rPr>
              <a:t> </a:t>
            </a:r>
            <a:r>
              <a:rPr b="0" i="1" lang="en-IN" sz="1800" spc="-440" strike="noStrike">
                <a:solidFill>
                  <a:srgbClr val="000000"/>
                </a:solidFill>
                <a:latin typeface="Times New Roman"/>
              </a:rPr>
              <a:t>G</a:t>
            </a:r>
            <a:r>
              <a:rPr b="0" lang="en-IN" sz="4350" spc="-661" strike="noStrike" baseline="-38000">
                <a:solidFill>
                  <a:srgbClr val="000000"/>
                </a:solidFill>
                <a:latin typeface="Century"/>
              </a:rPr>
              <a:t>-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o</a:t>
            </a:r>
            <a:r>
              <a:rPr b="0" i="1" lang="en-IN" sz="1800" spc="-222" strike="noStrike">
                <a:solidFill>
                  <a:srgbClr val="000000"/>
                </a:solidFill>
                <a:latin typeface="Times New Roman"/>
              </a:rPr>
              <a:t>,</a:t>
            </a:r>
            <a:r>
              <a:rPr b="0" lang="en-IN" sz="4350" spc="-2790" strike="noStrike" baseline="-38000">
                <a:solidFill>
                  <a:srgbClr val="000000"/>
                </a:solidFill>
                <a:latin typeface="Century"/>
              </a:rPr>
              <a:t>M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ch</a:t>
            </a:r>
            <a:r>
              <a:rPr b="0" i="1" lang="en-IN" sz="1800" spc="-902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IN" sz="4350" spc="-857" strike="noStrike" baseline="-38000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1800" spc="-435" strike="noStrike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IN" sz="4350" spc="-1943" strike="noStrike" baseline="-38000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g</a:t>
            </a:r>
            <a:r>
              <a:rPr b="0" i="1" lang="en-IN" sz="1800" spc="-517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4350" spc="-38" strike="noStrike" baseline="-38000">
                <a:solidFill>
                  <a:srgbClr val="000000"/>
                </a:solidFill>
                <a:latin typeface="Century"/>
              </a:rPr>
              <a:t>i</a:t>
            </a:r>
            <a:r>
              <a:rPr b="0" lang="en-IN" sz="4350" spc="-1200" strike="noStrike" baseline="-38000">
                <a:solidFill>
                  <a:srgbClr val="000000"/>
                </a:solidFill>
                <a:latin typeface="Century"/>
              </a:rPr>
              <a:t>t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i="1" lang="en-IN" sz="1800" spc="-752" strike="noStrike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4350" spc="-1087" strike="noStrike" baseline="-38000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1800" spc="-137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4350" spc="-667" strike="noStrike" baseline="-38000">
                <a:solidFill>
                  <a:srgbClr val="000000"/>
                </a:solidFill>
                <a:latin typeface="Century"/>
              </a:rPr>
              <a:t>r</a:t>
            </a:r>
            <a:r>
              <a:rPr b="0" i="1" lang="en-IN" sz="1800" spc="-857" strike="noStrike">
                <a:solidFill>
                  <a:srgbClr val="000000"/>
                </a:solidFill>
                <a:latin typeface="Times New Roman"/>
              </a:rPr>
              <a:t>w</a:t>
            </a:r>
            <a:r>
              <a:rPr b="0" lang="en-IN" sz="4350" spc="-38" strike="noStrike" baseline="-38000">
                <a:solidFill>
                  <a:srgbClr val="000000"/>
                </a:solidFill>
                <a:latin typeface="Century"/>
              </a:rPr>
              <a:t>i</a:t>
            </a:r>
            <a:r>
              <a:rPr b="0" lang="en-IN" sz="4350" spc="-2671" strike="noStrike" baseline="-38000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o</a:t>
            </a:r>
            <a:r>
              <a:rPr b="0" i="1" lang="en-IN" sz="1800" spc="-106" strike="noStrike">
                <a:solidFill>
                  <a:srgbClr val="000000"/>
                </a:solidFill>
                <a:latin typeface="Times New Roman"/>
              </a:rPr>
              <a:t>r</a:t>
            </a:r>
            <a:r>
              <a:rPr b="0" lang="en-IN" sz="4350" spc="-2243" strike="noStrike" baseline="-38000">
                <a:solidFill>
                  <a:srgbClr val="000000"/>
                </a:solidFill>
                <a:latin typeface="Century"/>
              </a:rPr>
              <a:t>g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6" name="PlaceHolder 1"/>
          <p:cNvSpPr>
            <a:spLocks noGrp="1"/>
          </p:cNvSpPr>
          <p:nvPr>
            <p:ph type="title"/>
          </p:nvPr>
        </p:nvSpPr>
        <p:spPr>
          <a:xfrm>
            <a:off x="3507480" y="1168920"/>
            <a:ext cx="12075480" cy="181584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11" strike="noStrike">
                <a:solidFill>
                  <a:srgbClr val="5211b9"/>
                </a:solidFill>
                <a:latin typeface="Century"/>
              </a:rPr>
              <a:t>Evidently</a:t>
            </a:r>
            <a:r>
              <a:rPr b="0" lang="en-IN" sz="5900" spc="-75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1" strike="noStrike">
                <a:solidFill>
                  <a:srgbClr val="5211b9"/>
                </a:solidFill>
                <a:latin typeface="Century"/>
              </a:rPr>
              <a:t>AI</a:t>
            </a:r>
            <a:r>
              <a:rPr b="0" lang="en-IN" sz="5900" spc="-75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5211b9"/>
                </a:solidFill>
                <a:latin typeface="Century"/>
              </a:rPr>
              <a:t>–</a:t>
            </a:r>
            <a:r>
              <a:rPr b="0" lang="en-IN" sz="5900" spc="-75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26" strike="noStrike">
                <a:solidFill>
                  <a:srgbClr val="5211b9"/>
                </a:solidFill>
                <a:latin typeface="Century"/>
              </a:rPr>
              <a:t>Data</a:t>
            </a:r>
            <a:r>
              <a:rPr b="0" lang="en-IN" sz="5900" spc="-75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32" strike="noStrike">
                <a:solidFill>
                  <a:srgbClr val="5211b9"/>
                </a:solidFill>
                <a:latin typeface="Century"/>
              </a:rPr>
              <a:t>Drift</a:t>
            </a:r>
            <a:r>
              <a:rPr b="0" lang="en-IN" sz="5900" spc="-75" strike="noStrike">
                <a:solidFill>
                  <a:srgbClr val="5211b9"/>
                </a:solidFill>
                <a:latin typeface="Century"/>
              </a:rPr>
              <a:t> </a:t>
            </a:r>
            <a:r>
              <a:rPr b="0" lang="en-IN" sz="5900" spc="-92" strike="noStrike">
                <a:solidFill>
                  <a:srgbClr val="5211b9"/>
                </a:solidFill>
                <a:latin typeface="Century"/>
              </a:rPr>
              <a:t>Detection</a:t>
            </a:r>
            <a:endParaRPr b="0" lang="en-IN" sz="59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07" name="object 5" descr=""/>
          <p:cNvPicPr/>
          <p:nvPr/>
        </p:nvPicPr>
        <p:blipFill>
          <a:blip r:embed="rId2"/>
          <a:stretch/>
        </p:blipFill>
        <p:spPr>
          <a:xfrm>
            <a:off x="1197360" y="742320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2108" name="object 6" descr=""/>
          <p:cNvPicPr/>
          <p:nvPr/>
        </p:nvPicPr>
        <p:blipFill>
          <a:blip r:embed="rId3"/>
          <a:stretch/>
        </p:blipFill>
        <p:spPr>
          <a:xfrm>
            <a:off x="1197360" y="794736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2109" name="object 7" descr=""/>
          <p:cNvPicPr/>
          <p:nvPr/>
        </p:nvPicPr>
        <p:blipFill>
          <a:blip r:embed="rId4"/>
          <a:stretch/>
        </p:blipFill>
        <p:spPr>
          <a:xfrm>
            <a:off x="1197360" y="847116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2110" name="object 3" descr=""/>
          <p:cNvPicPr/>
          <p:nvPr/>
        </p:nvPicPr>
        <p:blipFill>
          <a:blip r:embed="rId5"/>
          <a:stretch/>
        </p:blipFill>
        <p:spPr>
          <a:xfrm>
            <a:off x="9144000" y="4422960"/>
            <a:ext cx="9067320" cy="4257360"/>
          </a:xfrm>
          <a:prstGeom prst="rect">
            <a:avLst/>
          </a:prstGeom>
          <a:ln w="0">
            <a:noFill/>
          </a:ln>
        </p:spPr>
      </p:pic>
      <p:sp>
        <p:nvSpPr>
          <p:cNvPr id="2111" name="object 8"/>
          <p:cNvSpPr/>
          <p:nvPr/>
        </p:nvSpPr>
        <p:spPr>
          <a:xfrm>
            <a:off x="263160" y="2798640"/>
            <a:ext cx="11576880" cy="69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3520" bIns="0" anchor="t">
            <a:spAutoFit/>
          </a:bodyPr>
          <a:p>
            <a:pPr marL="47160">
              <a:lnSpc>
                <a:spcPct val="100000"/>
              </a:lnSpc>
              <a:spcBef>
                <a:spcPts val="1366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What</a:t>
            </a:r>
            <a:r>
              <a:rPr b="0" lang="en-IN" sz="3300" spc="9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is</a:t>
            </a:r>
            <a:r>
              <a:rPr b="0" lang="en-IN" sz="3300" spc="1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9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327600">
              <a:lnSpc>
                <a:spcPct val="100000"/>
              </a:lnSpc>
              <a:spcBef>
                <a:spcPts val="1264"/>
              </a:spcBef>
            </a:pPr>
            <a:r>
              <a:rPr b="0" lang="en-IN" sz="3300" spc="-60" strike="noStrike">
                <a:solidFill>
                  <a:srgbClr val="000000"/>
                </a:solidFill>
                <a:latin typeface="Century"/>
              </a:rPr>
              <a:t>Evidently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detects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changes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in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distribution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over</a:t>
            </a:r>
            <a:r>
              <a:rPr b="0" lang="en-IN" sz="3300" spc="-7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time.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830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Why </a:t>
            </a:r>
            <a:r>
              <a:rPr b="0" lang="en-IN" sz="3300" spc="-66" strike="noStrike">
                <a:solidFill>
                  <a:srgbClr val="0cbfde"/>
                </a:solidFill>
                <a:latin typeface="Century"/>
              </a:rPr>
              <a:t>use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cbfde"/>
                </a:solidFill>
                <a:latin typeface="Century"/>
              </a:rPr>
              <a:t>it?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391680">
              <a:lnSpc>
                <a:spcPct val="100000"/>
              </a:lnSpc>
              <a:spcBef>
                <a:spcPts val="1321"/>
              </a:spcBef>
            </a:pPr>
            <a:r>
              <a:rPr b="0" lang="en-IN" sz="3300" spc="-131" strike="noStrike">
                <a:solidFill>
                  <a:srgbClr val="000000"/>
                </a:solidFill>
                <a:latin typeface="Century"/>
              </a:rPr>
              <a:t>Language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emotional</a:t>
            </a:r>
            <a:r>
              <a:rPr b="0" lang="en-IN" sz="3300" spc="-97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expressions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evolve.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391680">
              <a:lnSpc>
                <a:spcPct val="100000"/>
              </a:lnSpc>
              <a:spcBef>
                <a:spcPts val="1471"/>
              </a:spcBef>
            </a:pP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47160">
              <a:lnSpc>
                <a:spcPct val="100000"/>
              </a:lnSpc>
            </a:pP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How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cbfde"/>
                </a:solidFill>
                <a:latin typeface="Century"/>
              </a:rPr>
              <a:t>helps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45960">
              <a:lnSpc>
                <a:spcPct val="104000"/>
              </a:lnSpc>
              <a:spcBef>
                <a:spcPts val="1355"/>
              </a:spcBef>
            </a:pP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Detects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data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drift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in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incoming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text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Alerts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when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06" strike="noStrike">
                <a:solidFill>
                  <a:srgbClr val="000000"/>
                </a:solidFill>
                <a:latin typeface="Century"/>
              </a:rPr>
              <a:t>retraining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required </a:t>
            </a:r>
            <a:r>
              <a:rPr b="0" lang="en-IN" sz="3300" spc="-100" strike="noStrike">
                <a:solidFill>
                  <a:srgbClr val="000000"/>
                </a:solidFill>
                <a:latin typeface="Century"/>
              </a:rPr>
              <a:t>Maintains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model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accuracy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over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time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2" name="object 9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object 15"/>
          <p:cNvSpPr/>
          <p:nvPr/>
        </p:nvSpPr>
        <p:spPr>
          <a:xfrm>
            <a:off x="15989400" y="5040"/>
            <a:ext cx="214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en-IN" sz="1800" spc="63" strike="noStrike">
                <a:solidFill>
                  <a:srgbClr val="000000"/>
                </a:solidFill>
                <a:latin typeface="Times New Roman"/>
              </a:rPr>
              <a:t>Go,</a:t>
            </a:r>
            <a:r>
              <a:rPr b="0" i="1" lang="en-IN" sz="1800" spc="27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change</a:t>
            </a:r>
            <a:r>
              <a:rPr b="0" i="1" lang="en-IN" sz="1800" spc="27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i="1" lang="en-IN" sz="1800" spc="27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IN" sz="1800" spc="-21" strike="noStrike">
                <a:solidFill>
                  <a:srgbClr val="000000"/>
                </a:solidFill>
                <a:latin typeface="Times New Roman"/>
              </a:rPr>
              <a:t>world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4" name="object 2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2115" name="object 17"/>
          <p:cNvSpPr/>
          <p:nvPr/>
        </p:nvSpPr>
        <p:spPr>
          <a:xfrm>
            <a:off x="14634720" y="93240"/>
            <a:ext cx="3635640" cy="623160"/>
          </a:xfrm>
          <a:custGeom>
            <a:avLst/>
            <a:gdLst>
              <a:gd name="textAreaLeft" fmla="*/ 0 w 3635640"/>
              <a:gd name="textAreaRight" fmla="*/ 3636000 w 363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3636009" h="623570">
                <a:moveTo>
                  <a:pt x="3479639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3479639" y="0"/>
                </a:lnTo>
                <a:lnTo>
                  <a:pt x="3539296" y="11866"/>
                </a:lnTo>
                <a:lnTo>
                  <a:pt x="3589871" y="45659"/>
                </a:lnTo>
                <a:lnTo>
                  <a:pt x="3623664" y="96234"/>
                </a:lnTo>
                <a:lnTo>
                  <a:pt x="3635531" y="155892"/>
                </a:lnTo>
                <a:lnTo>
                  <a:pt x="3635531" y="467676"/>
                </a:lnTo>
                <a:lnTo>
                  <a:pt x="3623664" y="527334"/>
                </a:lnTo>
                <a:lnTo>
                  <a:pt x="3589871" y="577909"/>
                </a:lnTo>
                <a:lnTo>
                  <a:pt x="3539296" y="611702"/>
                </a:lnTo>
                <a:lnTo>
                  <a:pt x="3479639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" name="PlaceHolder 1"/>
          <p:cNvSpPr>
            <a:spLocks noGrp="1"/>
          </p:cNvSpPr>
          <p:nvPr>
            <p:ph type="title"/>
          </p:nvPr>
        </p:nvSpPr>
        <p:spPr>
          <a:xfrm>
            <a:off x="3541320" y="219960"/>
            <a:ext cx="14593680" cy="175104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p>
            <a:pPr marL="25560" indent="0">
              <a:lnSpc>
                <a:spcPct val="100000"/>
              </a:lnSpc>
              <a:spcBef>
                <a:spcPts val="139"/>
              </a:spcBef>
              <a:buNone/>
            </a:pPr>
            <a:r>
              <a:rPr b="0" lang="en-IN" sz="5900" spc="-111" strike="noStrike">
                <a:solidFill>
                  <a:srgbClr val="bf0000"/>
                </a:solidFill>
                <a:latin typeface="Century"/>
              </a:rPr>
              <a:t>Evidently</a:t>
            </a:r>
            <a:r>
              <a:rPr b="0" lang="en-IN" sz="5900" spc="-177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1" strike="noStrike">
                <a:solidFill>
                  <a:srgbClr val="bf0000"/>
                </a:solidFill>
                <a:latin typeface="Century"/>
              </a:rPr>
              <a:t>AI</a:t>
            </a:r>
            <a:r>
              <a:rPr b="0" lang="en-IN" sz="5900" spc="-1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330" strike="noStrike">
                <a:solidFill>
                  <a:srgbClr val="bf0000"/>
                </a:solidFill>
                <a:latin typeface="Century"/>
              </a:rPr>
              <a:t>–</a:t>
            </a:r>
            <a:r>
              <a:rPr b="0" lang="en-IN" sz="5900" spc="-1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26" strike="noStrike">
                <a:solidFill>
                  <a:srgbClr val="bf0000"/>
                </a:solidFill>
                <a:latin typeface="Century"/>
              </a:rPr>
              <a:t>Data</a:t>
            </a:r>
            <a:r>
              <a:rPr b="0" lang="en-IN" sz="5900" spc="-7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32" strike="noStrike">
                <a:solidFill>
                  <a:srgbClr val="bf0000"/>
                </a:solidFill>
                <a:latin typeface="Century"/>
              </a:rPr>
              <a:t>Drift</a:t>
            </a:r>
            <a:r>
              <a:rPr b="0" lang="en-IN" sz="5900" spc="-12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111" strike="noStrike">
                <a:solidFill>
                  <a:srgbClr val="bf0000"/>
                </a:solidFill>
                <a:latin typeface="Century"/>
              </a:rPr>
              <a:t>De</a:t>
            </a:r>
            <a:r>
              <a:rPr b="0" lang="en-IN" sz="5900" spc="-106" strike="noStrike">
                <a:solidFill>
                  <a:srgbClr val="bf0000"/>
                </a:solidFill>
                <a:latin typeface="Century"/>
              </a:rPr>
              <a:t>t</a:t>
            </a:r>
            <a:r>
              <a:rPr b="0" lang="en-IN" sz="5900" spc="-111" strike="noStrike">
                <a:solidFill>
                  <a:srgbClr val="bf0000"/>
                </a:solidFill>
                <a:latin typeface="Century"/>
              </a:rPr>
              <a:t>e</a:t>
            </a:r>
            <a:r>
              <a:rPr b="0" lang="en-IN" sz="5900" spc="-106" strike="noStrike">
                <a:solidFill>
                  <a:srgbClr val="bf0000"/>
                </a:solidFill>
                <a:latin typeface="Century"/>
              </a:rPr>
              <a:t>ct</a:t>
            </a:r>
            <a:r>
              <a:rPr b="0" lang="en-IN" sz="5900" spc="-457" strike="noStrike">
                <a:solidFill>
                  <a:srgbClr val="bf0000"/>
                </a:solidFill>
                <a:latin typeface="Century"/>
              </a:rPr>
              <a:t>i</a:t>
            </a:r>
            <a:r>
              <a:rPr b="0" lang="en-IN" sz="4350" spc="-2379" strike="noStrike" baseline="73000">
                <a:solidFill>
                  <a:schemeClr val="dk1"/>
                </a:solidFill>
                <a:latin typeface="Century"/>
              </a:rPr>
              <a:t>S</a:t>
            </a:r>
            <a:r>
              <a:rPr b="0" lang="en-IN" sz="5900" spc="-1770" strike="noStrike">
                <a:solidFill>
                  <a:srgbClr val="bf0000"/>
                </a:solidFill>
                <a:latin typeface="Century"/>
              </a:rPr>
              <a:t>o</a:t>
            </a:r>
            <a:r>
              <a:rPr b="0" lang="en-IN" sz="4350" spc="-165" strike="noStrike" baseline="73000">
                <a:solidFill>
                  <a:schemeClr val="dk1"/>
                </a:solidFill>
                <a:latin typeface="Century"/>
              </a:rPr>
              <a:t>t</a:t>
            </a:r>
            <a:r>
              <a:rPr b="0" lang="en-IN" sz="4350" spc="-1688" strike="noStrike" baseline="73000">
                <a:solidFill>
                  <a:schemeClr val="dk1"/>
                </a:solidFill>
                <a:latin typeface="Century"/>
              </a:rPr>
              <a:t>a</a:t>
            </a:r>
            <a:r>
              <a:rPr b="0" lang="en-IN" sz="5900" spc="-2731" strike="noStrike">
                <a:solidFill>
                  <a:srgbClr val="bf0000"/>
                </a:solidFill>
                <a:latin typeface="Century"/>
              </a:rPr>
              <a:t>n</a:t>
            </a:r>
            <a:r>
              <a:rPr b="0" lang="en-IN" sz="4350" spc="-165" strike="noStrike" baseline="73000">
                <a:solidFill>
                  <a:schemeClr val="dk1"/>
                </a:solidFill>
                <a:latin typeface="Century"/>
              </a:rPr>
              <a:t>g</a:t>
            </a:r>
            <a:r>
              <a:rPr b="0" lang="en-IN" sz="4350" spc="-151" strike="noStrike" baseline="73000">
                <a:solidFill>
                  <a:schemeClr val="dk1"/>
                </a:solidFill>
                <a:latin typeface="Century"/>
              </a:rPr>
              <a:t>e</a:t>
            </a:r>
            <a:r>
              <a:rPr b="0" lang="en-IN" sz="4350" spc="231" strike="noStrike" baseline="73000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4350" spc="-1" strike="noStrike" baseline="73000">
                <a:solidFill>
                  <a:schemeClr val="dk1"/>
                </a:solidFill>
                <a:latin typeface="Century"/>
              </a:rPr>
              <a:t>6</a:t>
            </a:r>
            <a:r>
              <a:rPr b="0" lang="en-IN" sz="4350" spc="-15" strike="noStrike" baseline="73000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4350" spc="-1" strike="noStrike" baseline="73000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4350" spc="-15" strike="noStrike" baseline="73000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4350" spc="72" strike="noStrike" baseline="73000">
                <a:solidFill>
                  <a:schemeClr val="dk1"/>
                </a:solidFill>
                <a:latin typeface="Century"/>
              </a:rPr>
              <a:t>M</a:t>
            </a:r>
            <a:r>
              <a:rPr b="0" lang="en-IN" sz="4350" spc="80" strike="noStrike" baseline="73000">
                <a:solidFill>
                  <a:schemeClr val="dk1"/>
                </a:solidFill>
                <a:latin typeface="Century"/>
              </a:rPr>
              <a:t>o</a:t>
            </a:r>
            <a:r>
              <a:rPr b="0" lang="en-IN" sz="4350" spc="72" strike="noStrike" baseline="73000">
                <a:solidFill>
                  <a:schemeClr val="dk1"/>
                </a:solidFill>
                <a:latin typeface="Century"/>
              </a:rPr>
              <a:t>nit</a:t>
            </a:r>
            <a:r>
              <a:rPr b="0" lang="en-IN" sz="4350" spc="80" strike="noStrike" baseline="73000">
                <a:solidFill>
                  <a:schemeClr val="dk1"/>
                </a:solidFill>
                <a:latin typeface="Century"/>
              </a:rPr>
              <a:t>o</a:t>
            </a:r>
            <a:r>
              <a:rPr b="0" lang="en-IN" sz="4350" spc="72" strike="noStrike" baseline="73000">
                <a:solidFill>
                  <a:schemeClr val="dk1"/>
                </a:solidFill>
                <a:latin typeface="Century"/>
              </a:rPr>
              <a:t>rin</a:t>
            </a:r>
            <a:r>
              <a:rPr b="0" lang="en-IN" sz="4350" spc="-2130" strike="noStrike" baseline="73000">
                <a:solidFill>
                  <a:schemeClr val="dk1"/>
                </a:solidFill>
                <a:latin typeface="Century"/>
              </a:rPr>
              <a:t>g</a:t>
            </a:r>
            <a:endParaRPr b="0" lang="en-IN" sz="435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117" name="object 3"/>
          <p:cNvGrpSpPr/>
          <p:nvPr/>
        </p:nvGrpSpPr>
        <p:grpSpPr>
          <a:xfrm>
            <a:off x="367560" y="1618200"/>
            <a:ext cx="8409600" cy="3894120"/>
            <a:chOff x="367560" y="1618200"/>
            <a:chExt cx="8409600" cy="3894120"/>
          </a:xfrm>
        </p:grpSpPr>
        <p:pic>
          <p:nvPicPr>
            <p:cNvPr id="2118" name="object 4" descr=""/>
            <p:cNvPicPr/>
            <p:nvPr/>
          </p:nvPicPr>
          <p:blipFill>
            <a:blip r:embed="rId2"/>
            <a:stretch/>
          </p:blipFill>
          <p:spPr>
            <a:xfrm>
              <a:off x="379080" y="1629720"/>
              <a:ext cx="8386560" cy="3871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19" name="object 5"/>
            <p:cNvSpPr/>
            <p:nvPr/>
          </p:nvSpPr>
          <p:spPr>
            <a:xfrm>
              <a:off x="367560" y="1618200"/>
              <a:ext cx="8409600" cy="3894120"/>
            </a:xfrm>
            <a:custGeom>
              <a:avLst/>
              <a:gdLst>
                <a:gd name="textAreaLeft" fmla="*/ 0 w 8409600"/>
                <a:gd name="textAreaRight" fmla="*/ 8409960 w 8409600"/>
                <a:gd name="textAreaTop" fmla="*/ 0 h 3894120"/>
                <a:gd name="textAreaBottom" fmla="*/ 3894480 h 3894120"/>
              </a:gdLst>
              <a:ahLst/>
              <a:rect l="textAreaLeft" t="textAreaTop" r="textAreaRight" b="textAreaBottom"/>
              <a:pathLst>
                <a:path w="8409940" h="3894454">
                  <a:moveTo>
                    <a:pt x="0" y="0"/>
                  </a:moveTo>
                  <a:lnTo>
                    <a:pt x="0" y="3894385"/>
                  </a:lnTo>
                  <a:lnTo>
                    <a:pt x="8409681" y="3894385"/>
                  </a:lnTo>
                  <a:lnTo>
                    <a:pt x="8409681" y="0"/>
                  </a:lnTo>
                  <a:lnTo>
                    <a:pt x="0" y="0"/>
                  </a:lnTo>
                </a:path>
              </a:pathLst>
            </a:custGeom>
            <a:noFill/>
            <a:ln w="7619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0" name="object 6"/>
          <p:cNvGrpSpPr/>
          <p:nvPr/>
        </p:nvGrpSpPr>
        <p:grpSpPr>
          <a:xfrm>
            <a:off x="9175320" y="1656720"/>
            <a:ext cx="8636400" cy="3884040"/>
            <a:chOff x="9175320" y="1656720"/>
            <a:chExt cx="8636400" cy="3884040"/>
          </a:xfrm>
        </p:grpSpPr>
        <p:pic>
          <p:nvPicPr>
            <p:cNvPr id="2121" name="object 7" descr=""/>
            <p:cNvPicPr/>
            <p:nvPr/>
          </p:nvPicPr>
          <p:blipFill>
            <a:blip r:embed="rId3"/>
            <a:stretch/>
          </p:blipFill>
          <p:spPr>
            <a:xfrm>
              <a:off x="9248400" y="1668240"/>
              <a:ext cx="8389800" cy="3861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22" name="object 8"/>
            <p:cNvSpPr/>
            <p:nvPr/>
          </p:nvSpPr>
          <p:spPr>
            <a:xfrm>
              <a:off x="9175320" y="1656720"/>
              <a:ext cx="8636400" cy="3884040"/>
            </a:xfrm>
            <a:custGeom>
              <a:avLst/>
              <a:gdLst>
                <a:gd name="textAreaLeft" fmla="*/ 0 w 8636400"/>
                <a:gd name="textAreaRight" fmla="*/ 8636760 w 8636400"/>
                <a:gd name="textAreaTop" fmla="*/ 0 h 3884040"/>
                <a:gd name="textAreaBottom" fmla="*/ 3884400 h 3884040"/>
              </a:gdLst>
              <a:ahLst/>
              <a:rect l="textAreaLeft" t="textAreaTop" r="textAreaRight" b="textAreaBottom"/>
              <a:pathLst>
                <a:path w="8636635" h="3884295">
                  <a:moveTo>
                    <a:pt x="0" y="0"/>
                  </a:moveTo>
                  <a:lnTo>
                    <a:pt x="0" y="3884264"/>
                  </a:lnTo>
                  <a:lnTo>
                    <a:pt x="8636495" y="3884264"/>
                  </a:lnTo>
                  <a:lnTo>
                    <a:pt x="8636495" y="0"/>
                  </a:lnTo>
                  <a:lnTo>
                    <a:pt x="0" y="0"/>
                  </a:lnTo>
                </a:path>
              </a:pathLst>
            </a:custGeom>
            <a:noFill/>
            <a:ln w="7619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3" name="object 9"/>
          <p:cNvGrpSpPr/>
          <p:nvPr/>
        </p:nvGrpSpPr>
        <p:grpSpPr>
          <a:xfrm>
            <a:off x="367560" y="5913000"/>
            <a:ext cx="8535960" cy="3427200"/>
            <a:chOff x="367560" y="5913000"/>
            <a:chExt cx="8535960" cy="3427200"/>
          </a:xfrm>
        </p:grpSpPr>
        <p:pic>
          <p:nvPicPr>
            <p:cNvPr id="2124" name="object 10" descr=""/>
            <p:cNvPicPr/>
            <p:nvPr/>
          </p:nvPicPr>
          <p:blipFill>
            <a:blip r:embed="rId4"/>
            <a:stretch/>
          </p:blipFill>
          <p:spPr>
            <a:xfrm>
              <a:off x="386640" y="5924520"/>
              <a:ext cx="8489520" cy="3404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25" name="object 11"/>
            <p:cNvSpPr/>
            <p:nvPr/>
          </p:nvSpPr>
          <p:spPr>
            <a:xfrm>
              <a:off x="367560" y="5913000"/>
              <a:ext cx="8535960" cy="3427200"/>
            </a:xfrm>
            <a:custGeom>
              <a:avLst/>
              <a:gdLst>
                <a:gd name="textAreaLeft" fmla="*/ 0 w 8535960"/>
                <a:gd name="textAreaRight" fmla="*/ 8536320 w 8535960"/>
                <a:gd name="textAreaTop" fmla="*/ 0 h 3427200"/>
                <a:gd name="textAreaBottom" fmla="*/ 3427560 h 3427200"/>
              </a:gdLst>
              <a:ahLst/>
              <a:rect l="textAreaLeft" t="textAreaTop" r="textAreaRight" b="textAreaBottom"/>
              <a:pathLst>
                <a:path w="8536305" h="3427729">
                  <a:moveTo>
                    <a:pt x="0" y="0"/>
                  </a:moveTo>
                  <a:lnTo>
                    <a:pt x="0" y="3427214"/>
                  </a:lnTo>
                  <a:lnTo>
                    <a:pt x="8535739" y="3427214"/>
                  </a:lnTo>
                  <a:lnTo>
                    <a:pt x="8535739" y="0"/>
                  </a:lnTo>
                  <a:lnTo>
                    <a:pt x="0" y="0"/>
                  </a:lnTo>
                </a:path>
              </a:pathLst>
            </a:custGeom>
            <a:noFill/>
            <a:ln w="7619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6" name="object 12"/>
          <p:cNvGrpSpPr/>
          <p:nvPr/>
        </p:nvGrpSpPr>
        <p:grpSpPr>
          <a:xfrm>
            <a:off x="9351360" y="5953320"/>
            <a:ext cx="8460360" cy="3386880"/>
            <a:chOff x="9351360" y="5953320"/>
            <a:chExt cx="8460360" cy="3386880"/>
          </a:xfrm>
        </p:grpSpPr>
        <p:pic>
          <p:nvPicPr>
            <p:cNvPr id="2127" name="object 13" descr=""/>
            <p:cNvPicPr/>
            <p:nvPr/>
          </p:nvPicPr>
          <p:blipFill>
            <a:blip r:embed="rId5"/>
            <a:stretch/>
          </p:blipFill>
          <p:spPr>
            <a:xfrm>
              <a:off x="9370080" y="5964840"/>
              <a:ext cx="8430120" cy="336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28" name="object 14"/>
            <p:cNvSpPr/>
            <p:nvPr/>
          </p:nvSpPr>
          <p:spPr>
            <a:xfrm>
              <a:off x="9351360" y="5953320"/>
              <a:ext cx="8460360" cy="3386880"/>
            </a:xfrm>
            <a:custGeom>
              <a:avLst/>
              <a:gdLst>
                <a:gd name="textAreaLeft" fmla="*/ 0 w 8460360"/>
                <a:gd name="textAreaRight" fmla="*/ 8460720 w 8460360"/>
                <a:gd name="textAreaTop" fmla="*/ 0 h 3386880"/>
                <a:gd name="textAreaBottom" fmla="*/ 3387240 h 3386880"/>
              </a:gdLst>
              <a:ahLst/>
              <a:rect l="textAreaLeft" t="textAreaTop" r="textAreaRight" b="textAreaBottom"/>
              <a:pathLst>
                <a:path w="8460740" h="3387090">
                  <a:moveTo>
                    <a:pt x="0" y="0"/>
                  </a:moveTo>
                  <a:lnTo>
                    <a:pt x="0" y="3386732"/>
                  </a:lnTo>
                  <a:lnTo>
                    <a:pt x="8460431" y="3386732"/>
                  </a:lnTo>
                  <a:lnTo>
                    <a:pt x="8460431" y="0"/>
                  </a:lnTo>
                  <a:lnTo>
                    <a:pt x="0" y="0"/>
                  </a:lnTo>
                </a:path>
              </a:pathLst>
            </a:custGeom>
            <a:noFill/>
            <a:ln w="7619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29" name="object 16"/>
          <p:cNvSpPr/>
          <p:nvPr/>
        </p:nvSpPr>
        <p:spPr>
          <a:xfrm>
            <a:off x="748548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f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1" name="object 3" descr=""/>
          <p:cNvPicPr/>
          <p:nvPr/>
        </p:nvPicPr>
        <p:blipFill>
          <a:blip r:embed="rId1"/>
          <a:stretch/>
        </p:blipFill>
        <p:spPr>
          <a:xfrm>
            <a:off x="15444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2132" name="object 7"/>
          <p:cNvSpPr/>
          <p:nvPr/>
        </p:nvSpPr>
        <p:spPr>
          <a:xfrm>
            <a:off x="14634720" y="93240"/>
            <a:ext cx="3635640" cy="623160"/>
          </a:xfrm>
          <a:custGeom>
            <a:avLst/>
            <a:gdLst>
              <a:gd name="textAreaLeft" fmla="*/ 0 w 3635640"/>
              <a:gd name="textAreaRight" fmla="*/ 3636000 w 363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3636009" h="623570">
                <a:moveTo>
                  <a:pt x="3479639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3479639" y="0"/>
                </a:lnTo>
                <a:lnTo>
                  <a:pt x="3539296" y="11866"/>
                </a:lnTo>
                <a:lnTo>
                  <a:pt x="3589871" y="45659"/>
                </a:lnTo>
                <a:lnTo>
                  <a:pt x="3623664" y="96234"/>
                </a:lnTo>
                <a:lnTo>
                  <a:pt x="3635531" y="155892"/>
                </a:lnTo>
                <a:lnTo>
                  <a:pt x="3635531" y="467676"/>
                </a:lnTo>
                <a:lnTo>
                  <a:pt x="3623664" y="527334"/>
                </a:lnTo>
                <a:lnTo>
                  <a:pt x="3589871" y="577909"/>
                </a:lnTo>
                <a:lnTo>
                  <a:pt x="3539296" y="611702"/>
                </a:lnTo>
                <a:lnTo>
                  <a:pt x="3479639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3" name="object 8"/>
          <p:cNvSpPr/>
          <p:nvPr/>
        </p:nvSpPr>
        <p:spPr>
          <a:xfrm>
            <a:off x="14743800" y="-134640"/>
            <a:ext cx="3362760" cy="16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4350" spc="-143" strike="noStrike" baseline="-38000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4350" spc="-24" strike="noStrike" baseline="-38000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4350" spc="-361" strike="noStrike" baseline="-38000">
                <a:solidFill>
                  <a:srgbClr val="000000"/>
                </a:solidFill>
                <a:latin typeface="Century"/>
              </a:rPr>
              <a:t>6</a:t>
            </a:r>
            <a:r>
              <a:rPr b="0" i="1" lang="en-IN" sz="1800" spc="-276" strike="noStrike">
                <a:solidFill>
                  <a:srgbClr val="000000"/>
                </a:solidFill>
                <a:latin typeface="Times New Roman"/>
              </a:rPr>
              <a:t>G</a:t>
            </a:r>
            <a:r>
              <a:rPr b="0" lang="en-IN" sz="4350" spc="-1126" strike="noStrike" baseline="-38000">
                <a:solidFill>
                  <a:srgbClr val="000000"/>
                </a:solidFill>
                <a:latin typeface="Century"/>
              </a:rPr>
              <a:t>-</a:t>
            </a:r>
            <a:r>
              <a:rPr b="0" i="1" lang="en-IN" sz="1800" spc="52" strike="noStrike">
                <a:solidFill>
                  <a:srgbClr val="000000"/>
                </a:solidFill>
                <a:latin typeface="Times New Roman"/>
              </a:rPr>
              <a:t>o,</a:t>
            </a:r>
            <a:r>
              <a:rPr b="0" i="1" lang="en-IN" sz="1800" spc="-24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IN" sz="4350" spc="-3473" strike="noStrike" baseline="-38000">
                <a:solidFill>
                  <a:srgbClr val="000000"/>
                </a:solidFill>
                <a:latin typeface="Century"/>
              </a:rPr>
              <a:t>M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ch</a:t>
            </a:r>
            <a:r>
              <a:rPr b="0" i="1" lang="en-IN" sz="1800" spc="-446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IN" sz="4350" spc="-1509" strike="noStrike" baseline="-38000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1800" spc="-15" strike="noStrike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IN" sz="4350" spc="-2671" strike="noStrike" baseline="-38000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g</a:t>
            </a:r>
            <a:r>
              <a:rPr b="0" i="1" lang="en-IN" sz="1800" spc="-60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IN" sz="4350" spc="-188" strike="noStrike" baseline="-38000">
                <a:solidFill>
                  <a:srgbClr val="000000"/>
                </a:solidFill>
                <a:latin typeface="Century"/>
              </a:rPr>
              <a:t>i</a:t>
            </a:r>
            <a:r>
              <a:rPr b="0" i="1" lang="en-IN" sz="1800" spc="-426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IN" sz="4350" spc="-962" strike="noStrike" baseline="-38000">
                <a:solidFill>
                  <a:srgbClr val="000000"/>
                </a:solidFill>
                <a:latin typeface="Century"/>
              </a:rPr>
              <a:t>t</a:t>
            </a:r>
            <a:r>
              <a:rPr b="0" i="1" lang="en-IN" sz="1800" spc="-290" strike="noStrike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IN" sz="4350" spc="-1739" strike="noStrike" baseline="-38000">
                <a:solidFill>
                  <a:srgbClr val="000000"/>
                </a:solidFill>
                <a:latin typeface="Century"/>
              </a:rPr>
              <a:t>o</a:t>
            </a:r>
            <a:r>
              <a:rPr b="0" i="1" lang="en-IN" sz="1800" spc="-1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i="1" lang="en-IN" sz="1800" spc="-12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IN" sz="4350" spc="-1447" strike="noStrike" baseline="-38000">
                <a:solidFill>
                  <a:srgbClr val="000000"/>
                </a:solidFill>
                <a:latin typeface="Century"/>
              </a:rPr>
              <a:t>r</a:t>
            </a:r>
            <a:r>
              <a:rPr b="0" i="1" lang="en-IN" sz="1800" spc="-406" strike="noStrike">
                <a:solidFill>
                  <a:srgbClr val="000000"/>
                </a:solidFill>
                <a:latin typeface="Times New Roman"/>
              </a:rPr>
              <a:t>w</a:t>
            </a:r>
            <a:r>
              <a:rPr b="0" lang="en-IN" sz="4350" spc="-772" strike="noStrike" baseline="-38000">
                <a:solidFill>
                  <a:srgbClr val="000000"/>
                </a:solidFill>
                <a:latin typeface="Century"/>
              </a:rPr>
              <a:t>i</a:t>
            </a:r>
            <a:r>
              <a:rPr b="0" i="1" lang="en-IN" sz="1800" spc="-511" strike="noStrike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IN" sz="4350" spc="-1897" strike="noStrike" baseline="-38000">
                <a:solidFill>
                  <a:srgbClr val="000000"/>
                </a:solidFill>
                <a:latin typeface="Century"/>
              </a:rPr>
              <a:t>n</a:t>
            </a:r>
            <a:r>
              <a:rPr b="0" i="1" lang="en-IN" sz="1800" spc="-21" strike="noStrike">
                <a:solidFill>
                  <a:srgbClr val="000000"/>
                </a:solidFill>
                <a:latin typeface="Times New Roman"/>
              </a:rPr>
              <a:t>r</a:t>
            </a:r>
            <a:r>
              <a:rPr b="0" i="1" lang="en-IN" sz="1800" spc="-140" strike="noStrike">
                <a:solidFill>
                  <a:srgbClr val="000000"/>
                </a:solidFill>
                <a:latin typeface="Times New Roman"/>
              </a:rPr>
              <a:t>l</a:t>
            </a:r>
            <a:r>
              <a:rPr b="0" lang="en-IN" sz="4350" spc="-2235" strike="noStrike" baseline="-38000">
                <a:solidFill>
                  <a:srgbClr val="000000"/>
                </a:solidFill>
                <a:latin typeface="Century"/>
              </a:rPr>
              <a:t>g</a:t>
            </a:r>
            <a:r>
              <a:rPr b="0" i="1" lang="en-IN" sz="1800" spc="-21" strike="noStrike">
                <a:solidFill>
                  <a:srgbClr val="000000"/>
                </a:solidFill>
                <a:latin typeface="Times New Roman"/>
              </a:rPr>
              <a:t>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4" name="PlaceHolder 1"/>
          <p:cNvSpPr>
            <a:spLocks noGrp="1"/>
          </p:cNvSpPr>
          <p:nvPr>
            <p:ph type="title"/>
          </p:nvPr>
        </p:nvSpPr>
        <p:spPr>
          <a:xfrm>
            <a:off x="1138680" y="2038680"/>
            <a:ext cx="1622628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4800" spc="-151" strike="noStrike">
                <a:solidFill>
                  <a:srgbClr val="00be62"/>
                </a:solidFill>
                <a:latin typeface="Century"/>
              </a:rPr>
              <a:t>Grafana</a:t>
            </a:r>
            <a:r>
              <a:rPr b="0" lang="en-IN" sz="4800" spc="-26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" strike="noStrike">
                <a:solidFill>
                  <a:srgbClr val="00be62"/>
                </a:solidFill>
                <a:latin typeface="Century"/>
              </a:rPr>
              <a:t>&amp;</a:t>
            </a:r>
            <a:r>
              <a:rPr b="0" lang="en-IN" sz="4800" spc="-21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82" strike="noStrike">
                <a:solidFill>
                  <a:srgbClr val="00be62"/>
                </a:solidFill>
                <a:latin typeface="Century"/>
              </a:rPr>
              <a:t>Prometheus</a:t>
            </a:r>
            <a:r>
              <a:rPr b="0" lang="en-IN" sz="4800" spc="-26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296" strike="noStrike">
                <a:solidFill>
                  <a:srgbClr val="00be62"/>
                </a:solidFill>
                <a:latin typeface="Century"/>
              </a:rPr>
              <a:t>–</a:t>
            </a:r>
            <a:r>
              <a:rPr b="0" lang="en-IN" sz="4800" spc="-21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45" strike="noStrike">
                <a:solidFill>
                  <a:srgbClr val="00be62"/>
                </a:solidFill>
                <a:latin typeface="Century"/>
              </a:rPr>
              <a:t>System</a:t>
            </a:r>
            <a:r>
              <a:rPr b="0" lang="en-IN" sz="4800" spc="-26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" strike="noStrike">
                <a:solidFill>
                  <a:srgbClr val="00be62"/>
                </a:solidFill>
                <a:latin typeface="Century"/>
              </a:rPr>
              <a:t>&amp;</a:t>
            </a:r>
            <a:r>
              <a:rPr b="0" lang="en-IN" sz="4800" spc="-21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45" strike="noStrike">
                <a:solidFill>
                  <a:srgbClr val="00be62"/>
                </a:solidFill>
                <a:latin typeface="Century"/>
              </a:rPr>
              <a:t>Performance</a:t>
            </a:r>
            <a:r>
              <a:rPr b="0" lang="en-IN" sz="4800" spc="-21" strike="noStrike">
                <a:solidFill>
                  <a:srgbClr val="00be62"/>
                </a:solidFill>
                <a:latin typeface="Century"/>
              </a:rPr>
              <a:t> </a:t>
            </a:r>
            <a:r>
              <a:rPr b="0" lang="en-IN" sz="4800" spc="-111" strike="noStrike">
                <a:solidFill>
                  <a:srgbClr val="00be62"/>
                </a:solidFill>
                <a:latin typeface="Century"/>
              </a:rPr>
              <a:t>Monitoring</a:t>
            </a:r>
            <a:endParaRPr b="0" lang="en-IN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5" name="object 6"/>
          <p:cNvSpPr/>
          <p:nvPr/>
        </p:nvSpPr>
        <p:spPr>
          <a:xfrm>
            <a:off x="291600" y="3067560"/>
            <a:ext cx="16977600" cy="53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3040" bIns="0" anchor="t">
            <a:spAutoFit/>
          </a:bodyPr>
          <a:p>
            <a:pPr marL="12600">
              <a:lnSpc>
                <a:spcPct val="100000"/>
              </a:lnSpc>
              <a:spcBef>
                <a:spcPts val="1599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What</a:t>
            </a:r>
            <a:r>
              <a:rPr b="0" lang="en-IN" sz="3300" spc="9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is</a:t>
            </a:r>
            <a:r>
              <a:rPr b="0" lang="en-IN" sz="3300" spc="1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9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22840">
              <a:lnSpc>
                <a:spcPct val="104000"/>
              </a:lnSpc>
              <a:spcBef>
                <a:spcPts val="1335"/>
              </a:spcBef>
            </a:pP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Grafana</a:t>
            </a:r>
            <a:r>
              <a:rPr b="0" lang="en-IN" sz="3300" spc="3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is</a:t>
            </a:r>
            <a:r>
              <a:rPr b="0" lang="en-IN" sz="3300" spc="3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</a:t>
            </a:r>
            <a:r>
              <a:rPr b="0" lang="en-IN" sz="3300" spc="3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open-</a:t>
            </a: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source</a:t>
            </a:r>
            <a:r>
              <a:rPr b="0" lang="en-IN" sz="3300" spc="3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monitoring</a:t>
            </a:r>
            <a:r>
              <a:rPr b="0" lang="en-IN" sz="3300" spc="3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3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visualization</a:t>
            </a:r>
            <a:r>
              <a:rPr b="0" lang="en-IN" sz="3300" spc="3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tool</a:t>
            </a:r>
            <a:r>
              <a:rPr b="0" lang="en-IN" sz="3300" spc="3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used</a:t>
            </a:r>
            <a:r>
              <a:rPr b="0" lang="en-IN" sz="3300" spc="3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3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track</a:t>
            </a:r>
            <a:r>
              <a:rPr b="0" lang="en-IN" sz="3300" spc="318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system</a:t>
            </a:r>
            <a:r>
              <a:rPr b="0" lang="en-IN" sz="3300" spc="32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00000"/>
                </a:solidFill>
                <a:latin typeface="Century"/>
              </a:rPr>
              <a:t>and </a:t>
            </a:r>
            <a:r>
              <a:rPr b="0" lang="en-IN" sz="3300" spc="-55" strike="noStrike">
                <a:solidFill>
                  <a:srgbClr val="000000"/>
                </a:solidFill>
                <a:latin typeface="Century"/>
              </a:rPr>
              <a:t>application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performance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metrics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in</a:t>
            </a:r>
            <a:r>
              <a:rPr b="0" lang="en-IN" sz="3300" spc="-11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72" strike="noStrike">
                <a:solidFill>
                  <a:srgbClr val="000000"/>
                </a:solidFill>
                <a:latin typeface="Century"/>
              </a:rPr>
              <a:t>real</a:t>
            </a:r>
            <a:r>
              <a:rPr b="0" lang="en-IN" sz="3300" spc="-114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time.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05"/>
              </a:spcBef>
            </a:pP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Why </a:t>
            </a:r>
            <a:r>
              <a:rPr b="0" lang="en-IN" sz="3300" spc="-66" strike="noStrike">
                <a:solidFill>
                  <a:srgbClr val="0cbfde"/>
                </a:solidFill>
                <a:latin typeface="Century"/>
              </a:rPr>
              <a:t>use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26" strike="noStrike">
                <a:solidFill>
                  <a:srgbClr val="0cbfde"/>
                </a:solidFill>
                <a:latin typeface="Century"/>
              </a:rPr>
              <a:t>it?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22840">
              <a:lnSpc>
                <a:spcPct val="100000"/>
              </a:lnSpc>
              <a:spcBef>
                <a:spcPts val="456"/>
              </a:spcBef>
            </a:pPr>
            <a:r>
              <a:rPr b="0" lang="en-IN" sz="3300" spc="94" strike="noStrike">
                <a:solidFill>
                  <a:srgbClr val="000000"/>
                </a:solidFill>
                <a:latin typeface="Century"/>
              </a:rPr>
              <a:t>To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35" strike="noStrike">
                <a:solidFill>
                  <a:srgbClr val="000000"/>
                </a:solidFill>
                <a:latin typeface="Century"/>
              </a:rPr>
              <a:t>monitor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performance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the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deployed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41" strike="noStrike">
                <a:solidFill>
                  <a:srgbClr val="000000"/>
                </a:solidFill>
                <a:latin typeface="Century"/>
              </a:rPr>
              <a:t>emotion</a:t>
            </a: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analysis</a:t>
            </a:r>
            <a:r>
              <a:rPr b="0" lang="en-IN" sz="3300" spc="-5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model.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801"/>
              </a:spcBef>
            </a:pPr>
            <a:r>
              <a:rPr b="0" lang="en-IN" sz="3300" spc="-21" strike="noStrike">
                <a:solidFill>
                  <a:srgbClr val="0cbfde"/>
                </a:solidFill>
                <a:latin typeface="Century"/>
              </a:rPr>
              <a:t>How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cbfde"/>
                </a:solidFill>
                <a:latin typeface="Century"/>
              </a:rPr>
              <a:t>it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-75" strike="noStrike">
                <a:solidFill>
                  <a:srgbClr val="0cbfde"/>
                </a:solidFill>
                <a:latin typeface="Century"/>
              </a:rPr>
              <a:t>helps</a:t>
            </a:r>
            <a:r>
              <a:rPr b="0" lang="en-IN" sz="3300" spc="-52" strike="noStrike">
                <a:solidFill>
                  <a:srgbClr val="0cbfde"/>
                </a:solidFill>
                <a:latin typeface="Century"/>
              </a:rPr>
              <a:t> </a:t>
            </a:r>
            <a:r>
              <a:rPr b="0" lang="en-IN" sz="3300" spc="32" strike="noStrike">
                <a:solidFill>
                  <a:srgbClr val="0cbfde"/>
                </a:solidFill>
                <a:latin typeface="Century"/>
              </a:rPr>
              <a:t>?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22840">
              <a:lnSpc>
                <a:spcPct val="100000"/>
              </a:lnSpc>
              <a:spcBef>
                <a:spcPts val="2166"/>
              </a:spcBef>
            </a:pPr>
            <a:r>
              <a:rPr b="0" lang="en-IN" sz="3300" spc="-46" strike="noStrike">
                <a:solidFill>
                  <a:srgbClr val="000000"/>
                </a:solidFill>
                <a:latin typeface="Century"/>
              </a:rPr>
              <a:t>Monitors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" strike="noStrike">
                <a:solidFill>
                  <a:srgbClr val="000000"/>
                </a:solidFill>
                <a:latin typeface="Century"/>
              </a:rPr>
              <a:t>CPU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21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66" strike="noStrike">
                <a:solidFill>
                  <a:srgbClr val="000000"/>
                </a:solidFill>
                <a:latin typeface="Century"/>
              </a:rPr>
              <a:t>memory</a:t>
            </a:r>
            <a:r>
              <a:rPr b="0" lang="en-IN" sz="3300" spc="-8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usage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  <a:p>
            <a:pPr marL="222840">
              <a:lnSpc>
                <a:spcPct val="100000"/>
              </a:lnSpc>
              <a:spcBef>
                <a:spcPts val="164"/>
              </a:spcBef>
            </a:pPr>
            <a:r>
              <a:rPr b="0" lang="en-IN" sz="3300" spc="-32" strike="noStrike">
                <a:solidFill>
                  <a:srgbClr val="000000"/>
                </a:solidFill>
                <a:latin typeface="Century"/>
              </a:rPr>
              <a:t>Tracks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system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92" strike="noStrike">
                <a:solidFill>
                  <a:srgbClr val="000000"/>
                </a:solidFill>
                <a:latin typeface="Century"/>
              </a:rPr>
              <a:t>performance</a:t>
            </a:r>
            <a:r>
              <a:rPr b="0" lang="en-IN" sz="3300" spc="-126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80" strike="noStrike">
                <a:solidFill>
                  <a:srgbClr val="000000"/>
                </a:solidFill>
                <a:latin typeface="Century"/>
              </a:rPr>
              <a:t>during</a:t>
            </a:r>
            <a:r>
              <a:rPr b="0" lang="en-IN" sz="3300" spc="-12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3300" spc="-12" strike="noStrike">
                <a:solidFill>
                  <a:srgbClr val="000000"/>
                </a:solidFill>
                <a:latin typeface="Century"/>
              </a:rPr>
              <a:t>predictions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6" name="object 5"/>
          <p:cNvSpPr/>
          <p:nvPr/>
        </p:nvSpPr>
        <p:spPr>
          <a:xfrm>
            <a:off x="742824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38" name="object 3"/>
          <p:cNvGrpSpPr/>
          <p:nvPr/>
        </p:nvGrpSpPr>
        <p:grpSpPr>
          <a:xfrm>
            <a:off x="0" y="93240"/>
            <a:ext cx="18287640" cy="9448560"/>
            <a:chOff x="0" y="93240"/>
            <a:chExt cx="18287640" cy="9448560"/>
          </a:xfrm>
        </p:grpSpPr>
        <p:pic>
          <p:nvPicPr>
            <p:cNvPr id="2139" name="object 4" descr=""/>
            <p:cNvPicPr/>
            <p:nvPr/>
          </p:nvPicPr>
          <p:blipFill>
            <a:blip r:embed="rId1"/>
            <a:stretch/>
          </p:blipFill>
          <p:spPr>
            <a:xfrm>
              <a:off x="0" y="743040"/>
              <a:ext cx="18287640" cy="8798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40" name="object 5"/>
            <p:cNvSpPr/>
            <p:nvPr/>
          </p:nvSpPr>
          <p:spPr>
            <a:xfrm>
              <a:off x="14634720" y="93240"/>
              <a:ext cx="3635640" cy="623160"/>
            </a:xfrm>
            <a:custGeom>
              <a:avLst/>
              <a:gdLst>
                <a:gd name="textAreaLeft" fmla="*/ 0 w 3635640"/>
                <a:gd name="textAreaRight" fmla="*/ 3636000 w 363564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3636009" h="623570">
                  <a:moveTo>
                    <a:pt x="3479639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3479639" y="0"/>
                  </a:lnTo>
                  <a:lnTo>
                    <a:pt x="3539296" y="11866"/>
                  </a:lnTo>
                  <a:lnTo>
                    <a:pt x="3589871" y="45659"/>
                  </a:lnTo>
                  <a:lnTo>
                    <a:pt x="3623664" y="96234"/>
                  </a:lnTo>
                  <a:lnTo>
                    <a:pt x="3635531" y="155892"/>
                  </a:lnTo>
                  <a:lnTo>
                    <a:pt x="3635531" y="467676"/>
                  </a:lnTo>
                  <a:lnTo>
                    <a:pt x="3623664" y="527334"/>
                  </a:lnTo>
                  <a:lnTo>
                    <a:pt x="3589871" y="577909"/>
                  </a:lnTo>
                  <a:lnTo>
                    <a:pt x="3539296" y="611702"/>
                  </a:lnTo>
                  <a:lnTo>
                    <a:pt x="3479639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41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112402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9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6</a:t>
            </a:r>
            <a:r>
              <a:rPr b="0" lang="en-IN" sz="2900" spc="9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1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80" strike="noStrike">
                <a:solidFill>
                  <a:schemeClr val="dk1"/>
                </a:solidFill>
                <a:latin typeface="Century"/>
              </a:rPr>
              <a:t>Monitoring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43" name="object 3"/>
          <p:cNvGrpSpPr/>
          <p:nvPr/>
        </p:nvGrpSpPr>
        <p:grpSpPr>
          <a:xfrm>
            <a:off x="0" y="93240"/>
            <a:ext cx="18287640" cy="9164880"/>
            <a:chOff x="0" y="93240"/>
            <a:chExt cx="18287640" cy="9164880"/>
          </a:xfrm>
        </p:grpSpPr>
        <p:pic>
          <p:nvPicPr>
            <p:cNvPr id="2144" name="object 4" descr=""/>
            <p:cNvPicPr/>
            <p:nvPr/>
          </p:nvPicPr>
          <p:blipFill>
            <a:blip r:embed="rId1"/>
            <a:stretch/>
          </p:blipFill>
          <p:spPr>
            <a:xfrm>
              <a:off x="0" y="514440"/>
              <a:ext cx="18287640" cy="8743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45" name="object 5"/>
            <p:cNvSpPr/>
            <p:nvPr/>
          </p:nvSpPr>
          <p:spPr>
            <a:xfrm>
              <a:off x="14634720" y="93240"/>
              <a:ext cx="3635640" cy="623160"/>
            </a:xfrm>
            <a:custGeom>
              <a:avLst/>
              <a:gdLst>
                <a:gd name="textAreaLeft" fmla="*/ 0 w 3635640"/>
                <a:gd name="textAreaRight" fmla="*/ 3636000 w 3635640"/>
                <a:gd name="textAreaTop" fmla="*/ 0 h 623160"/>
                <a:gd name="textAreaBottom" fmla="*/ 623520 h 623160"/>
              </a:gdLst>
              <a:ahLst/>
              <a:rect l="textAreaLeft" t="textAreaTop" r="textAreaRight" b="textAreaBottom"/>
              <a:pathLst>
                <a:path w="3636009" h="623570">
                  <a:moveTo>
                    <a:pt x="3479639" y="623568"/>
                  </a:moveTo>
                  <a:lnTo>
                    <a:pt x="155892" y="623568"/>
                  </a:lnTo>
                  <a:lnTo>
                    <a:pt x="106618" y="615621"/>
                  </a:lnTo>
                  <a:lnTo>
                    <a:pt x="63824" y="593490"/>
                  </a:lnTo>
                  <a:lnTo>
                    <a:pt x="30078" y="559744"/>
                  </a:lnTo>
                  <a:lnTo>
                    <a:pt x="7947" y="516950"/>
                  </a:lnTo>
                  <a:lnTo>
                    <a:pt x="0" y="467676"/>
                  </a:lnTo>
                  <a:lnTo>
                    <a:pt x="0" y="155892"/>
                  </a:lnTo>
                  <a:lnTo>
                    <a:pt x="7947" y="106618"/>
                  </a:lnTo>
                  <a:lnTo>
                    <a:pt x="30078" y="63824"/>
                  </a:lnTo>
                  <a:lnTo>
                    <a:pt x="63824" y="30078"/>
                  </a:lnTo>
                  <a:lnTo>
                    <a:pt x="106618" y="7947"/>
                  </a:lnTo>
                  <a:lnTo>
                    <a:pt x="155892" y="0"/>
                  </a:lnTo>
                  <a:lnTo>
                    <a:pt x="3479639" y="0"/>
                  </a:lnTo>
                  <a:lnTo>
                    <a:pt x="3539296" y="11866"/>
                  </a:lnTo>
                  <a:lnTo>
                    <a:pt x="3589871" y="45659"/>
                  </a:lnTo>
                  <a:lnTo>
                    <a:pt x="3623664" y="96234"/>
                  </a:lnTo>
                  <a:lnTo>
                    <a:pt x="3635531" y="155892"/>
                  </a:lnTo>
                  <a:lnTo>
                    <a:pt x="3635531" y="467676"/>
                  </a:lnTo>
                  <a:lnTo>
                    <a:pt x="3623664" y="527334"/>
                  </a:lnTo>
                  <a:lnTo>
                    <a:pt x="3589871" y="577909"/>
                  </a:lnTo>
                  <a:lnTo>
                    <a:pt x="3539296" y="611702"/>
                  </a:lnTo>
                  <a:lnTo>
                    <a:pt x="3479639" y="623568"/>
                  </a:lnTo>
                  <a:close/>
                </a:path>
              </a:pathLst>
            </a:custGeom>
            <a:solidFill>
              <a:srgbClr val="ffe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46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112402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9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6</a:t>
            </a:r>
            <a:r>
              <a:rPr b="0" lang="en-IN" sz="2900" spc="9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1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80" strike="noStrike">
                <a:solidFill>
                  <a:schemeClr val="dk1"/>
                </a:solidFill>
                <a:latin typeface="Century"/>
              </a:rPr>
              <a:t>Monitoring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7" name="object 6"/>
          <p:cNvSpPr/>
          <p:nvPr/>
        </p:nvSpPr>
        <p:spPr>
          <a:xfrm>
            <a:off x="7485480" y="971856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8" name="object 2"/>
          <p:cNvGrpSpPr/>
          <p:nvPr/>
        </p:nvGrpSpPr>
        <p:grpSpPr>
          <a:xfrm>
            <a:off x="2701080" y="1500120"/>
            <a:ext cx="8306280" cy="7011720"/>
            <a:chOff x="2701080" y="1500120"/>
            <a:chExt cx="8306280" cy="7011720"/>
          </a:xfrm>
        </p:grpSpPr>
        <p:pic>
          <p:nvPicPr>
            <p:cNvPr id="2149" name="object 3" descr=""/>
            <p:cNvPicPr/>
            <p:nvPr/>
          </p:nvPicPr>
          <p:blipFill>
            <a:blip r:embed="rId1"/>
            <a:stretch/>
          </p:blipFill>
          <p:spPr>
            <a:xfrm>
              <a:off x="2701080" y="1500120"/>
              <a:ext cx="6856920" cy="6964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50" name="object 4"/>
            <p:cNvSpPr/>
            <p:nvPr/>
          </p:nvSpPr>
          <p:spPr>
            <a:xfrm>
              <a:off x="7280280" y="2430720"/>
              <a:ext cx="3727080" cy="6081120"/>
            </a:xfrm>
            <a:custGeom>
              <a:avLst/>
              <a:gdLst>
                <a:gd name="textAreaLeft" fmla="*/ 0 w 3727080"/>
                <a:gd name="textAreaRight" fmla="*/ 3727440 w 3727080"/>
                <a:gd name="textAreaTop" fmla="*/ 0 h 6081120"/>
                <a:gd name="textAreaBottom" fmla="*/ 6081480 h 6081120"/>
              </a:gdLst>
              <a:ahLst/>
              <a:rect l="textAreaLeft" t="textAreaTop" r="textAreaRight" b="textAreaBottom"/>
              <a:pathLst>
                <a:path w="3727450" h="6081395">
                  <a:moveTo>
                    <a:pt x="3593862" y="6081318"/>
                  </a:moveTo>
                  <a:lnTo>
                    <a:pt x="133349" y="6081318"/>
                  </a:lnTo>
                  <a:lnTo>
                    <a:pt x="91201" y="6074520"/>
                  </a:lnTo>
                  <a:lnTo>
                    <a:pt x="54595" y="6055589"/>
                  </a:lnTo>
                  <a:lnTo>
                    <a:pt x="25728" y="6026723"/>
                  </a:lnTo>
                  <a:lnTo>
                    <a:pt x="6798" y="5990117"/>
                  </a:lnTo>
                  <a:lnTo>
                    <a:pt x="0" y="594796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3593862" y="0"/>
                  </a:lnTo>
                  <a:lnTo>
                    <a:pt x="3636011" y="6798"/>
                  </a:lnTo>
                  <a:lnTo>
                    <a:pt x="3672617" y="25728"/>
                  </a:lnTo>
                  <a:lnTo>
                    <a:pt x="3701483" y="54595"/>
                  </a:lnTo>
                  <a:lnTo>
                    <a:pt x="3720414" y="91201"/>
                  </a:lnTo>
                  <a:lnTo>
                    <a:pt x="3727212" y="133349"/>
                  </a:lnTo>
                  <a:lnTo>
                    <a:pt x="3727212" y="5947968"/>
                  </a:lnTo>
                  <a:lnTo>
                    <a:pt x="3720414" y="5990117"/>
                  </a:lnTo>
                  <a:lnTo>
                    <a:pt x="3701483" y="6026723"/>
                  </a:lnTo>
                  <a:lnTo>
                    <a:pt x="3672617" y="6055589"/>
                  </a:lnTo>
                  <a:lnTo>
                    <a:pt x="3636011" y="6074520"/>
                  </a:lnTo>
                  <a:lnTo>
                    <a:pt x="3593862" y="6081318"/>
                  </a:lnTo>
                  <a:close/>
                </a:path>
              </a:pathLst>
            </a:custGeom>
            <a:solidFill>
              <a:srgbClr val="ffde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51" name="object 5"/>
          <p:cNvSpPr/>
          <p:nvPr/>
        </p:nvSpPr>
        <p:spPr>
          <a:xfrm>
            <a:off x="7590600" y="2403360"/>
            <a:ext cx="3337200" cy="69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331560" indent="-31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41" strike="noStrike">
                <a:solidFill>
                  <a:srgbClr val="000000"/>
                </a:solidFill>
                <a:latin typeface="Book Antiqua"/>
              </a:rPr>
              <a:t>Evidently</a:t>
            </a:r>
            <a:r>
              <a:rPr b="0" lang="en-IN" sz="2800" spc="-12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AI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37" strike="noStrike">
                <a:solidFill>
                  <a:srgbClr val="000000"/>
                </a:solidFill>
                <a:latin typeface="Book Antiqua"/>
              </a:rPr>
              <a:t>AI</a:t>
            </a:r>
            <a:r>
              <a:rPr b="0" lang="en-IN" sz="2800" spc="5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Fairness</a:t>
            </a:r>
            <a:r>
              <a:rPr b="0" lang="en-IN" sz="2800" spc="5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360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57" strike="noStrike">
                <a:solidFill>
                  <a:srgbClr val="000000"/>
                </a:solidFill>
                <a:latin typeface="Book Antiqua"/>
              </a:rPr>
              <a:t>SHAP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10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LIME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60" strike="noStrike">
                <a:solidFill>
                  <a:srgbClr val="000000"/>
                </a:solidFill>
                <a:latin typeface="Book Antiqua"/>
              </a:rPr>
              <a:t>GardCAM++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Prometheus</a:t>
            </a:r>
            <a:r>
              <a:rPr b="0" lang="en-IN" sz="2800" spc="9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and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Grafana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Datadog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156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Book Antiqua"/>
              <a:buAutoNum type="arabicPeriod"/>
              <a:tabLst>
                <a:tab algn="l" pos="33156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Newrelic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Tensorflow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Serving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30840" indent="-318600">
              <a:lnSpc>
                <a:spcPct val="116000"/>
              </a:lnSpc>
              <a:buClr>
                <a:srgbClr val="000000"/>
              </a:buClr>
              <a:buFont typeface="Book Antiqua"/>
              <a:buAutoNum type="arabicPeriod"/>
              <a:tabLst>
                <a:tab algn="l" pos="332280"/>
              </a:tabLst>
            </a:pP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Custom</a:t>
            </a:r>
            <a:r>
              <a:rPr b="0" lang="en-IN" sz="2800" spc="-8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Websocket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endpoints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52" name="object 6"/>
          <p:cNvGrpSpPr/>
          <p:nvPr/>
        </p:nvGrpSpPr>
        <p:grpSpPr>
          <a:xfrm>
            <a:off x="9871560" y="215280"/>
            <a:ext cx="3145320" cy="7639920"/>
            <a:chOff x="9871560" y="215280"/>
            <a:chExt cx="3145320" cy="7639920"/>
          </a:xfrm>
        </p:grpSpPr>
        <p:sp>
          <p:nvSpPr>
            <p:cNvPr id="2153" name="object 7"/>
            <p:cNvSpPr/>
            <p:nvPr/>
          </p:nvSpPr>
          <p:spPr>
            <a:xfrm>
              <a:off x="11008080" y="6435720"/>
              <a:ext cx="1370520" cy="1418760"/>
            </a:xfrm>
            <a:custGeom>
              <a:avLst/>
              <a:gdLst>
                <a:gd name="textAreaLeft" fmla="*/ 0 w 1370520"/>
                <a:gd name="textAreaRight" fmla="*/ 1370880 w 137052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70965" h="1419225">
                  <a:moveTo>
                    <a:pt x="1370749" y="203047"/>
                  </a:moveTo>
                  <a:lnTo>
                    <a:pt x="1319974" y="203047"/>
                  </a:lnTo>
                  <a:lnTo>
                    <a:pt x="1319974" y="152285"/>
                  </a:lnTo>
                  <a:lnTo>
                    <a:pt x="1269199" y="152285"/>
                  </a:lnTo>
                  <a:lnTo>
                    <a:pt x="1269199" y="101523"/>
                  </a:lnTo>
                  <a:lnTo>
                    <a:pt x="1218425" y="101523"/>
                  </a:lnTo>
                  <a:lnTo>
                    <a:pt x="1218425" y="50761"/>
                  </a:lnTo>
                  <a:lnTo>
                    <a:pt x="1167650" y="50761"/>
                  </a:lnTo>
                  <a:lnTo>
                    <a:pt x="1167650" y="0"/>
                  </a:lnTo>
                  <a:lnTo>
                    <a:pt x="964577" y="0"/>
                  </a:lnTo>
                  <a:lnTo>
                    <a:pt x="964577" y="50761"/>
                  </a:lnTo>
                  <a:lnTo>
                    <a:pt x="913828" y="50761"/>
                  </a:lnTo>
                  <a:lnTo>
                    <a:pt x="913828" y="101523"/>
                  </a:lnTo>
                  <a:lnTo>
                    <a:pt x="913828" y="152285"/>
                  </a:lnTo>
                  <a:lnTo>
                    <a:pt x="913828" y="203047"/>
                  </a:lnTo>
                  <a:lnTo>
                    <a:pt x="863053" y="203047"/>
                  </a:lnTo>
                  <a:lnTo>
                    <a:pt x="863053" y="253809"/>
                  </a:lnTo>
                  <a:lnTo>
                    <a:pt x="812279" y="253809"/>
                  </a:lnTo>
                  <a:lnTo>
                    <a:pt x="812279" y="304139"/>
                  </a:lnTo>
                  <a:lnTo>
                    <a:pt x="812279" y="304571"/>
                  </a:lnTo>
                  <a:lnTo>
                    <a:pt x="761504" y="304571"/>
                  </a:lnTo>
                  <a:lnTo>
                    <a:pt x="761504" y="355333"/>
                  </a:lnTo>
                  <a:lnTo>
                    <a:pt x="659980" y="355333"/>
                  </a:lnTo>
                  <a:lnTo>
                    <a:pt x="659980" y="406095"/>
                  </a:lnTo>
                  <a:lnTo>
                    <a:pt x="659980" y="456857"/>
                  </a:lnTo>
                  <a:lnTo>
                    <a:pt x="558431" y="456857"/>
                  </a:lnTo>
                  <a:lnTo>
                    <a:pt x="558431" y="456234"/>
                  </a:lnTo>
                  <a:lnTo>
                    <a:pt x="558431" y="406095"/>
                  </a:lnTo>
                  <a:lnTo>
                    <a:pt x="355371" y="406095"/>
                  </a:lnTo>
                  <a:lnTo>
                    <a:pt x="355371" y="456857"/>
                  </a:lnTo>
                  <a:lnTo>
                    <a:pt x="253809" y="456857"/>
                  </a:lnTo>
                  <a:lnTo>
                    <a:pt x="253809" y="506349"/>
                  </a:lnTo>
                  <a:lnTo>
                    <a:pt x="253809" y="557110"/>
                  </a:lnTo>
                  <a:lnTo>
                    <a:pt x="203073" y="557110"/>
                  </a:lnTo>
                  <a:lnTo>
                    <a:pt x="203073" y="607872"/>
                  </a:lnTo>
                  <a:lnTo>
                    <a:pt x="253809" y="607872"/>
                  </a:lnTo>
                  <a:lnTo>
                    <a:pt x="253809" y="658634"/>
                  </a:lnTo>
                  <a:lnTo>
                    <a:pt x="304584" y="658634"/>
                  </a:lnTo>
                  <a:lnTo>
                    <a:pt x="304584" y="709396"/>
                  </a:lnTo>
                  <a:lnTo>
                    <a:pt x="355371" y="709396"/>
                  </a:lnTo>
                  <a:lnTo>
                    <a:pt x="355371" y="760171"/>
                  </a:lnTo>
                  <a:lnTo>
                    <a:pt x="406146" y="760171"/>
                  </a:lnTo>
                  <a:lnTo>
                    <a:pt x="406146" y="810933"/>
                  </a:lnTo>
                  <a:lnTo>
                    <a:pt x="456920" y="810933"/>
                  </a:lnTo>
                  <a:lnTo>
                    <a:pt x="456920" y="861695"/>
                  </a:lnTo>
                  <a:lnTo>
                    <a:pt x="406146" y="861695"/>
                  </a:lnTo>
                  <a:lnTo>
                    <a:pt x="406146" y="912456"/>
                  </a:lnTo>
                  <a:lnTo>
                    <a:pt x="355371" y="912456"/>
                  </a:lnTo>
                  <a:lnTo>
                    <a:pt x="355371" y="963218"/>
                  </a:lnTo>
                  <a:lnTo>
                    <a:pt x="304584" y="963218"/>
                  </a:lnTo>
                  <a:lnTo>
                    <a:pt x="304584" y="1013980"/>
                  </a:lnTo>
                  <a:lnTo>
                    <a:pt x="253809" y="1013980"/>
                  </a:lnTo>
                  <a:lnTo>
                    <a:pt x="253809" y="1064742"/>
                  </a:lnTo>
                  <a:lnTo>
                    <a:pt x="253809" y="1115504"/>
                  </a:lnTo>
                  <a:lnTo>
                    <a:pt x="152298" y="1115504"/>
                  </a:lnTo>
                  <a:lnTo>
                    <a:pt x="152298" y="1166266"/>
                  </a:lnTo>
                  <a:lnTo>
                    <a:pt x="101523" y="1166266"/>
                  </a:lnTo>
                  <a:lnTo>
                    <a:pt x="101523" y="1217028"/>
                  </a:lnTo>
                  <a:lnTo>
                    <a:pt x="101523" y="1267790"/>
                  </a:lnTo>
                  <a:lnTo>
                    <a:pt x="50749" y="1267790"/>
                  </a:lnTo>
                  <a:lnTo>
                    <a:pt x="50749" y="1318552"/>
                  </a:lnTo>
                  <a:lnTo>
                    <a:pt x="50749" y="1369314"/>
                  </a:lnTo>
                  <a:lnTo>
                    <a:pt x="0" y="1369314"/>
                  </a:lnTo>
                  <a:lnTo>
                    <a:pt x="0" y="1418805"/>
                  </a:lnTo>
                  <a:lnTo>
                    <a:pt x="101523" y="1418805"/>
                  </a:lnTo>
                  <a:lnTo>
                    <a:pt x="101523" y="1369314"/>
                  </a:lnTo>
                  <a:lnTo>
                    <a:pt x="203073" y="1369314"/>
                  </a:lnTo>
                  <a:lnTo>
                    <a:pt x="203073" y="1318552"/>
                  </a:lnTo>
                  <a:lnTo>
                    <a:pt x="253809" y="1318552"/>
                  </a:lnTo>
                  <a:lnTo>
                    <a:pt x="253809" y="1267790"/>
                  </a:lnTo>
                  <a:lnTo>
                    <a:pt x="304584" y="1267790"/>
                  </a:lnTo>
                  <a:lnTo>
                    <a:pt x="304584" y="1217028"/>
                  </a:lnTo>
                  <a:lnTo>
                    <a:pt x="355371" y="1217028"/>
                  </a:lnTo>
                  <a:lnTo>
                    <a:pt x="355371" y="1166266"/>
                  </a:lnTo>
                  <a:lnTo>
                    <a:pt x="406146" y="1166266"/>
                  </a:lnTo>
                  <a:lnTo>
                    <a:pt x="406146" y="1115504"/>
                  </a:lnTo>
                  <a:lnTo>
                    <a:pt x="456920" y="1115504"/>
                  </a:lnTo>
                  <a:lnTo>
                    <a:pt x="456920" y="1064742"/>
                  </a:lnTo>
                  <a:lnTo>
                    <a:pt x="507657" y="1064742"/>
                  </a:lnTo>
                  <a:lnTo>
                    <a:pt x="507657" y="1013980"/>
                  </a:lnTo>
                  <a:lnTo>
                    <a:pt x="558431" y="1013980"/>
                  </a:lnTo>
                  <a:lnTo>
                    <a:pt x="558431" y="963218"/>
                  </a:lnTo>
                  <a:lnTo>
                    <a:pt x="609206" y="963218"/>
                  </a:lnTo>
                  <a:lnTo>
                    <a:pt x="609206" y="1013980"/>
                  </a:lnTo>
                  <a:lnTo>
                    <a:pt x="659980" y="1013980"/>
                  </a:lnTo>
                  <a:lnTo>
                    <a:pt x="659980" y="1064742"/>
                  </a:lnTo>
                  <a:lnTo>
                    <a:pt x="710730" y="1064742"/>
                  </a:lnTo>
                  <a:lnTo>
                    <a:pt x="710730" y="1115504"/>
                  </a:lnTo>
                  <a:lnTo>
                    <a:pt x="761504" y="1115504"/>
                  </a:lnTo>
                  <a:lnTo>
                    <a:pt x="761504" y="1166266"/>
                  </a:lnTo>
                  <a:lnTo>
                    <a:pt x="812279" y="1166266"/>
                  </a:lnTo>
                  <a:lnTo>
                    <a:pt x="812279" y="1217028"/>
                  </a:lnTo>
                  <a:lnTo>
                    <a:pt x="913828" y="1217028"/>
                  </a:lnTo>
                  <a:lnTo>
                    <a:pt x="913828" y="1166266"/>
                  </a:lnTo>
                  <a:lnTo>
                    <a:pt x="964577" y="1166266"/>
                  </a:lnTo>
                  <a:lnTo>
                    <a:pt x="964577" y="1115504"/>
                  </a:lnTo>
                  <a:lnTo>
                    <a:pt x="964577" y="1064742"/>
                  </a:lnTo>
                  <a:lnTo>
                    <a:pt x="1015352" y="1064742"/>
                  </a:lnTo>
                  <a:lnTo>
                    <a:pt x="1015352" y="1013980"/>
                  </a:lnTo>
                  <a:lnTo>
                    <a:pt x="1015352" y="963218"/>
                  </a:lnTo>
                  <a:lnTo>
                    <a:pt x="1015352" y="912456"/>
                  </a:lnTo>
                  <a:lnTo>
                    <a:pt x="1015352" y="861695"/>
                  </a:lnTo>
                  <a:lnTo>
                    <a:pt x="964577" y="861695"/>
                  </a:lnTo>
                  <a:lnTo>
                    <a:pt x="964577" y="810933"/>
                  </a:lnTo>
                  <a:lnTo>
                    <a:pt x="964577" y="760171"/>
                  </a:lnTo>
                  <a:lnTo>
                    <a:pt x="964577" y="709396"/>
                  </a:lnTo>
                  <a:lnTo>
                    <a:pt x="1015352" y="709396"/>
                  </a:lnTo>
                  <a:lnTo>
                    <a:pt x="1015352" y="658634"/>
                  </a:lnTo>
                  <a:lnTo>
                    <a:pt x="1066126" y="658634"/>
                  </a:lnTo>
                  <a:lnTo>
                    <a:pt x="1066126" y="607872"/>
                  </a:lnTo>
                  <a:lnTo>
                    <a:pt x="1066126" y="557110"/>
                  </a:lnTo>
                  <a:lnTo>
                    <a:pt x="1116901" y="557110"/>
                  </a:lnTo>
                  <a:lnTo>
                    <a:pt x="1116901" y="506349"/>
                  </a:lnTo>
                  <a:lnTo>
                    <a:pt x="1167650" y="506349"/>
                  </a:lnTo>
                  <a:lnTo>
                    <a:pt x="1167650" y="456857"/>
                  </a:lnTo>
                  <a:lnTo>
                    <a:pt x="1319974" y="456857"/>
                  </a:lnTo>
                  <a:lnTo>
                    <a:pt x="1319974" y="406095"/>
                  </a:lnTo>
                  <a:lnTo>
                    <a:pt x="1370749" y="406095"/>
                  </a:lnTo>
                  <a:lnTo>
                    <a:pt x="1370749" y="355333"/>
                  </a:lnTo>
                  <a:lnTo>
                    <a:pt x="1370749" y="304571"/>
                  </a:lnTo>
                  <a:lnTo>
                    <a:pt x="1370749" y="253809"/>
                  </a:lnTo>
                  <a:lnTo>
                    <a:pt x="1370749" y="203047"/>
                  </a:lnTo>
                  <a:close/>
                </a:path>
              </a:pathLst>
            </a:custGeom>
            <a:solidFill>
              <a:srgbClr val="d1d1d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4" name="object 8"/>
            <p:cNvSpPr/>
            <p:nvPr/>
          </p:nvSpPr>
          <p:spPr>
            <a:xfrm>
              <a:off x="11160360" y="6536880"/>
              <a:ext cx="914040" cy="116604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166040"/>
                <a:gd name="textAreaBottom" fmla="*/ 1166400 h 1166040"/>
              </a:gdLst>
              <a:ahLst/>
              <a:rect l="textAreaLeft" t="textAreaTop" r="textAreaRight" b="textAreaBottom"/>
              <a:pathLst>
                <a:path w="914400" h="1166495">
                  <a:moveTo>
                    <a:pt x="50774" y="1115237"/>
                  </a:moveTo>
                  <a:lnTo>
                    <a:pt x="0" y="1115237"/>
                  </a:lnTo>
                  <a:lnTo>
                    <a:pt x="0" y="1165936"/>
                  </a:lnTo>
                  <a:lnTo>
                    <a:pt x="50774" y="1165936"/>
                  </a:lnTo>
                  <a:lnTo>
                    <a:pt x="50774" y="1115237"/>
                  </a:lnTo>
                  <a:close/>
                </a:path>
                <a:path w="914400" h="1166495">
                  <a:moveTo>
                    <a:pt x="101511" y="1064539"/>
                  </a:moveTo>
                  <a:lnTo>
                    <a:pt x="50774" y="1064539"/>
                  </a:lnTo>
                  <a:lnTo>
                    <a:pt x="50774" y="1115237"/>
                  </a:lnTo>
                  <a:lnTo>
                    <a:pt x="101511" y="1115237"/>
                  </a:lnTo>
                  <a:lnTo>
                    <a:pt x="101511" y="1064539"/>
                  </a:lnTo>
                  <a:close/>
                </a:path>
                <a:path w="914400" h="1166495">
                  <a:moveTo>
                    <a:pt x="152285" y="1013879"/>
                  </a:moveTo>
                  <a:lnTo>
                    <a:pt x="101511" y="1013879"/>
                  </a:lnTo>
                  <a:lnTo>
                    <a:pt x="101511" y="1064539"/>
                  </a:lnTo>
                  <a:lnTo>
                    <a:pt x="152285" y="1064539"/>
                  </a:lnTo>
                  <a:lnTo>
                    <a:pt x="152285" y="1013879"/>
                  </a:lnTo>
                  <a:close/>
                </a:path>
                <a:path w="914400" h="1166495">
                  <a:moveTo>
                    <a:pt x="203073" y="963168"/>
                  </a:moveTo>
                  <a:lnTo>
                    <a:pt x="152285" y="963168"/>
                  </a:lnTo>
                  <a:lnTo>
                    <a:pt x="152285" y="1013879"/>
                  </a:lnTo>
                  <a:lnTo>
                    <a:pt x="203073" y="1013879"/>
                  </a:lnTo>
                  <a:lnTo>
                    <a:pt x="203073" y="963168"/>
                  </a:lnTo>
                  <a:close/>
                </a:path>
                <a:path w="914400" h="1166495">
                  <a:moveTo>
                    <a:pt x="253847" y="912469"/>
                  </a:moveTo>
                  <a:lnTo>
                    <a:pt x="203073" y="912469"/>
                  </a:lnTo>
                  <a:lnTo>
                    <a:pt x="203073" y="963168"/>
                  </a:lnTo>
                  <a:lnTo>
                    <a:pt x="253847" y="963168"/>
                  </a:lnTo>
                  <a:lnTo>
                    <a:pt x="253847" y="912469"/>
                  </a:lnTo>
                  <a:close/>
                </a:path>
                <a:path w="914400" h="1166495">
                  <a:moveTo>
                    <a:pt x="304622" y="861771"/>
                  </a:moveTo>
                  <a:lnTo>
                    <a:pt x="253847" y="861771"/>
                  </a:lnTo>
                  <a:lnTo>
                    <a:pt x="253847" y="912469"/>
                  </a:lnTo>
                  <a:lnTo>
                    <a:pt x="304622" y="912469"/>
                  </a:lnTo>
                  <a:lnTo>
                    <a:pt x="304622" y="861771"/>
                  </a:lnTo>
                  <a:close/>
                </a:path>
                <a:path w="914400" h="1166495">
                  <a:moveTo>
                    <a:pt x="304622" y="456234"/>
                  </a:moveTo>
                  <a:lnTo>
                    <a:pt x="253847" y="456234"/>
                  </a:lnTo>
                  <a:lnTo>
                    <a:pt x="253847" y="506933"/>
                  </a:lnTo>
                  <a:lnTo>
                    <a:pt x="304622" y="506933"/>
                  </a:lnTo>
                  <a:lnTo>
                    <a:pt x="304622" y="456234"/>
                  </a:lnTo>
                  <a:close/>
                </a:path>
                <a:path w="914400" h="1166495">
                  <a:moveTo>
                    <a:pt x="355358" y="811098"/>
                  </a:moveTo>
                  <a:lnTo>
                    <a:pt x="304622" y="811098"/>
                  </a:lnTo>
                  <a:lnTo>
                    <a:pt x="304622" y="861771"/>
                  </a:lnTo>
                  <a:lnTo>
                    <a:pt x="355358" y="861771"/>
                  </a:lnTo>
                  <a:lnTo>
                    <a:pt x="355358" y="811098"/>
                  </a:lnTo>
                  <a:close/>
                </a:path>
                <a:path w="914400" h="1166495">
                  <a:moveTo>
                    <a:pt x="406133" y="405536"/>
                  </a:moveTo>
                  <a:lnTo>
                    <a:pt x="304622" y="405536"/>
                  </a:lnTo>
                  <a:lnTo>
                    <a:pt x="304622" y="456234"/>
                  </a:lnTo>
                  <a:lnTo>
                    <a:pt x="406133" y="456234"/>
                  </a:lnTo>
                  <a:lnTo>
                    <a:pt x="406133" y="405536"/>
                  </a:lnTo>
                  <a:close/>
                </a:path>
                <a:path w="914400" h="1166495">
                  <a:moveTo>
                    <a:pt x="761530" y="253961"/>
                  </a:moveTo>
                  <a:lnTo>
                    <a:pt x="659980" y="253961"/>
                  </a:lnTo>
                  <a:lnTo>
                    <a:pt x="659980" y="304723"/>
                  </a:lnTo>
                  <a:lnTo>
                    <a:pt x="659980" y="355485"/>
                  </a:lnTo>
                  <a:lnTo>
                    <a:pt x="710755" y="355485"/>
                  </a:lnTo>
                  <a:lnTo>
                    <a:pt x="710755" y="304723"/>
                  </a:lnTo>
                  <a:lnTo>
                    <a:pt x="761530" y="304723"/>
                  </a:lnTo>
                  <a:lnTo>
                    <a:pt x="761530" y="253961"/>
                  </a:lnTo>
                  <a:close/>
                </a:path>
                <a:path w="914400" h="1166495">
                  <a:moveTo>
                    <a:pt x="812279" y="202768"/>
                  </a:moveTo>
                  <a:lnTo>
                    <a:pt x="710755" y="202768"/>
                  </a:lnTo>
                  <a:lnTo>
                    <a:pt x="710755" y="253466"/>
                  </a:lnTo>
                  <a:lnTo>
                    <a:pt x="812279" y="253466"/>
                  </a:lnTo>
                  <a:lnTo>
                    <a:pt x="812279" y="202768"/>
                  </a:lnTo>
                  <a:close/>
                </a:path>
                <a:path w="914400" h="1166495">
                  <a:moveTo>
                    <a:pt x="913828" y="0"/>
                  </a:moveTo>
                  <a:lnTo>
                    <a:pt x="863053" y="0"/>
                  </a:lnTo>
                  <a:lnTo>
                    <a:pt x="863053" y="50698"/>
                  </a:lnTo>
                  <a:lnTo>
                    <a:pt x="913828" y="50698"/>
                  </a:lnTo>
                  <a:lnTo>
                    <a:pt x="913828" y="0"/>
                  </a:lnTo>
                  <a:close/>
                </a:path>
              </a:pathLst>
            </a:custGeom>
            <a:solidFill>
              <a:srgbClr val="f6f6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5" name="object 9"/>
            <p:cNvSpPr/>
            <p:nvPr/>
          </p:nvSpPr>
          <p:spPr>
            <a:xfrm>
              <a:off x="11008080" y="6435720"/>
              <a:ext cx="1370520" cy="1419480"/>
            </a:xfrm>
            <a:custGeom>
              <a:avLst/>
              <a:gdLst>
                <a:gd name="textAreaLeft" fmla="*/ 0 w 1370520"/>
                <a:gd name="textAreaRight" fmla="*/ 1370880 w 1370520"/>
                <a:gd name="textAreaTop" fmla="*/ 0 h 1419480"/>
                <a:gd name="textAreaBottom" fmla="*/ 1419840 h 1419480"/>
              </a:gdLst>
              <a:ahLst/>
              <a:rect l="textAreaLeft" t="textAreaTop" r="textAreaRight" b="textAreaBottom"/>
              <a:pathLst>
                <a:path w="1370965" h="1419859">
                  <a:moveTo>
                    <a:pt x="406146" y="456857"/>
                  </a:moveTo>
                  <a:lnTo>
                    <a:pt x="253809" y="456857"/>
                  </a:lnTo>
                  <a:lnTo>
                    <a:pt x="253809" y="506349"/>
                  </a:lnTo>
                  <a:lnTo>
                    <a:pt x="253809" y="557110"/>
                  </a:lnTo>
                  <a:lnTo>
                    <a:pt x="203073" y="557110"/>
                  </a:lnTo>
                  <a:lnTo>
                    <a:pt x="203073" y="607872"/>
                  </a:lnTo>
                  <a:lnTo>
                    <a:pt x="304584" y="607872"/>
                  </a:lnTo>
                  <a:lnTo>
                    <a:pt x="304584" y="557110"/>
                  </a:lnTo>
                  <a:lnTo>
                    <a:pt x="304584" y="506349"/>
                  </a:lnTo>
                  <a:lnTo>
                    <a:pt x="406146" y="506349"/>
                  </a:lnTo>
                  <a:lnTo>
                    <a:pt x="406146" y="456857"/>
                  </a:lnTo>
                  <a:close/>
                </a:path>
                <a:path w="1370965" h="1419859">
                  <a:moveTo>
                    <a:pt x="558431" y="405536"/>
                  </a:moveTo>
                  <a:lnTo>
                    <a:pt x="355371" y="405536"/>
                  </a:lnTo>
                  <a:lnTo>
                    <a:pt x="355371" y="456234"/>
                  </a:lnTo>
                  <a:lnTo>
                    <a:pt x="558431" y="456234"/>
                  </a:lnTo>
                  <a:lnTo>
                    <a:pt x="558431" y="405536"/>
                  </a:lnTo>
                  <a:close/>
                </a:path>
                <a:path w="1370965" h="1419859">
                  <a:moveTo>
                    <a:pt x="812279" y="1064539"/>
                  </a:moveTo>
                  <a:lnTo>
                    <a:pt x="761504" y="1064539"/>
                  </a:lnTo>
                  <a:lnTo>
                    <a:pt x="761504" y="1013841"/>
                  </a:lnTo>
                  <a:lnTo>
                    <a:pt x="710730" y="1013841"/>
                  </a:lnTo>
                  <a:lnTo>
                    <a:pt x="710730" y="963142"/>
                  </a:lnTo>
                  <a:lnTo>
                    <a:pt x="659980" y="963142"/>
                  </a:lnTo>
                  <a:lnTo>
                    <a:pt x="659980" y="912469"/>
                  </a:lnTo>
                  <a:lnTo>
                    <a:pt x="609206" y="912469"/>
                  </a:lnTo>
                  <a:lnTo>
                    <a:pt x="609206" y="861771"/>
                  </a:lnTo>
                  <a:lnTo>
                    <a:pt x="558431" y="861771"/>
                  </a:lnTo>
                  <a:lnTo>
                    <a:pt x="558431" y="811072"/>
                  </a:lnTo>
                  <a:lnTo>
                    <a:pt x="507657" y="811072"/>
                  </a:lnTo>
                  <a:lnTo>
                    <a:pt x="507657" y="760374"/>
                  </a:lnTo>
                  <a:lnTo>
                    <a:pt x="456920" y="760374"/>
                  </a:lnTo>
                  <a:lnTo>
                    <a:pt x="456920" y="709676"/>
                  </a:lnTo>
                  <a:lnTo>
                    <a:pt x="406146" y="709676"/>
                  </a:lnTo>
                  <a:lnTo>
                    <a:pt x="406146" y="659003"/>
                  </a:lnTo>
                  <a:lnTo>
                    <a:pt x="355371" y="659003"/>
                  </a:lnTo>
                  <a:lnTo>
                    <a:pt x="355371" y="608304"/>
                  </a:lnTo>
                  <a:lnTo>
                    <a:pt x="253809" y="608304"/>
                  </a:lnTo>
                  <a:lnTo>
                    <a:pt x="253809" y="659003"/>
                  </a:lnTo>
                  <a:lnTo>
                    <a:pt x="304584" y="659003"/>
                  </a:lnTo>
                  <a:lnTo>
                    <a:pt x="304584" y="709676"/>
                  </a:lnTo>
                  <a:lnTo>
                    <a:pt x="355371" y="709676"/>
                  </a:lnTo>
                  <a:lnTo>
                    <a:pt x="355371" y="760374"/>
                  </a:lnTo>
                  <a:lnTo>
                    <a:pt x="406146" y="760374"/>
                  </a:lnTo>
                  <a:lnTo>
                    <a:pt x="406146" y="811072"/>
                  </a:lnTo>
                  <a:lnTo>
                    <a:pt x="456920" y="811072"/>
                  </a:lnTo>
                  <a:lnTo>
                    <a:pt x="456920" y="861771"/>
                  </a:lnTo>
                  <a:lnTo>
                    <a:pt x="406146" y="861771"/>
                  </a:lnTo>
                  <a:lnTo>
                    <a:pt x="406146" y="912469"/>
                  </a:lnTo>
                  <a:lnTo>
                    <a:pt x="355371" y="912469"/>
                  </a:lnTo>
                  <a:lnTo>
                    <a:pt x="355371" y="963142"/>
                  </a:lnTo>
                  <a:lnTo>
                    <a:pt x="304584" y="963142"/>
                  </a:lnTo>
                  <a:lnTo>
                    <a:pt x="304584" y="1013841"/>
                  </a:lnTo>
                  <a:lnTo>
                    <a:pt x="406146" y="1013841"/>
                  </a:lnTo>
                  <a:lnTo>
                    <a:pt x="406146" y="963142"/>
                  </a:lnTo>
                  <a:lnTo>
                    <a:pt x="456920" y="963142"/>
                  </a:lnTo>
                  <a:lnTo>
                    <a:pt x="456920" y="912469"/>
                  </a:lnTo>
                  <a:lnTo>
                    <a:pt x="507657" y="912469"/>
                  </a:lnTo>
                  <a:lnTo>
                    <a:pt x="507657" y="963142"/>
                  </a:lnTo>
                  <a:lnTo>
                    <a:pt x="456920" y="963142"/>
                  </a:lnTo>
                  <a:lnTo>
                    <a:pt x="456920" y="1013841"/>
                  </a:lnTo>
                  <a:lnTo>
                    <a:pt x="406146" y="1013841"/>
                  </a:lnTo>
                  <a:lnTo>
                    <a:pt x="406146" y="1064539"/>
                  </a:lnTo>
                  <a:lnTo>
                    <a:pt x="355371" y="1064539"/>
                  </a:lnTo>
                  <a:lnTo>
                    <a:pt x="355371" y="1064742"/>
                  </a:lnTo>
                  <a:lnTo>
                    <a:pt x="355371" y="1115250"/>
                  </a:lnTo>
                  <a:lnTo>
                    <a:pt x="304584" y="1115250"/>
                  </a:lnTo>
                  <a:lnTo>
                    <a:pt x="304584" y="1064742"/>
                  </a:lnTo>
                  <a:lnTo>
                    <a:pt x="355371" y="1064742"/>
                  </a:lnTo>
                  <a:lnTo>
                    <a:pt x="355371" y="1064539"/>
                  </a:lnTo>
                  <a:lnTo>
                    <a:pt x="355371" y="1013980"/>
                  </a:lnTo>
                  <a:lnTo>
                    <a:pt x="253809" y="1013980"/>
                  </a:lnTo>
                  <a:lnTo>
                    <a:pt x="253809" y="1064742"/>
                  </a:lnTo>
                  <a:lnTo>
                    <a:pt x="253809" y="1115250"/>
                  </a:lnTo>
                  <a:lnTo>
                    <a:pt x="152298" y="1115250"/>
                  </a:lnTo>
                  <a:lnTo>
                    <a:pt x="152298" y="1165910"/>
                  </a:lnTo>
                  <a:lnTo>
                    <a:pt x="253809" y="1165910"/>
                  </a:lnTo>
                  <a:lnTo>
                    <a:pt x="253809" y="1115504"/>
                  </a:lnTo>
                  <a:lnTo>
                    <a:pt x="304584" y="1115504"/>
                  </a:lnTo>
                  <a:lnTo>
                    <a:pt x="304584" y="1165910"/>
                  </a:lnTo>
                  <a:lnTo>
                    <a:pt x="253809" y="1165910"/>
                  </a:lnTo>
                  <a:lnTo>
                    <a:pt x="253809" y="1216609"/>
                  </a:lnTo>
                  <a:lnTo>
                    <a:pt x="203073" y="1216609"/>
                  </a:lnTo>
                  <a:lnTo>
                    <a:pt x="203073" y="1166266"/>
                  </a:lnTo>
                  <a:lnTo>
                    <a:pt x="101523" y="1166266"/>
                  </a:lnTo>
                  <a:lnTo>
                    <a:pt x="101523" y="1217028"/>
                  </a:lnTo>
                  <a:lnTo>
                    <a:pt x="101523" y="1267790"/>
                  </a:lnTo>
                  <a:lnTo>
                    <a:pt x="50749" y="1267790"/>
                  </a:lnTo>
                  <a:lnTo>
                    <a:pt x="50749" y="1318552"/>
                  </a:lnTo>
                  <a:lnTo>
                    <a:pt x="50749" y="1368717"/>
                  </a:lnTo>
                  <a:lnTo>
                    <a:pt x="0" y="1368717"/>
                  </a:lnTo>
                  <a:lnTo>
                    <a:pt x="0" y="1419377"/>
                  </a:lnTo>
                  <a:lnTo>
                    <a:pt x="101523" y="1419377"/>
                  </a:lnTo>
                  <a:lnTo>
                    <a:pt x="101523" y="1369314"/>
                  </a:lnTo>
                  <a:lnTo>
                    <a:pt x="203073" y="1369314"/>
                  </a:lnTo>
                  <a:lnTo>
                    <a:pt x="203073" y="1318552"/>
                  </a:lnTo>
                  <a:lnTo>
                    <a:pt x="253809" y="1318552"/>
                  </a:lnTo>
                  <a:lnTo>
                    <a:pt x="253809" y="1267790"/>
                  </a:lnTo>
                  <a:lnTo>
                    <a:pt x="152298" y="1267790"/>
                  </a:lnTo>
                  <a:lnTo>
                    <a:pt x="152298" y="1217028"/>
                  </a:lnTo>
                  <a:lnTo>
                    <a:pt x="203073" y="1217028"/>
                  </a:lnTo>
                  <a:lnTo>
                    <a:pt x="203073" y="1267307"/>
                  </a:lnTo>
                  <a:lnTo>
                    <a:pt x="304584" y="1267307"/>
                  </a:lnTo>
                  <a:lnTo>
                    <a:pt x="304584" y="1216609"/>
                  </a:lnTo>
                  <a:lnTo>
                    <a:pt x="355371" y="1216609"/>
                  </a:lnTo>
                  <a:lnTo>
                    <a:pt x="355371" y="1165910"/>
                  </a:lnTo>
                  <a:lnTo>
                    <a:pt x="406146" y="1165910"/>
                  </a:lnTo>
                  <a:lnTo>
                    <a:pt x="406146" y="1115250"/>
                  </a:lnTo>
                  <a:lnTo>
                    <a:pt x="456920" y="1115250"/>
                  </a:lnTo>
                  <a:lnTo>
                    <a:pt x="456920" y="1064539"/>
                  </a:lnTo>
                  <a:lnTo>
                    <a:pt x="507657" y="1064539"/>
                  </a:lnTo>
                  <a:lnTo>
                    <a:pt x="507657" y="1013841"/>
                  </a:lnTo>
                  <a:lnTo>
                    <a:pt x="558431" y="1013841"/>
                  </a:lnTo>
                  <a:lnTo>
                    <a:pt x="558431" y="963142"/>
                  </a:lnTo>
                  <a:lnTo>
                    <a:pt x="609206" y="963142"/>
                  </a:lnTo>
                  <a:lnTo>
                    <a:pt x="609206" y="1013841"/>
                  </a:lnTo>
                  <a:lnTo>
                    <a:pt x="659980" y="1013841"/>
                  </a:lnTo>
                  <a:lnTo>
                    <a:pt x="659980" y="1064539"/>
                  </a:lnTo>
                  <a:lnTo>
                    <a:pt x="710730" y="1064539"/>
                  </a:lnTo>
                  <a:lnTo>
                    <a:pt x="710730" y="1115250"/>
                  </a:lnTo>
                  <a:lnTo>
                    <a:pt x="812279" y="1115250"/>
                  </a:lnTo>
                  <a:lnTo>
                    <a:pt x="812279" y="1064539"/>
                  </a:lnTo>
                  <a:close/>
                </a:path>
                <a:path w="1370965" h="1419859">
                  <a:moveTo>
                    <a:pt x="812279" y="304139"/>
                  </a:moveTo>
                  <a:lnTo>
                    <a:pt x="761504" y="304139"/>
                  </a:lnTo>
                  <a:lnTo>
                    <a:pt x="761504" y="354838"/>
                  </a:lnTo>
                  <a:lnTo>
                    <a:pt x="812279" y="354838"/>
                  </a:lnTo>
                  <a:lnTo>
                    <a:pt x="812279" y="304139"/>
                  </a:lnTo>
                  <a:close/>
                </a:path>
                <a:path w="1370965" h="1419859">
                  <a:moveTo>
                    <a:pt x="964577" y="709396"/>
                  </a:moveTo>
                  <a:lnTo>
                    <a:pt x="863053" y="709396"/>
                  </a:lnTo>
                  <a:lnTo>
                    <a:pt x="863053" y="659003"/>
                  </a:lnTo>
                  <a:lnTo>
                    <a:pt x="812279" y="659003"/>
                  </a:lnTo>
                  <a:lnTo>
                    <a:pt x="812279" y="608304"/>
                  </a:lnTo>
                  <a:lnTo>
                    <a:pt x="761504" y="608304"/>
                  </a:lnTo>
                  <a:lnTo>
                    <a:pt x="761504" y="557606"/>
                  </a:lnTo>
                  <a:lnTo>
                    <a:pt x="710730" y="557606"/>
                  </a:lnTo>
                  <a:lnTo>
                    <a:pt x="710730" y="506907"/>
                  </a:lnTo>
                  <a:lnTo>
                    <a:pt x="659980" y="506907"/>
                  </a:lnTo>
                  <a:lnTo>
                    <a:pt x="659980" y="456857"/>
                  </a:lnTo>
                  <a:lnTo>
                    <a:pt x="710730" y="456857"/>
                  </a:lnTo>
                  <a:lnTo>
                    <a:pt x="710730" y="406095"/>
                  </a:lnTo>
                  <a:lnTo>
                    <a:pt x="761504" y="406095"/>
                  </a:lnTo>
                  <a:lnTo>
                    <a:pt x="761504" y="355333"/>
                  </a:lnTo>
                  <a:lnTo>
                    <a:pt x="659980" y="355333"/>
                  </a:lnTo>
                  <a:lnTo>
                    <a:pt x="659980" y="406095"/>
                  </a:lnTo>
                  <a:lnTo>
                    <a:pt x="659980" y="456234"/>
                  </a:lnTo>
                  <a:lnTo>
                    <a:pt x="558431" y="456234"/>
                  </a:lnTo>
                  <a:lnTo>
                    <a:pt x="558431" y="506907"/>
                  </a:lnTo>
                  <a:lnTo>
                    <a:pt x="609206" y="506907"/>
                  </a:lnTo>
                  <a:lnTo>
                    <a:pt x="609206" y="557606"/>
                  </a:lnTo>
                  <a:lnTo>
                    <a:pt x="659980" y="557606"/>
                  </a:lnTo>
                  <a:lnTo>
                    <a:pt x="659980" y="608304"/>
                  </a:lnTo>
                  <a:lnTo>
                    <a:pt x="710730" y="608304"/>
                  </a:lnTo>
                  <a:lnTo>
                    <a:pt x="710730" y="659003"/>
                  </a:lnTo>
                  <a:lnTo>
                    <a:pt x="761504" y="659003"/>
                  </a:lnTo>
                  <a:lnTo>
                    <a:pt x="761504" y="709676"/>
                  </a:lnTo>
                  <a:lnTo>
                    <a:pt x="812279" y="709676"/>
                  </a:lnTo>
                  <a:lnTo>
                    <a:pt x="812279" y="760171"/>
                  </a:lnTo>
                  <a:lnTo>
                    <a:pt x="863053" y="760171"/>
                  </a:lnTo>
                  <a:lnTo>
                    <a:pt x="863053" y="810933"/>
                  </a:lnTo>
                  <a:lnTo>
                    <a:pt x="913828" y="810933"/>
                  </a:lnTo>
                  <a:lnTo>
                    <a:pt x="913828" y="861695"/>
                  </a:lnTo>
                  <a:lnTo>
                    <a:pt x="964577" y="861695"/>
                  </a:lnTo>
                  <a:lnTo>
                    <a:pt x="964577" y="810933"/>
                  </a:lnTo>
                  <a:lnTo>
                    <a:pt x="964577" y="760171"/>
                  </a:lnTo>
                  <a:lnTo>
                    <a:pt x="964577" y="709396"/>
                  </a:lnTo>
                  <a:close/>
                </a:path>
                <a:path w="1370965" h="1419859">
                  <a:moveTo>
                    <a:pt x="1015352" y="861695"/>
                  </a:moveTo>
                  <a:lnTo>
                    <a:pt x="964577" y="861695"/>
                  </a:lnTo>
                  <a:lnTo>
                    <a:pt x="964577" y="1013980"/>
                  </a:lnTo>
                  <a:lnTo>
                    <a:pt x="913828" y="1013980"/>
                  </a:lnTo>
                  <a:lnTo>
                    <a:pt x="913828" y="1064742"/>
                  </a:lnTo>
                  <a:lnTo>
                    <a:pt x="913828" y="1115504"/>
                  </a:lnTo>
                  <a:lnTo>
                    <a:pt x="761504" y="1115504"/>
                  </a:lnTo>
                  <a:lnTo>
                    <a:pt x="761504" y="1166266"/>
                  </a:lnTo>
                  <a:lnTo>
                    <a:pt x="812279" y="1166266"/>
                  </a:lnTo>
                  <a:lnTo>
                    <a:pt x="812279" y="1216609"/>
                  </a:lnTo>
                  <a:lnTo>
                    <a:pt x="913828" y="1216609"/>
                  </a:lnTo>
                  <a:lnTo>
                    <a:pt x="913828" y="1166266"/>
                  </a:lnTo>
                  <a:lnTo>
                    <a:pt x="964577" y="1166266"/>
                  </a:lnTo>
                  <a:lnTo>
                    <a:pt x="964577" y="1115504"/>
                  </a:lnTo>
                  <a:lnTo>
                    <a:pt x="964577" y="1064742"/>
                  </a:lnTo>
                  <a:lnTo>
                    <a:pt x="1015352" y="1064742"/>
                  </a:lnTo>
                  <a:lnTo>
                    <a:pt x="1015352" y="1013980"/>
                  </a:lnTo>
                  <a:lnTo>
                    <a:pt x="1015352" y="861695"/>
                  </a:lnTo>
                  <a:close/>
                </a:path>
                <a:path w="1370965" h="1419859">
                  <a:moveTo>
                    <a:pt x="1066126" y="557110"/>
                  </a:moveTo>
                  <a:lnTo>
                    <a:pt x="1015352" y="557110"/>
                  </a:lnTo>
                  <a:lnTo>
                    <a:pt x="1015352" y="607872"/>
                  </a:lnTo>
                  <a:lnTo>
                    <a:pt x="964577" y="607872"/>
                  </a:lnTo>
                  <a:lnTo>
                    <a:pt x="964577" y="658634"/>
                  </a:lnTo>
                  <a:lnTo>
                    <a:pt x="964577" y="709396"/>
                  </a:lnTo>
                  <a:lnTo>
                    <a:pt x="1015352" y="709396"/>
                  </a:lnTo>
                  <a:lnTo>
                    <a:pt x="1015352" y="658634"/>
                  </a:lnTo>
                  <a:lnTo>
                    <a:pt x="1066126" y="658634"/>
                  </a:lnTo>
                  <a:lnTo>
                    <a:pt x="1066126" y="607872"/>
                  </a:lnTo>
                  <a:lnTo>
                    <a:pt x="1066126" y="557110"/>
                  </a:lnTo>
                  <a:close/>
                </a:path>
                <a:path w="1370965" h="1419859">
                  <a:moveTo>
                    <a:pt x="1167650" y="456857"/>
                  </a:moveTo>
                  <a:lnTo>
                    <a:pt x="1066126" y="456857"/>
                  </a:lnTo>
                  <a:lnTo>
                    <a:pt x="1066126" y="506349"/>
                  </a:lnTo>
                  <a:lnTo>
                    <a:pt x="1066126" y="557110"/>
                  </a:lnTo>
                  <a:lnTo>
                    <a:pt x="1116901" y="557110"/>
                  </a:lnTo>
                  <a:lnTo>
                    <a:pt x="1116901" y="506349"/>
                  </a:lnTo>
                  <a:lnTo>
                    <a:pt x="1167650" y="506349"/>
                  </a:lnTo>
                  <a:lnTo>
                    <a:pt x="1167650" y="456857"/>
                  </a:lnTo>
                  <a:close/>
                </a:path>
                <a:path w="1370965" h="1419859">
                  <a:moveTo>
                    <a:pt x="1319974" y="152069"/>
                  </a:moveTo>
                  <a:lnTo>
                    <a:pt x="1269199" y="152069"/>
                  </a:lnTo>
                  <a:lnTo>
                    <a:pt x="1269199" y="101371"/>
                  </a:lnTo>
                  <a:lnTo>
                    <a:pt x="1218425" y="101371"/>
                  </a:lnTo>
                  <a:lnTo>
                    <a:pt x="1218425" y="50673"/>
                  </a:lnTo>
                  <a:lnTo>
                    <a:pt x="1167650" y="50673"/>
                  </a:lnTo>
                  <a:lnTo>
                    <a:pt x="1167650" y="0"/>
                  </a:lnTo>
                  <a:lnTo>
                    <a:pt x="964577" y="0"/>
                  </a:lnTo>
                  <a:lnTo>
                    <a:pt x="964577" y="50673"/>
                  </a:lnTo>
                  <a:lnTo>
                    <a:pt x="1116901" y="50673"/>
                  </a:lnTo>
                  <a:lnTo>
                    <a:pt x="1116901" y="101371"/>
                  </a:lnTo>
                  <a:lnTo>
                    <a:pt x="1167650" y="101371"/>
                  </a:lnTo>
                  <a:lnTo>
                    <a:pt x="1167650" y="152069"/>
                  </a:lnTo>
                  <a:lnTo>
                    <a:pt x="1218425" y="152069"/>
                  </a:lnTo>
                  <a:lnTo>
                    <a:pt x="1218425" y="202768"/>
                  </a:lnTo>
                  <a:lnTo>
                    <a:pt x="1319974" y="202768"/>
                  </a:lnTo>
                  <a:lnTo>
                    <a:pt x="1319974" y="152069"/>
                  </a:lnTo>
                  <a:close/>
                </a:path>
                <a:path w="1370965" h="1419859">
                  <a:moveTo>
                    <a:pt x="1370749" y="203047"/>
                  </a:moveTo>
                  <a:lnTo>
                    <a:pt x="1269199" y="203047"/>
                  </a:lnTo>
                  <a:lnTo>
                    <a:pt x="1269199" y="253809"/>
                  </a:lnTo>
                  <a:lnTo>
                    <a:pt x="1319974" y="253809"/>
                  </a:lnTo>
                  <a:lnTo>
                    <a:pt x="1319974" y="355333"/>
                  </a:lnTo>
                  <a:lnTo>
                    <a:pt x="1269199" y="355333"/>
                  </a:lnTo>
                  <a:lnTo>
                    <a:pt x="1269199" y="405536"/>
                  </a:lnTo>
                  <a:lnTo>
                    <a:pt x="1167650" y="405536"/>
                  </a:lnTo>
                  <a:lnTo>
                    <a:pt x="1167650" y="354838"/>
                  </a:lnTo>
                  <a:lnTo>
                    <a:pt x="1116901" y="354838"/>
                  </a:lnTo>
                  <a:lnTo>
                    <a:pt x="1116901" y="304139"/>
                  </a:lnTo>
                  <a:lnTo>
                    <a:pt x="1066126" y="304139"/>
                  </a:lnTo>
                  <a:lnTo>
                    <a:pt x="1066126" y="253441"/>
                  </a:lnTo>
                  <a:lnTo>
                    <a:pt x="1015352" y="253441"/>
                  </a:lnTo>
                  <a:lnTo>
                    <a:pt x="1015352" y="202768"/>
                  </a:lnTo>
                  <a:lnTo>
                    <a:pt x="964577" y="202768"/>
                  </a:lnTo>
                  <a:lnTo>
                    <a:pt x="964577" y="101523"/>
                  </a:lnTo>
                  <a:lnTo>
                    <a:pt x="1015352" y="101523"/>
                  </a:lnTo>
                  <a:lnTo>
                    <a:pt x="1015352" y="50761"/>
                  </a:lnTo>
                  <a:lnTo>
                    <a:pt x="913828" y="50761"/>
                  </a:lnTo>
                  <a:lnTo>
                    <a:pt x="913828" y="101523"/>
                  </a:lnTo>
                  <a:lnTo>
                    <a:pt x="913828" y="202768"/>
                  </a:lnTo>
                  <a:lnTo>
                    <a:pt x="863053" y="202768"/>
                  </a:lnTo>
                  <a:lnTo>
                    <a:pt x="863053" y="253441"/>
                  </a:lnTo>
                  <a:lnTo>
                    <a:pt x="812279" y="253441"/>
                  </a:lnTo>
                  <a:lnTo>
                    <a:pt x="812279" y="304139"/>
                  </a:lnTo>
                  <a:lnTo>
                    <a:pt x="913828" y="304139"/>
                  </a:lnTo>
                  <a:lnTo>
                    <a:pt x="913828" y="253441"/>
                  </a:lnTo>
                  <a:lnTo>
                    <a:pt x="964577" y="253441"/>
                  </a:lnTo>
                  <a:lnTo>
                    <a:pt x="964577" y="304139"/>
                  </a:lnTo>
                  <a:lnTo>
                    <a:pt x="1015352" y="304139"/>
                  </a:lnTo>
                  <a:lnTo>
                    <a:pt x="1015352" y="354838"/>
                  </a:lnTo>
                  <a:lnTo>
                    <a:pt x="1066126" y="354838"/>
                  </a:lnTo>
                  <a:lnTo>
                    <a:pt x="1066126" y="405536"/>
                  </a:lnTo>
                  <a:lnTo>
                    <a:pt x="1116901" y="405536"/>
                  </a:lnTo>
                  <a:lnTo>
                    <a:pt x="1116901" y="456234"/>
                  </a:lnTo>
                  <a:lnTo>
                    <a:pt x="1319974" y="456234"/>
                  </a:lnTo>
                  <a:lnTo>
                    <a:pt x="1319974" y="406095"/>
                  </a:lnTo>
                  <a:lnTo>
                    <a:pt x="1370749" y="406095"/>
                  </a:lnTo>
                  <a:lnTo>
                    <a:pt x="1370749" y="355333"/>
                  </a:lnTo>
                  <a:lnTo>
                    <a:pt x="1370749" y="253809"/>
                  </a:lnTo>
                  <a:lnTo>
                    <a:pt x="1370749" y="2030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156" name="object 10" descr=""/>
            <p:cNvPicPr/>
            <p:nvPr/>
          </p:nvPicPr>
          <p:blipFill>
            <a:blip r:embed="rId2"/>
            <a:stretch/>
          </p:blipFill>
          <p:spPr>
            <a:xfrm>
              <a:off x="9871560" y="215280"/>
              <a:ext cx="3145320" cy="3493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157" name="object 11"/>
          <p:cNvSpPr/>
          <p:nvPr/>
        </p:nvSpPr>
        <p:spPr>
          <a:xfrm>
            <a:off x="14634720" y="93240"/>
            <a:ext cx="3635640" cy="623160"/>
          </a:xfrm>
          <a:custGeom>
            <a:avLst/>
            <a:gdLst>
              <a:gd name="textAreaLeft" fmla="*/ 0 w 3635640"/>
              <a:gd name="textAreaRight" fmla="*/ 3636000 w 36356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3636009" h="623570">
                <a:moveTo>
                  <a:pt x="3479639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3479639" y="0"/>
                </a:lnTo>
                <a:lnTo>
                  <a:pt x="3539296" y="11866"/>
                </a:lnTo>
                <a:lnTo>
                  <a:pt x="3589871" y="45659"/>
                </a:lnTo>
                <a:lnTo>
                  <a:pt x="3623664" y="96234"/>
                </a:lnTo>
                <a:lnTo>
                  <a:pt x="3635531" y="155892"/>
                </a:lnTo>
                <a:lnTo>
                  <a:pt x="3635531" y="467676"/>
                </a:lnTo>
                <a:lnTo>
                  <a:pt x="3623664" y="527334"/>
                </a:lnTo>
                <a:lnTo>
                  <a:pt x="3589871" y="577909"/>
                </a:lnTo>
                <a:lnTo>
                  <a:pt x="3539296" y="611702"/>
                </a:lnTo>
                <a:lnTo>
                  <a:pt x="3479639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8" name="PlaceHolder 1"/>
          <p:cNvSpPr>
            <a:spLocks noGrp="1"/>
          </p:cNvSpPr>
          <p:nvPr>
            <p:ph type="title"/>
          </p:nvPr>
        </p:nvSpPr>
        <p:spPr>
          <a:xfrm>
            <a:off x="3541320" y="46800"/>
            <a:ext cx="14736600" cy="1803240"/>
          </a:xfrm>
          <a:prstGeom prst="rect">
            <a:avLst/>
          </a:prstGeom>
          <a:noFill/>
          <a:ln w="0">
            <a:noFill/>
          </a:ln>
        </p:spPr>
        <p:txBody>
          <a:bodyPr lIns="0" rIns="0" tIns="85320" bIns="0" anchor="t">
            <a:noAutofit/>
          </a:bodyPr>
          <a:p>
            <a:pPr marL="112402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9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6</a:t>
            </a:r>
            <a:r>
              <a:rPr b="0" lang="en-IN" sz="2900" spc="9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-</a:t>
            </a:r>
            <a:r>
              <a:rPr b="0" lang="en-IN" sz="2900" spc="12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80" strike="noStrike">
                <a:solidFill>
                  <a:schemeClr val="dk1"/>
                </a:solidFill>
                <a:latin typeface="Century"/>
              </a:rPr>
              <a:t>Monitoring</a:t>
            </a:r>
            <a:endParaRPr b="0" lang="en-IN" sz="2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" name="object 2" descr=""/>
          <p:cNvPicPr/>
          <p:nvPr/>
        </p:nvPicPr>
        <p:blipFill>
          <a:blip r:embed="rId1"/>
          <a:stretch/>
        </p:blipFill>
        <p:spPr>
          <a:xfrm>
            <a:off x="211320" y="204840"/>
            <a:ext cx="2914200" cy="1076040"/>
          </a:xfrm>
          <a:prstGeom prst="rect">
            <a:avLst/>
          </a:prstGeom>
          <a:ln w="0">
            <a:noFill/>
          </a:ln>
        </p:spPr>
      </p:pic>
      <p:sp>
        <p:nvSpPr>
          <p:cNvPr id="2160" name="object 5"/>
          <p:cNvSpPr/>
          <p:nvPr/>
        </p:nvSpPr>
        <p:spPr>
          <a:xfrm>
            <a:off x="5736600" y="288000"/>
            <a:ext cx="6721200" cy="18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2600">
              <a:lnSpc>
                <a:spcPct val="100000"/>
              </a:lnSpc>
              <a:spcBef>
                <a:spcPts val="139"/>
              </a:spcBef>
            </a:pPr>
            <a:r>
              <a:rPr b="0" lang="en-IN" sz="5900" spc="-80" strike="noStrike">
                <a:solidFill>
                  <a:srgbClr val="bf0000"/>
                </a:solidFill>
                <a:latin typeface="Century"/>
              </a:rPr>
              <a:t>Post-</a:t>
            </a:r>
            <a:r>
              <a:rPr b="0" lang="en-IN" sz="5900" spc="-32" strike="noStrike">
                <a:solidFill>
                  <a:srgbClr val="bf0000"/>
                </a:solidFill>
                <a:latin typeface="Century"/>
              </a:rPr>
              <a:t>Deploy</a:t>
            </a:r>
            <a:r>
              <a:rPr b="0" lang="en-IN" sz="5900" spc="-270" strike="noStrike">
                <a:solidFill>
                  <a:srgbClr val="bf0000"/>
                </a:solidFill>
                <a:latin typeface="Century"/>
              </a:rPr>
              <a:t> </a:t>
            </a:r>
            <a:r>
              <a:rPr b="0" lang="en-IN" sz="5900" spc="-185" strike="noStrike">
                <a:solidFill>
                  <a:srgbClr val="bf0000"/>
                </a:solidFill>
                <a:latin typeface="Century"/>
              </a:rPr>
              <a:t>Results</a:t>
            </a:r>
            <a:endParaRPr b="0" lang="en-IN" sz="5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1" name="object 7"/>
          <p:cNvSpPr/>
          <p:nvPr/>
        </p:nvSpPr>
        <p:spPr>
          <a:xfrm>
            <a:off x="14224320" y="93240"/>
            <a:ext cx="4063680" cy="623160"/>
          </a:xfrm>
          <a:custGeom>
            <a:avLst/>
            <a:gdLst>
              <a:gd name="textAreaLeft" fmla="*/ 0 w 4063680"/>
              <a:gd name="textAreaRight" fmla="*/ 4064040 w 406368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4064000" h="623570">
                <a:moveTo>
                  <a:pt x="3980147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3980147" y="0"/>
                </a:lnTo>
                <a:lnTo>
                  <a:pt x="4010702" y="3023"/>
                </a:lnTo>
                <a:lnTo>
                  <a:pt x="4039805" y="11866"/>
                </a:lnTo>
                <a:lnTo>
                  <a:pt x="4063801" y="24677"/>
                </a:lnTo>
                <a:lnTo>
                  <a:pt x="4063801" y="598891"/>
                </a:lnTo>
                <a:lnTo>
                  <a:pt x="4039805" y="611702"/>
                </a:lnTo>
                <a:lnTo>
                  <a:pt x="4010702" y="620545"/>
                </a:lnTo>
                <a:lnTo>
                  <a:pt x="3980147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2" name="PlaceHolder 1"/>
          <p:cNvSpPr>
            <a:spLocks noGrp="1"/>
          </p:cNvSpPr>
          <p:nvPr>
            <p:ph type="title"/>
          </p:nvPr>
        </p:nvSpPr>
        <p:spPr>
          <a:xfrm>
            <a:off x="14333400" y="119160"/>
            <a:ext cx="38300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816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2900" spc="-97" strike="noStrike">
                <a:solidFill>
                  <a:schemeClr val="dk1"/>
                </a:solidFill>
                <a:latin typeface="Century"/>
              </a:rPr>
              <a:t>Stage</a:t>
            </a:r>
            <a:r>
              <a:rPr b="0" lang="en-IN" sz="2900" spc="-66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chemeClr val="dk1"/>
                </a:solidFill>
                <a:latin typeface="Century"/>
              </a:rPr>
              <a:t>7-</a:t>
            </a:r>
            <a:r>
              <a:rPr b="0" lang="en-IN" sz="2900" spc="-60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2900" spc="-335" strike="noStrike">
                <a:solidFill>
                  <a:schemeClr val="dk1"/>
                </a:solidFill>
                <a:latin typeface="Century"/>
              </a:rPr>
              <a:t>F</a:t>
            </a:r>
            <a:r>
              <a:rPr b="0" i="1" lang="en-IN" sz="2700" spc="-1875" strike="noStrike" baseline="61000">
                <a:solidFill>
                  <a:schemeClr val="dk1"/>
                </a:solidFill>
                <a:latin typeface="Times New Roman"/>
              </a:rPr>
              <a:t>G</a:t>
            </a:r>
            <a:r>
              <a:rPr b="0" lang="en-IN" sz="2900" spc="-21" strike="noStrike">
                <a:solidFill>
                  <a:schemeClr val="dk1"/>
                </a:solidFill>
                <a:latin typeface="Century"/>
              </a:rPr>
              <a:t>e</a:t>
            </a:r>
            <a:r>
              <a:rPr b="0" lang="en-IN" sz="2900" spc="-1441" strike="noStrike">
                <a:solidFill>
                  <a:schemeClr val="dk1"/>
                </a:solidFill>
                <a:latin typeface="Century"/>
              </a:rPr>
              <a:t>e</a:t>
            </a:r>
            <a:r>
              <a:rPr b="0" i="1" lang="en-IN" sz="2700" spc="-15" strike="noStrike" baseline="61000">
                <a:solidFill>
                  <a:schemeClr val="dk1"/>
                </a:solidFill>
                <a:latin typeface="Times New Roman"/>
              </a:rPr>
              <a:t>o</a:t>
            </a:r>
            <a:r>
              <a:rPr b="0" i="1" lang="en-IN" sz="2700" spc="-293" strike="noStrike" baseline="61000">
                <a:solidFill>
                  <a:schemeClr val="dk1"/>
                </a:solidFill>
                <a:latin typeface="Times New Roman"/>
              </a:rPr>
              <a:t>,</a:t>
            </a:r>
            <a:r>
              <a:rPr b="0" lang="en-IN" sz="2900" spc="-795" strike="noStrike">
                <a:solidFill>
                  <a:schemeClr val="dk1"/>
                </a:solidFill>
                <a:latin typeface="Century"/>
              </a:rPr>
              <a:t>d</a:t>
            </a:r>
            <a:r>
              <a:rPr b="0" i="1" lang="en-IN" sz="2700" spc="-143" strike="noStrike" baseline="61000">
                <a:solidFill>
                  <a:schemeClr val="dk1"/>
                </a:solidFill>
                <a:latin typeface="Times New Roman"/>
              </a:rPr>
              <a:t>c</a:t>
            </a:r>
            <a:r>
              <a:rPr b="0" lang="en-IN" sz="2900" spc="-1560" strike="noStrike">
                <a:solidFill>
                  <a:schemeClr val="dk1"/>
                </a:solidFill>
                <a:latin typeface="Century"/>
              </a:rPr>
              <a:t>b</a:t>
            </a:r>
            <a:r>
              <a:rPr b="0" i="1" lang="en-IN" sz="2700" spc="-15" strike="noStrike" baseline="61000">
                <a:solidFill>
                  <a:schemeClr val="dk1"/>
                </a:solidFill>
                <a:latin typeface="Times New Roman"/>
              </a:rPr>
              <a:t>h</a:t>
            </a:r>
            <a:r>
              <a:rPr b="0" i="1" lang="en-IN" sz="2700" spc="-480" strike="noStrike" baseline="61000">
                <a:solidFill>
                  <a:schemeClr val="dk1"/>
                </a:solidFill>
                <a:latin typeface="Times New Roman"/>
              </a:rPr>
              <a:t>a</a:t>
            </a:r>
            <a:r>
              <a:rPr b="0" lang="en-IN" sz="2900" spc="-1296" strike="noStrike">
                <a:solidFill>
                  <a:schemeClr val="dk1"/>
                </a:solidFill>
                <a:latin typeface="Century"/>
              </a:rPr>
              <a:t>a</a:t>
            </a:r>
            <a:r>
              <a:rPr b="0" i="1" lang="en-IN" sz="2700" spc="-15" strike="noStrike" baseline="61000">
                <a:solidFill>
                  <a:schemeClr val="dk1"/>
                </a:solidFill>
                <a:latin typeface="Times New Roman"/>
              </a:rPr>
              <a:t>n</a:t>
            </a:r>
            <a:r>
              <a:rPr b="0" i="1" lang="en-IN" sz="2700" spc="-1177" strike="noStrike" baseline="61000">
                <a:solidFill>
                  <a:schemeClr val="dk1"/>
                </a:solidFill>
                <a:latin typeface="Times New Roman"/>
              </a:rPr>
              <a:t>g</a:t>
            </a:r>
            <a:r>
              <a:rPr b="0" lang="en-IN" sz="2900" spc="-610" strike="noStrike">
                <a:solidFill>
                  <a:schemeClr val="dk1"/>
                </a:solidFill>
                <a:latin typeface="Century"/>
              </a:rPr>
              <a:t>c</a:t>
            </a:r>
            <a:r>
              <a:rPr b="0" i="1" lang="en-IN" sz="2700" spc="-494" strike="noStrike" baseline="61000">
                <a:solidFill>
                  <a:schemeClr val="dk1"/>
                </a:solidFill>
                <a:latin typeface="Times New Roman"/>
              </a:rPr>
              <a:t>e</a:t>
            </a:r>
            <a:r>
              <a:rPr b="0" lang="en-IN" sz="2900" spc="-656" strike="noStrike">
                <a:solidFill>
                  <a:schemeClr val="dk1"/>
                </a:solidFill>
                <a:latin typeface="Century"/>
              </a:rPr>
              <a:t>k</a:t>
            </a:r>
            <a:r>
              <a:rPr b="0" i="1" lang="en-IN" sz="2700" spc="-15" strike="noStrike" baseline="61000">
                <a:solidFill>
                  <a:schemeClr val="dk1"/>
                </a:solidFill>
                <a:latin typeface="Times New Roman"/>
              </a:rPr>
              <a:t>th</a:t>
            </a:r>
            <a:r>
              <a:rPr b="0" i="1" lang="en-IN" sz="2700" spc="-1214" strike="noStrike" baseline="61000">
                <a:solidFill>
                  <a:schemeClr val="dk1"/>
                </a:solidFill>
                <a:latin typeface="Times New Roman"/>
              </a:rPr>
              <a:t>e</a:t>
            </a:r>
            <a:r>
              <a:rPr b="0" lang="en-IN" sz="2900" spc="-392" strike="noStrike">
                <a:solidFill>
                  <a:schemeClr val="dk1"/>
                </a:solidFill>
                <a:latin typeface="Century"/>
              </a:rPr>
              <a:t>L</a:t>
            </a:r>
            <a:r>
              <a:rPr b="0" i="1" lang="en-IN" sz="2700" spc="-1305" strike="noStrike" baseline="61000">
                <a:solidFill>
                  <a:schemeClr val="dk1"/>
                </a:solidFill>
                <a:latin typeface="Times New Roman"/>
              </a:rPr>
              <a:t>w</a:t>
            </a:r>
            <a:r>
              <a:rPr b="0" lang="en-IN" sz="2900" spc="-616" strike="noStrike">
                <a:solidFill>
                  <a:schemeClr val="dk1"/>
                </a:solidFill>
                <a:latin typeface="Century"/>
              </a:rPr>
              <a:t>o</a:t>
            </a:r>
            <a:r>
              <a:rPr b="0" i="1" lang="en-IN" sz="2700" spc="-367" strike="noStrike" baseline="61000">
                <a:solidFill>
                  <a:schemeClr val="dk1"/>
                </a:solidFill>
                <a:latin typeface="Times New Roman"/>
              </a:rPr>
              <a:t>o</a:t>
            </a:r>
            <a:r>
              <a:rPr b="0" lang="en-IN" sz="2900" spc="-1231" strike="noStrike">
                <a:solidFill>
                  <a:schemeClr val="dk1"/>
                </a:solidFill>
                <a:latin typeface="Century"/>
              </a:rPr>
              <a:t>o</a:t>
            </a:r>
            <a:r>
              <a:rPr b="0" i="1" lang="en-IN" sz="2700" spc="-15" strike="noStrike" baseline="61000">
                <a:solidFill>
                  <a:schemeClr val="dk1"/>
                </a:solidFill>
                <a:latin typeface="Times New Roman"/>
              </a:rPr>
              <a:t>r</a:t>
            </a:r>
            <a:r>
              <a:rPr b="0" i="1" lang="en-IN" sz="2700" spc="-32" strike="noStrike" baseline="61000">
                <a:solidFill>
                  <a:schemeClr val="dk1"/>
                </a:solidFill>
                <a:latin typeface="Times New Roman"/>
              </a:rPr>
              <a:t>l</a:t>
            </a:r>
            <a:r>
              <a:rPr b="0" lang="en-IN" sz="2900" spc="-1690" strike="noStrike">
                <a:solidFill>
                  <a:schemeClr val="dk1"/>
                </a:solidFill>
                <a:latin typeface="Century"/>
              </a:rPr>
              <a:t>p</a:t>
            </a:r>
            <a:r>
              <a:rPr b="0" i="1" lang="en-IN" sz="2700" spc="-15" strike="noStrike" baseline="61000">
                <a:solidFill>
                  <a:schemeClr val="dk1"/>
                </a:solidFill>
                <a:latin typeface="Times New Roman"/>
              </a:rPr>
              <a:t>d</a:t>
            </a:r>
            <a:endParaRPr b="0" lang="en-IN" sz="27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63" name="object 3" descr=""/>
          <p:cNvPicPr/>
          <p:nvPr/>
        </p:nvPicPr>
        <p:blipFill>
          <a:blip r:embed="rId2"/>
          <a:stretch/>
        </p:blipFill>
        <p:spPr>
          <a:xfrm>
            <a:off x="775080" y="1850040"/>
            <a:ext cx="4628880" cy="7981560"/>
          </a:xfrm>
          <a:prstGeom prst="rect">
            <a:avLst/>
          </a:prstGeom>
          <a:ln w="0">
            <a:noFill/>
          </a:ln>
        </p:spPr>
      </p:pic>
      <p:pic>
        <p:nvPicPr>
          <p:cNvPr id="2164" name="object 4" descr=""/>
          <p:cNvPicPr/>
          <p:nvPr/>
        </p:nvPicPr>
        <p:blipFill>
          <a:blip r:embed="rId3"/>
          <a:stretch/>
        </p:blipFill>
        <p:spPr>
          <a:xfrm>
            <a:off x="5958000" y="2854080"/>
            <a:ext cx="11296440" cy="5204160"/>
          </a:xfrm>
          <a:prstGeom prst="rect">
            <a:avLst/>
          </a:prstGeom>
          <a:ln w="0">
            <a:noFill/>
          </a:ln>
        </p:spPr>
      </p:pic>
      <p:sp>
        <p:nvSpPr>
          <p:cNvPr id="2165" name="object 6"/>
          <p:cNvSpPr/>
          <p:nvPr/>
        </p:nvSpPr>
        <p:spPr>
          <a:xfrm>
            <a:off x="7475760" y="96184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object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67" name="object 3" descr=""/>
          <p:cNvPicPr/>
          <p:nvPr/>
        </p:nvPicPr>
        <p:blipFill>
          <a:blip r:embed="rId1"/>
          <a:stretch/>
        </p:blipFill>
        <p:spPr>
          <a:xfrm>
            <a:off x="0" y="274680"/>
            <a:ext cx="18287640" cy="9696240"/>
          </a:xfrm>
          <a:prstGeom prst="rect">
            <a:avLst/>
          </a:prstGeom>
          <a:ln w="0">
            <a:noFill/>
          </a:ln>
        </p:spPr>
      </p:pic>
      <p:sp>
        <p:nvSpPr>
          <p:cNvPr id="2168" name="object 7"/>
          <p:cNvSpPr/>
          <p:nvPr/>
        </p:nvSpPr>
        <p:spPr>
          <a:xfrm>
            <a:off x="14034600" y="183240"/>
            <a:ext cx="4136040" cy="623160"/>
          </a:xfrm>
          <a:custGeom>
            <a:avLst/>
            <a:gdLst>
              <a:gd name="textAreaLeft" fmla="*/ 0 w 4136040"/>
              <a:gd name="textAreaRight" fmla="*/ 4136400 w 413604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4136390" h="623570">
                <a:moveTo>
                  <a:pt x="3980148" y="623568"/>
                </a:moveTo>
                <a:lnTo>
                  <a:pt x="155892" y="623568"/>
                </a:lnTo>
                <a:lnTo>
                  <a:pt x="106618" y="615621"/>
                </a:lnTo>
                <a:lnTo>
                  <a:pt x="63824" y="593490"/>
                </a:lnTo>
                <a:lnTo>
                  <a:pt x="30078" y="559744"/>
                </a:lnTo>
                <a:lnTo>
                  <a:pt x="7947" y="516950"/>
                </a:lnTo>
                <a:lnTo>
                  <a:pt x="0" y="467676"/>
                </a:lnTo>
                <a:lnTo>
                  <a:pt x="0" y="155892"/>
                </a:lnTo>
                <a:lnTo>
                  <a:pt x="7947" y="106618"/>
                </a:lnTo>
                <a:lnTo>
                  <a:pt x="30078" y="63824"/>
                </a:lnTo>
                <a:lnTo>
                  <a:pt x="63824" y="30078"/>
                </a:lnTo>
                <a:lnTo>
                  <a:pt x="106618" y="7947"/>
                </a:lnTo>
                <a:lnTo>
                  <a:pt x="155892" y="0"/>
                </a:lnTo>
                <a:lnTo>
                  <a:pt x="3980148" y="0"/>
                </a:lnTo>
                <a:lnTo>
                  <a:pt x="4039805" y="11866"/>
                </a:lnTo>
                <a:lnTo>
                  <a:pt x="4090380" y="45659"/>
                </a:lnTo>
                <a:lnTo>
                  <a:pt x="4124173" y="96234"/>
                </a:lnTo>
                <a:lnTo>
                  <a:pt x="4136040" y="155892"/>
                </a:lnTo>
                <a:lnTo>
                  <a:pt x="4136040" y="467676"/>
                </a:lnTo>
                <a:lnTo>
                  <a:pt x="4124173" y="527334"/>
                </a:lnTo>
                <a:lnTo>
                  <a:pt x="4090380" y="577909"/>
                </a:lnTo>
                <a:lnTo>
                  <a:pt x="4039805" y="611702"/>
                </a:lnTo>
                <a:lnTo>
                  <a:pt x="3980148" y="623568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9" name="object 8"/>
          <p:cNvSpPr/>
          <p:nvPr/>
        </p:nvSpPr>
        <p:spPr>
          <a:xfrm>
            <a:off x="14169240" y="209520"/>
            <a:ext cx="38667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900" spc="-97" strike="noStrike">
                <a:solidFill>
                  <a:srgbClr val="000000"/>
                </a:solidFill>
                <a:latin typeface="Century"/>
              </a:rPr>
              <a:t>Stage</a:t>
            </a:r>
            <a:r>
              <a:rPr b="0" lang="en-IN" sz="2900" spc="-60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" strike="noStrike">
                <a:solidFill>
                  <a:srgbClr val="000000"/>
                </a:solidFill>
                <a:latin typeface="Century"/>
              </a:rPr>
              <a:t>7-</a:t>
            </a:r>
            <a:r>
              <a:rPr b="0" lang="en-IN" sz="29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131" strike="noStrike">
                <a:solidFill>
                  <a:srgbClr val="000000"/>
                </a:solidFill>
                <a:latin typeface="Century"/>
              </a:rPr>
              <a:t>Feedback</a:t>
            </a:r>
            <a:r>
              <a:rPr b="0" lang="en-IN" sz="2900" spc="-5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900" spc="-21" strike="noStrike">
                <a:solidFill>
                  <a:srgbClr val="000000"/>
                </a:solidFill>
                <a:latin typeface="Century"/>
              </a:rPr>
              <a:t>Loop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0" name="object 5"/>
          <p:cNvSpPr/>
          <p:nvPr/>
        </p:nvSpPr>
        <p:spPr>
          <a:xfrm>
            <a:off x="7149240" y="4556880"/>
            <a:ext cx="3727080" cy="1127880"/>
          </a:xfrm>
          <a:custGeom>
            <a:avLst/>
            <a:gdLst>
              <a:gd name="textAreaLeft" fmla="*/ 0 w 3727080"/>
              <a:gd name="textAreaRight" fmla="*/ 3727440 w 3727080"/>
              <a:gd name="textAreaTop" fmla="*/ 0 h 1127880"/>
              <a:gd name="textAreaBottom" fmla="*/ 1128240 h 1127880"/>
            </a:gdLst>
            <a:ahLst/>
            <a:rect l="textAreaLeft" t="textAreaTop" r="textAreaRight" b="textAreaBottom"/>
            <a:pathLst>
              <a:path w="3727450" h="1128395">
                <a:moveTo>
                  <a:pt x="3593862" y="1128318"/>
                </a:moveTo>
                <a:lnTo>
                  <a:pt x="133349" y="1128318"/>
                </a:lnTo>
                <a:lnTo>
                  <a:pt x="91201" y="1121520"/>
                </a:lnTo>
                <a:lnTo>
                  <a:pt x="54595" y="1102589"/>
                </a:lnTo>
                <a:lnTo>
                  <a:pt x="25728" y="1073723"/>
                </a:lnTo>
                <a:lnTo>
                  <a:pt x="6798" y="1037117"/>
                </a:lnTo>
                <a:lnTo>
                  <a:pt x="0" y="99496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3593862" y="0"/>
                </a:lnTo>
                <a:lnTo>
                  <a:pt x="3636011" y="6798"/>
                </a:lnTo>
                <a:lnTo>
                  <a:pt x="3672617" y="25728"/>
                </a:lnTo>
                <a:lnTo>
                  <a:pt x="3701484" y="54595"/>
                </a:lnTo>
                <a:lnTo>
                  <a:pt x="3720415" y="91201"/>
                </a:lnTo>
                <a:lnTo>
                  <a:pt x="3727213" y="133349"/>
                </a:lnTo>
                <a:lnTo>
                  <a:pt x="3727213" y="994968"/>
                </a:lnTo>
                <a:lnTo>
                  <a:pt x="3720415" y="1037117"/>
                </a:lnTo>
                <a:lnTo>
                  <a:pt x="3701484" y="1073723"/>
                </a:lnTo>
                <a:lnTo>
                  <a:pt x="3672617" y="1102589"/>
                </a:lnTo>
                <a:lnTo>
                  <a:pt x="3636011" y="1121520"/>
                </a:lnTo>
                <a:lnTo>
                  <a:pt x="3593862" y="1128318"/>
                </a:lnTo>
                <a:close/>
              </a:path>
            </a:pathLst>
          </a:custGeom>
          <a:solidFill>
            <a:srgbClr val="ffde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1" name="object 6"/>
          <p:cNvSpPr/>
          <p:nvPr/>
        </p:nvSpPr>
        <p:spPr>
          <a:xfrm>
            <a:off x="7459200" y="4845960"/>
            <a:ext cx="27072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1.Github</a:t>
            </a:r>
            <a:r>
              <a:rPr b="0" lang="en-IN" sz="2800" spc="14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Actions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2" name="object 4"/>
          <p:cNvSpPr/>
          <p:nvPr/>
        </p:nvSpPr>
        <p:spPr>
          <a:xfrm>
            <a:off x="7564680" y="974988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000000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000000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000000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000000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object 2"/>
          <p:cNvSpPr/>
          <p:nvPr/>
        </p:nvSpPr>
        <p:spPr>
          <a:xfrm>
            <a:off x="5677200" y="450360"/>
            <a:ext cx="6933240" cy="1156680"/>
          </a:xfrm>
          <a:custGeom>
            <a:avLst/>
            <a:gdLst>
              <a:gd name="textAreaLeft" fmla="*/ 0 w 6933240"/>
              <a:gd name="textAreaRight" fmla="*/ 6933600 w 6933240"/>
              <a:gd name="textAreaTop" fmla="*/ 0 h 1156680"/>
              <a:gd name="textAreaBottom" fmla="*/ 1157040 h 1156680"/>
            </a:gdLst>
            <a:ahLst/>
            <a:rect l="textAreaLeft" t="textAreaTop" r="textAreaRight" b="textAreaBottom"/>
            <a:pathLst>
              <a:path w="6933565" h="1156970">
                <a:moveTo>
                  <a:pt x="6644356" y="1156377"/>
                </a:moveTo>
                <a:lnTo>
                  <a:pt x="289094" y="1156377"/>
                </a:lnTo>
                <a:lnTo>
                  <a:pt x="243597" y="1152776"/>
                </a:lnTo>
                <a:lnTo>
                  <a:pt x="199629" y="1142186"/>
                </a:lnTo>
                <a:lnTo>
                  <a:pt x="157969" y="1124930"/>
                </a:lnTo>
                <a:lnTo>
                  <a:pt x="119391" y="1101328"/>
                </a:lnTo>
                <a:lnTo>
                  <a:pt x="84673" y="1071703"/>
                </a:lnTo>
                <a:lnTo>
                  <a:pt x="55048" y="1036985"/>
                </a:lnTo>
                <a:lnTo>
                  <a:pt x="31447" y="998408"/>
                </a:lnTo>
                <a:lnTo>
                  <a:pt x="14190" y="956747"/>
                </a:lnTo>
                <a:lnTo>
                  <a:pt x="3601" y="912780"/>
                </a:lnTo>
                <a:lnTo>
                  <a:pt x="0" y="867283"/>
                </a:lnTo>
                <a:lnTo>
                  <a:pt x="0" y="289094"/>
                </a:lnTo>
                <a:lnTo>
                  <a:pt x="3601" y="243597"/>
                </a:lnTo>
                <a:lnTo>
                  <a:pt x="14190" y="199629"/>
                </a:lnTo>
                <a:lnTo>
                  <a:pt x="31447" y="157969"/>
                </a:lnTo>
                <a:lnTo>
                  <a:pt x="55048" y="119391"/>
                </a:lnTo>
                <a:lnTo>
                  <a:pt x="84673" y="84673"/>
                </a:lnTo>
                <a:lnTo>
                  <a:pt x="119391" y="55048"/>
                </a:lnTo>
                <a:lnTo>
                  <a:pt x="157969" y="31447"/>
                </a:lnTo>
                <a:lnTo>
                  <a:pt x="199629" y="14191"/>
                </a:lnTo>
                <a:lnTo>
                  <a:pt x="243597" y="3601"/>
                </a:lnTo>
                <a:lnTo>
                  <a:pt x="289094" y="0"/>
                </a:lnTo>
                <a:lnTo>
                  <a:pt x="6644356" y="0"/>
                </a:lnTo>
                <a:lnTo>
                  <a:pt x="6691249" y="3783"/>
                </a:lnTo>
                <a:lnTo>
                  <a:pt x="6735733" y="14738"/>
                </a:lnTo>
                <a:lnTo>
                  <a:pt x="6777212" y="32268"/>
                </a:lnTo>
                <a:lnTo>
                  <a:pt x="6815092" y="55778"/>
                </a:lnTo>
                <a:lnTo>
                  <a:pt x="6848777" y="84673"/>
                </a:lnTo>
                <a:lnTo>
                  <a:pt x="6877672" y="118358"/>
                </a:lnTo>
                <a:lnTo>
                  <a:pt x="6901183" y="156238"/>
                </a:lnTo>
                <a:lnTo>
                  <a:pt x="6918712" y="197718"/>
                </a:lnTo>
                <a:lnTo>
                  <a:pt x="6929667" y="242201"/>
                </a:lnTo>
                <a:lnTo>
                  <a:pt x="6933451" y="289094"/>
                </a:lnTo>
                <a:lnTo>
                  <a:pt x="6933451" y="867283"/>
                </a:lnTo>
                <a:lnTo>
                  <a:pt x="6929667" y="914175"/>
                </a:lnTo>
                <a:lnTo>
                  <a:pt x="6918712" y="958659"/>
                </a:lnTo>
                <a:lnTo>
                  <a:pt x="6901183" y="1000138"/>
                </a:lnTo>
                <a:lnTo>
                  <a:pt x="6877672" y="1038018"/>
                </a:lnTo>
                <a:lnTo>
                  <a:pt x="6848777" y="1071703"/>
                </a:lnTo>
                <a:lnTo>
                  <a:pt x="6815092" y="1100598"/>
                </a:lnTo>
                <a:lnTo>
                  <a:pt x="6777212" y="1124109"/>
                </a:lnTo>
                <a:lnTo>
                  <a:pt x="6735733" y="1141639"/>
                </a:lnTo>
                <a:lnTo>
                  <a:pt x="6691249" y="1152593"/>
                </a:lnTo>
                <a:lnTo>
                  <a:pt x="6644356" y="1156377"/>
                </a:lnTo>
                <a:close/>
              </a:path>
            </a:pathLst>
          </a:custGeom>
          <a:solidFill>
            <a:srgbClr val="ffe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4" name="PlaceHolder 1"/>
          <p:cNvSpPr>
            <a:spLocks noGrp="1"/>
          </p:cNvSpPr>
          <p:nvPr>
            <p:ph type="title"/>
          </p:nvPr>
        </p:nvSpPr>
        <p:spPr>
          <a:xfrm>
            <a:off x="5937480" y="509760"/>
            <a:ext cx="6412680" cy="1733760"/>
          </a:xfrm>
          <a:prstGeom prst="rect">
            <a:avLst/>
          </a:prstGeom>
          <a:noFill/>
          <a:ln w="0">
            <a:noFill/>
          </a:ln>
        </p:spPr>
        <p:txBody>
          <a:bodyPr lIns="0" rIns="0" tIns="158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IN" sz="5350" spc="-120" strike="noStrike">
                <a:solidFill>
                  <a:schemeClr val="dk1"/>
                </a:solidFill>
                <a:latin typeface="Century"/>
              </a:rPr>
              <a:t>SriRam’s</a:t>
            </a:r>
            <a:r>
              <a:rPr b="0" lang="en-IN" sz="5350" spc="-191" strike="noStrike">
                <a:solidFill>
                  <a:schemeClr val="dk1"/>
                </a:solidFill>
                <a:latin typeface="Century"/>
              </a:rPr>
              <a:t> </a:t>
            </a:r>
            <a:r>
              <a:rPr b="0" lang="en-IN" sz="5350" spc="-222" strike="noStrike">
                <a:solidFill>
                  <a:schemeClr val="dk1"/>
                </a:solidFill>
                <a:latin typeface="Century"/>
              </a:rPr>
              <a:t>Suggestions</a:t>
            </a:r>
            <a:endParaRPr b="0" lang="en-IN" sz="5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5" name="object 4"/>
          <p:cNvSpPr/>
          <p:nvPr/>
        </p:nvSpPr>
        <p:spPr>
          <a:xfrm>
            <a:off x="636120" y="1825920"/>
            <a:ext cx="17059680" cy="8077320"/>
          </a:xfrm>
          <a:custGeom>
            <a:avLst/>
            <a:gdLst>
              <a:gd name="textAreaLeft" fmla="*/ 0 w 17059680"/>
              <a:gd name="textAreaRight" fmla="*/ 17060040 w 17059680"/>
              <a:gd name="textAreaTop" fmla="*/ 0 h 8077320"/>
              <a:gd name="textAreaBottom" fmla="*/ 8077680 h 8077320"/>
            </a:gdLst>
            <a:ahLst/>
            <a:rect l="textAreaLeft" t="textAreaTop" r="textAreaRight" b="textAreaBottom"/>
            <a:pathLst>
              <a:path w="17059910" h="8077834">
                <a:moveTo>
                  <a:pt x="16926105" y="8077723"/>
                </a:moveTo>
                <a:lnTo>
                  <a:pt x="133350" y="8077723"/>
                </a:lnTo>
                <a:lnTo>
                  <a:pt x="91201" y="8070925"/>
                </a:lnTo>
                <a:lnTo>
                  <a:pt x="54595" y="8051995"/>
                </a:lnTo>
                <a:lnTo>
                  <a:pt x="25728" y="8023128"/>
                </a:lnTo>
                <a:lnTo>
                  <a:pt x="6798" y="7986522"/>
                </a:lnTo>
                <a:lnTo>
                  <a:pt x="0" y="7944373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16926105" y="0"/>
                </a:lnTo>
                <a:lnTo>
                  <a:pt x="16968254" y="6798"/>
                </a:lnTo>
                <a:lnTo>
                  <a:pt x="17004860" y="25728"/>
                </a:lnTo>
                <a:lnTo>
                  <a:pt x="17033726" y="54595"/>
                </a:lnTo>
                <a:lnTo>
                  <a:pt x="17052657" y="91201"/>
                </a:lnTo>
                <a:lnTo>
                  <a:pt x="17059455" y="133350"/>
                </a:lnTo>
                <a:lnTo>
                  <a:pt x="17059455" y="7944373"/>
                </a:lnTo>
                <a:lnTo>
                  <a:pt x="17052657" y="7986522"/>
                </a:lnTo>
                <a:lnTo>
                  <a:pt x="17033726" y="8023128"/>
                </a:lnTo>
                <a:lnTo>
                  <a:pt x="17004860" y="8051995"/>
                </a:lnTo>
                <a:lnTo>
                  <a:pt x="16968254" y="8070925"/>
                </a:lnTo>
                <a:lnTo>
                  <a:pt x="16926105" y="8077723"/>
                </a:lnTo>
                <a:close/>
              </a:path>
            </a:pathLst>
          </a:custGeom>
          <a:solidFill>
            <a:srgbClr val="fee9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6" name="object 5"/>
          <p:cNvSpPr/>
          <p:nvPr/>
        </p:nvSpPr>
        <p:spPr>
          <a:xfrm>
            <a:off x="768960" y="2055600"/>
            <a:ext cx="16404840" cy="82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508680" indent="-31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Select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Industry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Standard</a:t>
            </a:r>
            <a:r>
              <a:rPr b="0" lang="en-IN" sz="2800" spc="-7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Tools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than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the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newer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ones.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Check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for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version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conflicts,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especially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with</a:t>
            </a:r>
            <a:r>
              <a:rPr b="0" lang="en-IN" sz="2800" spc="-9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Tensorflow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Pytorch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71" strike="noStrike">
                <a:solidFill>
                  <a:srgbClr val="000000"/>
                </a:solidFill>
                <a:latin typeface="Book Antiqua"/>
              </a:rPr>
              <a:t>CPU</a:t>
            </a:r>
            <a:r>
              <a:rPr b="0" lang="en-IN" sz="2800" spc="-14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Versions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82" strike="noStrike">
                <a:solidFill>
                  <a:srgbClr val="000000"/>
                </a:solidFill>
                <a:latin typeface="Book Antiqua"/>
              </a:rPr>
              <a:t>GPU</a:t>
            </a:r>
            <a:r>
              <a:rPr b="0" lang="en-IN" sz="2800" spc="-14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Versions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For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sure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9" strike="noStrike">
                <a:solidFill>
                  <a:srgbClr val="000000"/>
                </a:solidFill>
                <a:latin typeface="Book Antiqua"/>
              </a:rPr>
              <a:t>check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the</a:t>
            </a:r>
            <a:r>
              <a:rPr b="0" lang="en-IN" sz="2800" spc="-13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6" strike="noStrike">
                <a:solidFill>
                  <a:srgbClr val="000000"/>
                </a:solidFill>
                <a:latin typeface="Book Antiqua"/>
              </a:rPr>
              <a:t>VERSIONS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!!!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maintain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proper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Github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Commit</a:t>
            </a:r>
            <a:r>
              <a:rPr b="0" lang="en-IN" sz="2800" spc="-1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History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Learn</a:t>
            </a:r>
            <a:r>
              <a:rPr b="0" lang="en-IN" sz="2800" spc="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how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merge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different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commits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960" indent="-318600">
              <a:lnSpc>
                <a:spcPct val="116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509400"/>
              </a:tabLst>
            </a:pPr>
            <a:r>
              <a:rPr b="0" lang="en-IN" sz="2800" spc="-97" strike="noStrike">
                <a:solidFill>
                  <a:srgbClr val="000000"/>
                </a:solidFill>
                <a:latin typeface="Book Antiqua"/>
              </a:rPr>
              <a:t>Always,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30" strike="noStrike">
                <a:solidFill>
                  <a:srgbClr val="000000"/>
                </a:solidFill>
                <a:latin typeface="Book Antiqua"/>
              </a:rPr>
              <a:t>ALWAYS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use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Standard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python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libraries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make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your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code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base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9" strike="noStrike">
                <a:solidFill>
                  <a:srgbClr val="000000"/>
                </a:solidFill>
                <a:latin typeface="Book Antiqua"/>
              </a:rPr>
              <a:t>cleaner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–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pydantic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schemas, 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Pathlib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52" strike="noStrike">
                <a:solidFill>
                  <a:srgbClr val="000000"/>
                </a:solidFill>
                <a:latin typeface="Book Antiqua"/>
              </a:rPr>
              <a:t>file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paths,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Loguru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(Logger),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Rich</a:t>
            </a:r>
            <a:r>
              <a:rPr b="0" lang="en-IN" sz="2800" spc="24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for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terminal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printing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Select</a:t>
            </a:r>
            <a:r>
              <a:rPr b="0" lang="en-IN" sz="2800" spc="-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standard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 set of compatibles</a:t>
            </a:r>
            <a:r>
              <a:rPr b="0" lang="en-IN" sz="2800" spc="-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tools like the –</a:t>
            </a:r>
            <a:r>
              <a:rPr b="0" lang="en-IN" sz="2800" spc="-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Kubernates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Family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 or  </a:t>
            </a:r>
            <a:r>
              <a:rPr b="0" lang="en-IN" sz="2800" spc="-111" strike="noStrike">
                <a:solidFill>
                  <a:srgbClr val="000000"/>
                </a:solidFill>
                <a:latin typeface="Book Antiqua"/>
              </a:rPr>
              <a:t>MLFLow-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Tensorflow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Family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960" indent="-318600">
              <a:lnSpc>
                <a:spcPct val="116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509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Learn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maintain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proper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directory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structure,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it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is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the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key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any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project</a:t>
            </a:r>
            <a:r>
              <a:rPr b="0" lang="en-IN" sz="2800" spc="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(Look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into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Cookiecutter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Templates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if</a:t>
            </a:r>
            <a:r>
              <a:rPr b="0" lang="en-IN" sz="2800" spc="-4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needed)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3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131" strike="noStrike">
                <a:solidFill>
                  <a:srgbClr val="000000"/>
                </a:solidFill>
                <a:latin typeface="Book Antiqua"/>
              </a:rPr>
              <a:t>Always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write</a:t>
            </a:r>
            <a:r>
              <a:rPr b="0" lang="en-IN" sz="2800" spc="-97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your</a:t>
            </a:r>
            <a:r>
              <a:rPr b="0" lang="en-IN" sz="2800" spc="-6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own</a:t>
            </a:r>
            <a:r>
              <a:rPr b="0" lang="en-IN" sz="2800" spc="-6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documentation/journey.md</a:t>
            </a:r>
            <a:r>
              <a:rPr b="0" lang="en-IN" sz="2800" spc="-6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786" strike="noStrike">
                <a:solidFill>
                  <a:srgbClr val="000000"/>
                </a:solidFill>
                <a:latin typeface="Book Antiqua"/>
              </a:rPr>
              <a:t>/</a:t>
            </a:r>
            <a:r>
              <a:rPr b="0" lang="en-IN" sz="2800" spc="-5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97" strike="noStrike">
                <a:solidFill>
                  <a:srgbClr val="000000"/>
                </a:solidFill>
                <a:latin typeface="Book Antiqua"/>
              </a:rPr>
              <a:t>README.md</a:t>
            </a:r>
            <a:r>
              <a:rPr b="0" lang="en-IN" sz="2800" spc="-66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file.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8680" indent="-31860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08680"/>
              </a:tabLst>
            </a:pP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Try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run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things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offline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rather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than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being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dependent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on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some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online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hopeless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people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240" indent="-495360">
              <a:lnSpc>
                <a:spcPct val="116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509400"/>
              </a:tabLst>
            </a:pPr>
            <a:r>
              <a:rPr b="0" lang="en-IN" sz="2800" spc="-21" strike="noStrike">
                <a:solidFill>
                  <a:srgbClr val="000000"/>
                </a:solidFill>
                <a:latin typeface="Book Antiqua"/>
              </a:rPr>
              <a:t>Make</a:t>
            </a:r>
            <a:r>
              <a:rPr b="0" lang="en-IN" sz="2800" spc="-6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sure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5" strike="noStrike">
                <a:solidFill>
                  <a:srgbClr val="000000"/>
                </a:solidFill>
                <a:latin typeface="Book Antiqua"/>
              </a:rPr>
              <a:t>go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step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by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step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make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sure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97" strike="noStrike">
                <a:solidFill>
                  <a:srgbClr val="000000"/>
                </a:solidFill>
                <a:latin typeface="Book Antiqua"/>
              </a:rPr>
              <a:t>you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dont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push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more</a:t>
            </a:r>
            <a:r>
              <a:rPr b="0" lang="en-IN" sz="2800" spc="-60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than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100MB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9" strike="noStrike">
                <a:solidFill>
                  <a:srgbClr val="000000"/>
                </a:solidFill>
                <a:latin typeface="Book Antiqua"/>
              </a:rPr>
              <a:t>files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github,</a:t>
            </a:r>
            <a:r>
              <a:rPr b="0" lang="en-IN" sz="2800" spc="-55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always 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maintain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.gitignore</a:t>
            </a:r>
            <a:r>
              <a:rPr b="0" lang="en-IN" sz="2800" spc="2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and</a:t>
            </a:r>
            <a:r>
              <a:rPr b="0" lang="en-IN" sz="2800" spc="29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.dockerignore</a:t>
            </a:r>
            <a:r>
              <a:rPr b="0" lang="en-IN" sz="2800" spc="3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38" strike="noStrike">
                <a:solidFill>
                  <a:srgbClr val="000000"/>
                </a:solidFill>
                <a:latin typeface="Book Antiqua"/>
              </a:rPr>
              <a:t>files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507240" indent="-495360">
              <a:lnSpc>
                <a:spcPct val="116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509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Focus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more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on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learning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the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31" strike="noStrike">
                <a:solidFill>
                  <a:srgbClr val="000000"/>
                </a:solidFill>
                <a:latin typeface="Book Antiqua"/>
              </a:rPr>
              <a:t>MLOPS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tools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in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this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3" strike="noStrike">
                <a:solidFill>
                  <a:srgbClr val="000000"/>
                </a:solidFill>
                <a:latin typeface="Book Antiqua"/>
              </a:rPr>
              <a:t>subject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rather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than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32" strike="noStrike">
                <a:solidFill>
                  <a:srgbClr val="000000"/>
                </a:solidFill>
                <a:latin typeface="Book Antiqua"/>
              </a:rPr>
              <a:t>worrying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about</a:t>
            </a:r>
            <a:r>
              <a:rPr b="0" lang="en-IN" sz="2800" spc="12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Book Antiqua"/>
              </a:rPr>
              <a:t>actual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49" strike="noStrike">
                <a:solidFill>
                  <a:srgbClr val="000000"/>
                </a:solidFill>
                <a:latin typeface="Book Antiqua"/>
              </a:rPr>
              <a:t>metrics</a:t>
            </a:r>
            <a:r>
              <a:rPr b="0" lang="en-IN" sz="2800" spc="18" strike="noStrike">
                <a:solidFill>
                  <a:srgbClr val="000000"/>
                </a:solidFill>
                <a:latin typeface="Book Antiqua"/>
              </a:rPr>
              <a:t>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of </a:t>
            </a:r>
            <a:r>
              <a:rPr b="0" lang="en-IN" sz="2800" spc="-26" strike="noStrike">
                <a:solidFill>
                  <a:srgbClr val="000000"/>
                </a:solidFill>
                <a:latin typeface="Book Antiqua"/>
              </a:rPr>
              <a:t>	</a:t>
            </a:r>
            <a:r>
              <a:rPr b="0" lang="en-IN" sz="2800" spc="-12" strike="noStrike">
                <a:solidFill>
                  <a:srgbClr val="000000"/>
                </a:solidFill>
                <a:latin typeface="Book Antiqua"/>
              </a:rPr>
              <a:t>model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7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2178" name="object 3"/>
          <p:cNvSpPr/>
          <p:nvPr/>
        </p:nvSpPr>
        <p:spPr>
          <a:xfrm>
            <a:off x="7606800" y="1881360"/>
            <a:ext cx="313344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66" strike="noStrike">
                <a:solidFill>
                  <a:srgbClr val="ffffff"/>
                </a:solidFill>
                <a:latin typeface="Century"/>
              </a:rPr>
              <a:t>Department</a:t>
            </a:r>
            <a:r>
              <a:rPr b="0" lang="en-IN" sz="2100" spc="-21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ffffff"/>
                </a:solidFill>
                <a:latin typeface="Century"/>
              </a:rPr>
              <a:t>of</a:t>
            </a:r>
            <a:r>
              <a:rPr b="0" lang="en-IN" sz="2100" spc="-21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1" strike="noStrike">
                <a:solidFill>
                  <a:srgbClr val="ffffff"/>
                </a:solidFill>
                <a:latin typeface="Century"/>
              </a:rPr>
              <a:t>AI</a:t>
            </a:r>
            <a:r>
              <a:rPr b="0" lang="en-IN" sz="2100" spc="-15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ffffff"/>
                </a:solidFill>
                <a:latin typeface="Century"/>
              </a:rPr>
              <a:t>and</a:t>
            </a:r>
            <a:r>
              <a:rPr b="0" lang="en-IN" sz="2100" spc="-21" strike="noStrike">
                <a:solidFill>
                  <a:srgbClr val="ffffff"/>
                </a:solidFill>
                <a:latin typeface="Century"/>
              </a:rPr>
              <a:t> </a:t>
            </a:r>
            <a:r>
              <a:rPr b="0" lang="en-IN" sz="2100" spc="-26" strike="noStrike">
                <a:solidFill>
                  <a:srgbClr val="ffffff"/>
                </a:solidFill>
                <a:latin typeface="Century"/>
              </a:rPr>
              <a:t>ML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2026-10-13T15:05:27Z</dcterms:created>
  <dc:creator>srujan sj</dc:creator>
  <dc:description/>
  <cp:keywords>DAG867eUJVs BAGV6FgioG0</cp:keywords>
  <dc:language>en-IN</dc:language>
  <cp:lastModifiedBy/>
  <dcterms:modified xsi:type="dcterms:W3CDTF">2026-10-13T20:36:41Z</dcterms:modified>
  <cp:revision>1</cp:revision>
  <dc:subject/>
  <dc:title>Mlops Tutorial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2026-10-13T00:00:00Z</vt:filetime>
  </property>
  <property fmtid="{D5CDD505-2E9C-101B-9397-08002B2CF9AE}" pid="6" name="PresentationFormat">
    <vt:lpwstr>On-screen Show (4:3)</vt:lpwstr>
  </property>
  <property fmtid="{D5CDD505-2E9C-101B-9397-08002B2CF9AE}" pid="7" name="Producer">
    <vt:lpwstr>Canva</vt:lpwstr>
  </property>
  <property fmtid="{D5CDD505-2E9C-101B-9397-08002B2CF9AE}" pid="8" name="containsAiGeneratedContent">
    <vt:lpwstr>Yes</vt:lpwstr>
  </property>
</Properties>
</file>